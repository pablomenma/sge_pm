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sldIdLst>
    <p:sldId id="257" r:id="rId2"/>
    <p:sldId id="2440" r:id="rId3"/>
    <p:sldId id="2686" r:id="rId4"/>
    <p:sldId id="2640" r:id="rId5"/>
    <p:sldId id="2687" r:id="rId6"/>
    <p:sldId id="2688" r:id="rId7"/>
    <p:sldId id="2690" r:id="rId8"/>
    <p:sldId id="2691" r:id="rId9"/>
    <p:sldId id="2689" r:id="rId10"/>
    <p:sldId id="2692" r:id="rId11"/>
    <p:sldId id="2693" r:id="rId12"/>
    <p:sldId id="2695" r:id="rId13"/>
    <p:sldId id="2694" r:id="rId14"/>
    <p:sldId id="2696" r:id="rId15"/>
    <p:sldId id="2649" r:id="rId16"/>
    <p:sldId id="2642" r:id="rId17"/>
    <p:sldId id="2643" r:id="rId18"/>
    <p:sldId id="2975" r:id="rId19"/>
    <p:sldId id="2976" r:id="rId20"/>
    <p:sldId id="2977" r:id="rId21"/>
    <p:sldId id="2634" r:id="rId22"/>
    <p:sldId id="2650" r:id="rId23"/>
    <p:sldId id="2651" r:id="rId24"/>
    <p:sldId id="2652" r:id="rId25"/>
    <p:sldId id="2653" r:id="rId26"/>
    <p:sldId id="2654" r:id="rId27"/>
    <p:sldId id="2661" r:id="rId28"/>
    <p:sldId id="2655" r:id="rId29"/>
    <p:sldId id="2656" r:id="rId30"/>
    <p:sldId id="2657" r:id="rId31"/>
    <p:sldId id="2658" r:id="rId32"/>
    <p:sldId id="2659" r:id="rId33"/>
    <p:sldId id="2660" r:id="rId34"/>
    <p:sldId id="2662" r:id="rId35"/>
    <p:sldId id="2663" r:id="rId36"/>
    <p:sldId id="2664" r:id="rId37"/>
    <p:sldId id="2668" r:id="rId38"/>
    <p:sldId id="2665" r:id="rId39"/>
    <p:sldId id="2666" r:id="rId40"/>
    <p:sldId id="2667" r:id="rId41"/>
    <p:sldId id="2670" r:id="rId42"/>
    <p:sldId id="2677" r:id="rId43"/>
    <p:sldId id="2671" r:id="rId44"/>
    <p:sldId id="2672" r:id="rId45"/>
    <p:sldId id="2673" r:id="rId46"/>
    <p:sldId id="2682" r:id="rId47"/>
    <p:sldId id="2683" r:id="rId48"/>
    <p:sldId id="2674" r:id="rId49"/>
    <p:sldId id="2675" r:id="rId50"/>
    <p:sldId id="2676" r:id="rId51"/>
    <p:sldId id="2983" r:id="rId52"/>
    <p:sldId id="2978" r:id="rId53"/>
    <p:sldId id="2979" r:id="rId54"/>
    <p:sldId id="2980" r:id="rId55"/>
    <p:sldId id="2981" r:id="rId56"/>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5F824FF7-5F11-4049-A395-1E167DC7BD38}">
          <p14:sldIdLst>
            <p14:sldId id="257"/>
            <p14:sldId id="2440"/>
            <p14:sldId id="2686"/>
            <p14:sldId id="2640"/>
            <p14:sldId id="2687"/>
            <p14:sldId id="2688"/>
            <p14:sldId id="2690"/>
            <p14:sldId id="2691"/>
            <p14:sldId id="2689"/>
            <p14:sldId id="2692"/>
            <p14:sldId id="2693"/>
            <p14:sldId id="2695"/>
            <p14:sldId id="2694"/>
            <p14:sldId id="2696"/>
            <p14:sldId id="2649"/>
            <p14:sldId id="2642"/>
            <p14:sldId id="2643"/>
            <p14:sldId id="2975"/>
            <p14:sldId id="2976"/>
            <p14:sldId id="2977"/>
            <p14:sldId id="2634"/>
            <p14:sldId id="2650"/>
            <p14:sldId id="2651"/>
            <p14:sldId id="2652"/>
            <p14:sldId id="2653"/>
            <p14:sldId id="2654"/>
            <p14:sldId id="2661"/>
            <p14:sldId id="2655"/>
            <p14:sldId id="2656"/>
            <p14:sldId id="2657"/>
            <p14:sldId id="2658"/>
            <p14:sldId id="2659"/>
            <p14:sldId id="2660"/>
            <p14:sldId id="2662"/>
            <p14:sldId id="2663"/>
            <p14:sldId id="2664"/>
            <p14:sldId id="2668"/>
            <p14:sldId id="2665"/>
            <p14:sldId id="2666"/>
            <p14:sldId id="2667"/>
            <p14:sldId id="2670"/>
            <p14:sldId id="2677"/>
            <p14:sldId id="2671"/>
            <p14:sldId id="2672"/>
            <p14:sldId id="2673"/>
            <p14:sldId id="2682"/>
            <p14:sldId id="2683"/>
            <p14:sldId id="2674"/>
            <p14:sldId id="2675"/>
            <p14:sldId id="2676"/>
            <p14:sldId id="2983"/>
            <p14:sldId id="2978"/>
            <p14:sldId id="2979"/>
            <p14:sldId id="2980"/>
            <p14:sldId id="2981"/>
          </p14:sldIdLst>
        </p14:section>
        <p14:section name="Sección sin título" id="{1B48A2E3-2D46-44A8-945E-73A51B63096A}">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025C86-6F0C-4DB7-9086-7896383E3019}" v="4" dt="2025-11-24T07:56:38.79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458" autoAdjust="0"/>
    <p:restoredTop sz="94249" autoAdjust="0"/>
  </p:normalViewPr>
  <p:slideViewPr>
    <p:cSldViewPr>
      <p:cViewPr varScale="1">
        <p:scale>
          <a:sx n="85" d="100"/>
          <a:sy n="85" d="100"/>
        </p:scale>
        <p:origin x="1339"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CTOR JOSE GONZALEZ RODRIGUEZ" userId="3fdd7208-0adc-40d2-a594-662a5d66d0ad" providerId="ADAL" clId="{359FD5A0-C0E1-4F46-AEB0-51555EFEF171}"/>
    <pc:docChg chg="delSld modSld modSection">
      <pc:chgData name="VICTOR JOSE GONZALEZ RODRIGUEZ" userId="3fdd7208-0adc-40d2-a594-662a5d66d0ad" providerId="ADAL" clId="{359FD5A0-C0E1-4F46-AEB0-51555EFEF171}" dt="2025-11-24T07:58:55.073" v="294" actId="47"/>
      <pc:docMkLst>
        <pc:docMk/>
      </pc:docMkLst>
      <pc:sldChg chg="modSp mod">
        <pc:chgData name="VICTOR JOSE GONZALEZ RODRIGUEZ" userId="3fdd7208-0adc-40d2-a594-662a5d66d0ad" providerId="ADAL" clId="{359FD5A0-C0E1-4F46-AEB0-51555EFEF171}" dt="2025-11-24T07:48:18.832" v="7" actId="13244"/>
        <pc:sldMkLst>
          <pc:docMk/>
          <pc:sldMk cId="1497462584" sldId="2440"/>
        </pc:sldMkLst>
        <pc:spChg chg="mod">
          <ac:chgData name="VICTOR JOSE GONZALEZ RODRIGUEZ" userId="3fdd7208-0adc-40d2-a594-662a5d66d0ad" providerId="ADAL" clId="{359FD5A0-C0E1-4F46-AEB0-51555EFEF171}" dt="2025-11-24T07:48:12.247" v="3" actId="962"/>
          <ac:spMkLst>
            <pc:docMk/>
            <pc:sldMk cId="1497462584" sldId="2440"/>
            <ac:spMk id="3" creationId="{A4F52C1D-699D-6C02-1370-8DDD8B16573F}"/>
          </ac:spMkLst>
        </pc:spChg>
        <pc:spChg chg="mod">
          <ac:chgData name="VICTOR JOSE GONZALEZ RODRIGUEZ" userId="3fdd7208-0adc-40d2-a594-662a5d66d0ad" providerId="ADAL" clId="{359FD5A0-C0E1-4F46-AEB0-51555EFEF171}" dt="2025-11-24T07:48:12.704" v="4" actId="962"/>
          <ac:spMkLst>
            <pc:docMk/>
            <pc:sldMk cId="1497462584" sldId="2440"/>
            <ac:spMk id="7" creationId="{99D6A242-A86D-71D3-F1DF-77512470FBDC}"/>
          </ac:spMkLst>
        </pc:spChg>
        <pc:spChg chg="mod ord">
          <ac:chgData name="VICTOR JOSE GONZALEZ RODRIGUEZ" userId="3fdd7208-0adc-40d2-a594-662a5d66d0ad" providerId="ADAL" clId="{359FD5A0-C0E1-4F46-AEB0-51555EFEF171}" dt="2025-11-24T07:48:18.832" v="7" actId="13244"/>
          <ac:spMkLst>
            <pc:docMk/>
            <pc:sldMk cId="1497462584" sldId="2440"/>
            <ac:spMk id="11" creationId="{B5893D16-115D-D0CD-A6BD-D548A2200D7F}"/>
          </ac:spMkLst>
        </pc:spChg>
        <pc:spChg chg="mod">
          <ac:chgData name="VICTOR JOSE GONZALEZ RODRIGUEZ" userId="3fdd7208-0adc-40d2-a594-662a5d66d0ad" providerId="ADAL" clId="{359FD5A0-C0E1-4F46-AEB0-51555EFEF171}" dt="2025-11-24T07:48:10.423" v="1" actId="962"/>
          <ac:spMkLst>
            <pc:docMk/>
            <pc:sldMk cId="1497462584" sldId="2440"/>
            <ac:spMk id="13" creationId="{D77E9B63-8C28-2EEB-54B4-34FF7DC71715}"/>
          </ac:spMkLst>
        </pc:spChg>
      </pc:sldChg>
      <pc:sldChg chg="modSp mod">
        <pc:chgData name="VICTOR JOSE GONZALEZ RODRIGUEZ" userId="3fdd7208-0adc-40d2-a594-662a5d66d0ad" providerId="ADAL" clId="{359FD5A0-C0E1-4F46-AEB0-51555EFEF171}" dt="2025-11-24T07:52:13.341" v="39" actId="962"/>
        <pc:sldMkLst>
          <pc:docMk/>
          <pc:sldMk cId="3824654864" sldId="2634"/>
        </pc:sldMkLst>
        <pc:spChg chg="mod">
          <ac:chgData name="VICTOR JOSE GONZALEZ RODRIGUEZ" userId="3fdd7208-0adc-40d2-a594-662a5d66d0ad" providerId="ADAL" clId="{359FD5A0-C0E1-4F46-AEB0-51555EFEF171}" dt="2025-11-24T07:52:13.341" v="39" actId="962"/>
          <ac:spMkLst>
            <pc:docMk/>
            <pc:sldMk cId="3824654864" sldId="2634"/>
            <ac:spMk id="2" creationId="{40ACCD7E-9E97-971B-5F64-EB63B16FE90E}"/>
          </ac:spMkLst>
        </pc:spChg>
        <pc:spChg chg="mod">
          <ac:chgData name="VICTOR JOSE GONZALEZ RODRIGUEZ" userId="3fdd7208-0adc-40d2-a594-662a5d66d0ad" providerId="ADAL" clId="{359FD5A0-C0E1-4F46-AEB0-51555EFEF171}" dt="2025-11-24T07:52:13.341" v="39" actId="962"/>
          <ac:spMkLst>
            <pc:docMk/>
            <pc:sldMk cId="3824654864" sldId="2634"/>
            <ac:spMk id="4" creationId="{DDDFC718-411A-0B75-75A8-C86D3B355765}"/>
          </ac:spMkLst>
        </pc:spChg>
        <pc:spChg chg="mod">
          <ac:chgData name="VICTOR JOSE GONZALEZ RODRIGUEZ" userId="3fdd7208-0adc-40d2-a594-662a5d66d0ad" providerId="ADAL" clId="{359FD5A0-C0E1-4F46-AEB0-51555EFEF171}" dt="2025-11-24T07:52:13.341" v="39" actId="962"/>
          <ac:spMkLst>
            <pc:docMk/>
            <pc:sldMk cId="3824654864" sldId="2634"/>
            <ac:spMk id="5" creationId="{E2782B12-FBB0-485A-AF0D-4CBA479B7AED}"/>
          </ac:spMkLst>
        </pc:spChg>
        <pc:spChg chg="mod">
          <ac:chgData name="VICTOR JOSE GONZALEZ RODRIGUEZ" userId="3fdd7208-0adc-40d2-a594-662a5d66d0ad" providerId="ADAL" clId="{359FD5A0-C0E1-4F46-AEB0-51555EFEF171}" dt="2025-11-24T07:52:13.341" v="39" actId="962"/>
          <ac:spMkLst>
            <pc:docMk/>
            <pc:sldMk cId="3824654864" sldId="2634"/>
            <ac:spMk id="6" creationId="{2D2CCA9A-41FF-887C-1BD2-A42F180F4130}"/>
          </ac:spMkLst>
        </pc:spChg>
        <pc:spChg chg="mod">
          <ac:chgData name="VICTOR JOSE GONZALEZ RODRIGUEZ" userId="3fdd7208-0adc-40d2-a594-662a5d66d0ad" providerId="ADAL" clId="{359FD5A0-C0E1-4F46-AEB0-51555EFEF171}" dt="2025-11-24T07:52:13.341" v="39" actId="962"/>
          <ac:spMkLst>
            <pc:docMk/>
            <pc:sldMk cId="3824654864" sldId="2634"/>
            <ac:spMk id="7" creationId="{1D7DF922-7CCA-CA61-17D3-AA847576D96E}"/>
          </ac:spMkLst>
        </pc:spChg>
        <pc:spChg chg="mod">
          <ac:chgData name="VICTOR JOSE GONZALEZ RODRIGUEZ" userId="3fdd7208-0adc-40d2-a594-662a5d66d0ad" providerId="ADAL" clId="{359FD5A0-C0E1-4F46-AEB0-51555EFEF171}" dt="2025-11-24T07:52:13.341" v="39" actId="962"/>
          <ac:spMkLst>
            <pc:docMk/>
            <pc:sldMk cId="3824654864" sldId="2634"/>
            <ac:spMk id="8" creationId="{5FA042B9-3A43-D0EC-BCDA-931ABEBE42AC}"/>
          </ac:spMkLst>
        </pc:spChg>
        <pc:spChg chg="mod">
          <ac:chgData name="VICTOR JOSE GONZALEZ RODRIGUEZ" userId="3fdd7208-0adc-40d2-a594-662a5d66d0ad" providerId="ADAL" clId="{359FD5A0-C0E1-4F46-AEB0-51555EFEF171}" dt="2025-11-24T07:52:13.341" v="39" actId="962"/>
          <ac:spMkLst>
            <pc:docMk/>
            <pc:sldMk cId="3824654864" sldId="2634"/>
            <ac:spMk id="9" creationId="{86D83D44-A562-9B6A-45E9-8F3D366C938B}"/>
          </ac:spMkLst>
        </pc:spChg>
        <pc:picChg chg="mod">
          <ac:chgData name="VICTOR JOSE GONZALEZ RODRIGUEZ" userId="3fdd7208-0adc-40d2-a594-662a5d66d0ad" providerId="ADAL" clId="{359FD5A0-C0E1-4F46-AEB0-51555EFEF171}" dt="2025-11-24T07:52:13.341" v="39" actId="962"/>
          <ac:picMkLst>
            <pc:docMk/>
            <pc:sldMk cId="3824654864" sldId="2634"/>
            <ac:picMk id="13" creationId="{DDC92A69-4EC4-C946-BFBE-B87B6A0EE088}"/>
          </ac:picMkLst>
        </pc:picChg>
        <pc:picChg chg="mod">
          <ac:chgData name="VICTOR JOSE GONZALEZ RODRIGUEZ" userId="3fdd7208-0adc-40d2-a594-662a5d66d0ad" providerId="ADAL" clId="{359FD5A0-C0E1-4F46-AEB0-51555EFEF171}" dt="2025-11-24T07:52:13.341" v="39" actId="962"/>
          <ac:picMkLst>
            <pc:docMk/>
            <pc:sldMk cId="3824654864" sldId="2634"/>
            <ac:picMk id="15" creationId="{D7A4B9C1-511D-FD74-B808-B1D0AF128A80}"/>
          </ac:picMkLst>
        </pc:picChg>
      </pc:sldChg>
      <pc:sldChg chg="modSp mod">
        <pc:chgData name="VICTOR JOSE GONZALEZ RODRIGUEZ" userId="3fdd7208-0adc-40d2-a594-662a5d66d0ad" providerId="ADAL" clId="{359FD5A0-C0E1-4F46-AEB0-51555EFEF171}" dt="2025-11-24T07:48:31.430" v="9" actId="962"/>
        <pc:sldMkLst>
          <pc:docMk/>
          <pc:sldMk cId="3248207015" sldId="2640"/>
        </pc:sldMkLst>
        <pc:spChg chg="mod">
          <ac:chgData name="VICTOR JOSE GONZALEZ RODRIGUEZ" userId="3fdd7208-0adc-40d2-a594-662a5d66d0ad" providerId="ADAL" clId="{359FD5A0-C0E1-4F46-AEB0-51555EFEF171}" dt="2025-11-24T07:48:31.430" v="9" actId="962"/>
          <ac:spMkLst>
            <pc:docMk/>
            <pc:sldMk cId="3248207015" sldId="2640"/>
            <ac:spMk id="2" creationId="{6D20E88B-8E3A-AF43-9077-34E5B6CD236F}"/>
          </ac:spMkLst>
        </pc:spChg>
        <pc:spChg chg="mod">
          <ac:chgData name="VICTOR JOSE GONZALEZ RODRIGUEZ" userId="3fdd7208-0adc-40d2-a594-662a5d66d0ad" providerId="ADAL" clId="{359FD5A0-C0E1-4F46-AEB0-51555EFEF171}" dt="2025-11-24T07:48:31.430" v="9" actId="962"/>
          <ac:spMkLst>
            <pc:docMk/>
            <pc:sldMk cId="3248207015" sldId="2640"/>
            <ac:spMk id="4" creationId="{98EB722E-3A4B-F593-95D0-CDA5A6B49557}"/>
          </ac:spMkLst>
        </pc:spChg>
        <pc:spChg chg="mod">
          <ac:chgData name="VICTOR JOSE GONZALEZ RODRIGUEZ" userId="3fdd7208-0adc-40d2-a594-662a5d66d0ad" providerId="ADAL" clId="{359FD5A0-C0E1-4F46-AEB0-51555EFEF171}" dt="2025-11-24T07:48:31.430" v="9" actId="962"/>
          <ac:spMkLst>
            <pc:docMk/>
            <pc:sldMk cId="3248207015" sldId="2640"/>
            <ac:spMk id="5" creationId="{B409572D-E412-B0A9-5EEC-6DDC9CB235DC}"/>
          </ac:spMkLst>
        </pc:spChg>
        <pc:spChg chg="mod">
          <ac:chgData name="VICTOR JOSE GONZALEZ RODRIGUEZ" userId="3fdd7208-0adc-40d2-a594-662a5d66d0ad" providerId="ADAL" clId="{359FD5A0-C0E1-4F46-AEB0-51555EFEF171}" dt="2025-11-24T07:48:31.430" v="9" actId="962"/>
          <ac:spMkLst>
            <pc:docMk/>
            <pc:sldMk cId="3248207015" sldId="2640"/>
            <ac:spMk id="6" creationId="{38C2C092-6518-0505-7455-F6669CD34A35}"/>
          </ac:spMkLst>
        </pc:spChg>
        <pc:spChg chg="mod">
          <ac:chgData name="VICTOR JOSE GONZALEZ RODRIGUEZ" userId="3fdd7208-0adc-40d2-a594-662a5d66d0ad" providerId="ADAL" clId="{359FD5A0-C0E1-4F46-AEB0-51555EFEF171}" dt="2025-11-24T07:48:31.430" v="9" actId="962"/>
          <ac:spMkLst>
            <pc:docMk/>
            <pc:sldMk cId="3248207015" sldId="2640"/>
            <ac:spMk id="7" creationId="{55C90526-551D-6DF6-8DEF-0CE2831915A4}"/>
          </ac:spMkLst>
        </pc:spChg>
        <pc:spChg chg="mod">
          <ac:chgData name="VICTOR JOSE GONZALEZ RODRIGUEZ" userId="3fdd7208-0adc-40d2-a594-662a5d66d0ad" providerId="ADAL" clId="{359FD5A0-C0E1-4F46-AEB0-51555EFEF171}" dt="2025-11-24T07:48:31.430" v="9" actId="962"/>
          <ac:spMkLst>
            <pc:docMk/>
            <pc:sldMk cId="3248207015" sldId="2640"/>
            <ac:spMk id="8" creationId="{C161FD07-CDE4-182B-715D-E4FA6D633ACC}"/>
          </ac:spMkLst>
        </pc:spChg>
        <pc:spChg chg="mod">
          <ac:chgData name="VICTOR JOSE GONZALEZ RODRIGUEZ" userId="3fdd7208-0adc-40d2-a594-662a5d66d0ad" providerId="ADAL" clId="{359FD5A0-C0E1-4F46-AEB0-51555EFEF171}" dt="2025-11-24T07:48:31.430" v="9" actId="962"/>
          <ac:spMkLst>
            <pc:docMk/>
            <pc:sldMk cId="3248207015" sldId="2640"/>
            <ac:spMk id="11" creationId="{3B9F9CAE-6C5C-BB9C-0943-6D866F88F523}"/>
          </ac:spMkLst>
        </pc:spChg>
        <pc:picChg chg="mod">
          <ac:chgData name="VICTOR JOSE GONZALEZ RODRIGUEZ" userId="3fdd7208-0adc-40d2-a594-662a5d66d0ad" providerId="ADAL" clId="{359FD5A0-C0E1-4F46-AEB0-51555EFEF171}" dt="2025-11-24T07:48:31.430" v="9" actId="962"/>
          <ac:picMkLst>
            <pc:docMk/>
            <pc:sldMk cId="3248207015" sldId="2640"/>
            <ac:picMk id="12" creationId="{96D02779-30C5-8B1F-7711-065A2453EDDE}"/>
          </ac:picMkLst>
        </pc:picChg>
      </pc:sldChg>
      <pc:sldChg chg="modSp mod">
        <pc:chgData name="VICTOR JOSE GONZALEZ RODRIGUEZ" userId="3fdd7208-0adc-40d2-a594-662a5d66d0ad" providerId="ADAL" clId="{359FD5A0-C0E1-4F46-AEB0-51555EFEF171}" dt="2025-11-24T07:51:41.689" v="34" actId="962"/>
        <pc:sldMkLst>
          <pc:docMk/>
          <pc:sldMk cId="2688753856" sldId="2642"/>
        </pc:sldMkLst>
        <pc:spChg chg="mod">
          <ac:chgData name="VICTOR JOSE GONZALEZ RODRIGUEZ" userId="3fdd7208-0adc-40d2-a594-662a5d66d0ad" providerId="ADAL" clId="{359FD5A0-C0E1-4F46-AEB0-51555EFEF171}" dt="2025-11-24T07:51:41.689" v="34" actId="962"/>
          <ac:spMkLst>
            <pc:docMk/>
            <pc:sldMk cId="2688753856" sldId="2642"/>
            <ac:spMk id="3" creationId="{157DAF79-6DB5-E00D-EDCF-BFA06DA95B5B}"/>
          </ac:spMkLst>
        </pc:spChg>
        <pc:spChg chg="mod">
          <ac:chgData name="VICTOR JOSE GONZALEZ RODRIGUEZ" userId="3fdd7208-0adc-40d2-a594-662a5d66d0ad" providerId="ADAL" clId="{359FD5A0-C0E1-4F46-AEB0-51555EFEF171}" dt="2025-11-24T07:51:41.689" v="34" actId="962"/>
          <ac:spMkLst>
            <pc:docMk/>
            <pc:sldMk cId="2688753856" sldId="2642"/>
            <ac:spMk id="4" creationId="{3D412121-8DE7-863D-822F-691D8A894378}"/>
          </ac:spMkLst>
        </pc:spChg>
        <pc:spChg chg="mod">
          <ac:chgData name="VICTOR JOSE GONZALEZ RODRIGUEZ" userId="3fdd7208-0adc-40d2-a594-662a5d66d0ad" providerId="ADAL" clId="{359FD5A0-C0E1-4F46-AEB0-51555EFEF171}" dt="2025-11-24T07:51:41.689" v="34" actId="962"/>
          <ac:spMkLst>
            <pc:docMk/>
            <pc:sldMk cId="2688753856" sldId="2642"/>
            <ac:spMk id="5" creationId="{DF41EB96-749F-6A28-BCBE-0CDC930F4E5E}"/>
          </ac:spMkLst>
        </pc:spChg>
        <pc:spChg chg="mod">
          <ac:chgData name="VICTOR JOSE GONZALEZ RODRIGUEZ" userId="3fdd7208-0adc-40d2-a594-662a5d66d0ad" providerId="ADAL" clId="{359FD5A0-C0E1-4F46-AEB0-51555EFEF171}" dt="2025-11-24T07:51:41.689" v="34" actId="962"/>
          <ac:spMkLst>
            <pc:docMk/>
            <pc:sldMk cId="2688753856" sldId="2642"/>
            <ac:spMk id="6" creationId="{174FED92-0638-1961-CF43-060441BF458B}"/>
          </ac:spMkLst>
        </pc:spChg>
        <pc:spChg chg="mod">
          <ac:chgData name="VICTOR JOSE GONZALEZ RODRIGUEZ" userId="3fdd7208-0adc-40d2-a594-662a5d66d0ad" providerId="ADAL" clId="{359FD5A0-C0E1-4F46-AEB0-51555EFEF171}" dt="2025-11-24T07:51:41.689" v="34" actId="962"/>
          <ac:spMkLst>
            <pc:docMk/>
            <pc:sldMk cId="2688753856" sldId="2642"/>
            <ac:spMk id="7" creationId="{C31AC133-E58B-3DCC-EBD7-B6CAAFEC8AE1}"/>
          </ac:spMkLst>
        </pc:spChg>
        <pc:spChg chg="mod">
          <ac:chgData name="VICTOR JOSE GONZALEZ RODRIGUEZ" userId="3fdd7208-0adc-40d2-a594-662a5d66d0ad" providerId="ADAL" clId="{359FD5A0-C0E1-4F46-AEB0-51555EFEF171}" dt="2025-11-24T07:51:41.689" v="34" actId="962"/>
          <ac:spMkLst>
            <pc:docMk/>
            <pc:sldMk cId="2688753856" sldId="2642"/>
            <ac:spMk id="10" creationId="{997CF99F-FD2C-1E43-D57E-65A5F086A3E6}"/>
          </ac:spMkLst>
        </pc:spChg>
        <pc:spChg chg="mod">
          <ac:chgData name="VICTOR JOSE GONZALEZ RODRIGUEZ" userId="3fdd7208-0adc-40d2-a594-662a5d66d0ad" providerId="ADAL" clId="{359FD5A0-C0E1-4F46-AEB0-51555EFEF171}" dt="2025-11-24T07:51:41.689" v="34" actId="962"/>
          <ac:spMkLst>
            <pc:docMk/>
            <pc:sldMk cId="2688753856" sldId="2642"/>
            <ac:spMk id="13" creationId="{5349085C-454F-864A-2ED6-07455A1E30E1}"/>
          </ac:spMkLst>
        </pc:spChg>
        <pc:picChg chg="mod">
          <ac:chgData name="VICTOR JOSE GONZALEZ RODRIGUEZ" userId="3fdd7208-0adc-40d2-a594-662a5d66d0ad" providerId="ADAL" clId="{359FD5A0-C0E1-4F46-AEB0-51555EFEF171}" dt="2025-11-24T07:51:41.689" v="34" actId="962"/>
          <ac:picMkLst>
            <pc:docMk/>
            <pc:sldMk cId="2688753856" sldId="2642"/>
            <ac:picMk id="11" creationId="{2668E4D9-C114-3597-F3C3-13C97C7AB858}"/>
          </ac:picMkLst>
        </pc:picChg>
      </pc:sldChg>
      <pc:sldChg chg="modSp mod">
        <pc:chgData name="VICTOR JOSE GONZALEZ RODRIGUEZ" userId="3fdd7208-0adc-40d2-a594-662a5d66d0ad" providerId="ADAL" clId="{359FD5A0-C0E1-4F46-AEB0-51555EFEF171}" dt="2025-11-24T07:51:50.232" v="35" actId="962"/>
        <pc:sldMkLst>
          <pc:docMk/>
          <pc:sldMk cId="2431281561" sldId="2643"/>
        </pc:sldMkLst>
        <pc:spChg chg="mod">
          <ac:chgData name="VICTOR JOSE GONZALEZ RODRIGUEZ" userId="3fdd7208-0adc-40d2-a594-662a5d66d0ad" providerId="ADAL" clId="{359FD5A0-C0E1-4F46-AEB0-51555EFEF171}" dt="2025-11-24T07:51:50.232" v="35" actId="962"/>
          <ac:spMkLst>
            <pc:docMk/>
            <pc:sldMk cId="2431281561" sldId="2643"/>
            <ac:spMk id="2" creationId="{70BEA88A-AAE2-6CB4-B1EA-B7CB28CC5B16}"/>
          </ac:spMkLst>
        </pc:spChg>
        <pc:spChg chg="mod">
          <ac:chgData name="VICTOR JOSE GONZALEZ RODRIGUEZ" userId="3fdd7208-0adc-40d2-a594-662a5d66d0ad" providerId="ADAL" clId="{359FD5A0-C0E1-4F46-AEB0-51555EFEF171}" dt="2025-11-24T07:51:50.232" v="35" actId="962"/>
          <ac:spMkLst>
            <pc:docMk/>
            <pc:sldMk cId="2431281561" sldId="2643"/>
            <ac:spMk id="6" creationId="{194CC07A-2306-271A-44E1-C7F0AC8D4B5D}"/>
          </ac:spMkLst>
        </pc:spChg>
        <pc:spChg chg="mod">
          <ac:chgData name="VICTOR JOSE GONZALEZ RODRIGUEZ" userId="3fdd7208-0adc-40d2-a594-662a5d66d0ad" providerId="ADAL" clId="{359FD5A0-C0E1-4F46-AEB0-51555EFEF171}" dt="2025-11-24T07:51:50.232" v="35" actId="962"/>
          <ac:spMkLst>
            <pc:docMk/>
            <pc:sldMk cId="2431281561" sldId="2643"/>
            <ac:spMk id="7" creationId="{A90AE7E4-E086-2968-BB5A-431EFD73CCBE}"/>
          </ac:spMkLst>
        </pc:spChg>
        <pc:spChg chg="mod">
          <ac:chgData name="VICTOR JOSE GONZALEZ RODRIGUEZ" userId="3fdd7208-0adc-40d2-a594-662a5d66d0ad" providerId="ADAL" clId="{359FD5A0-C0E1-4F46-AEB0-51555EFEF171}" dt="2025-11-24T07:51:50.232" v="35" actId="962"/>
          <ac:spMkLst>
            <pc:docMk/>
            <pc:sldMk cId="2431281561" sldId="2643"/>
            <ac:spMk id="8" creationId="{C221BBC1-038A-3749-091D-C58B77EA4059}"/>
          </ac:spMkLst>
        </pc:spChg>
        <pc:spChg chg="mod">
          <ac:chgData name="VICTOR JOSE GONZALEZ RODRIGUEZ" userId="3fdd7208-0adc-40d2-a594-662a5d66d0ad" providerId="ADAL" clId="{359FD5A0-C0E1-4F46-AEB0-51555EFEF171}" dt="2025-11-24T07:51:50.232" v="35" actId="962"/>
          <ac:spMkLst>
            <pc:docMk/>
            <pc:sldMk cId="2431281561" sldId="2643"/>
            <ac:spMk id="9" creationId="{F2815359-CA87-D4EF-98C4-144EC6D41DF6}"/>
          </ac:spMkLst>
        </pc:spChg>
        <pc:spChg chg="mod">
          <ac:chgData name="VICTOR JOSE GONZALEZ RODRIGUEZ" userId="3fdd7208-0adc-40d2-a594-662a5d66d0ad" providerId="ADAL" clId="{359FD5A0-C0E1-4F46-AEB0-51555EFEF171}" dt="2025-11-24T07:51:50.232" v="35" actId="962"/>
          <ac:spMkLst>
            <pc:docMk/>
            <pc:sldMk cId="2431281561" sldId="2643"/>
            <ac:spMk id="10" creationId="{DBCB9480-8DFA-30B9-C703-CC30D8A9C5DF}"/>
          </ac:spMkLst>
        </pc:spChg>
        <pc:spChg chg="mod">
          <ac:chgData name="VICTOR JOSE GONZALEZ RODRIGUEZ" userId="3fdd7208-0adc-40d2-a594-662a5d66d0ad" providerId="ADAL" clId="{359FD5A0-C0E1-4F46-AEB0-51555EFEF171}" dt="2025-11-24T07:51:50.232" v="35" actId="962"/>
          <ac:spMkLst>
            <pc:docMk/>
            <pc:sldMk cId="2431281561" sldId="2643"/>
            <ac:spMk id="13" creationId="{A2A9343B-2D66-EF0B-44BE-42A241D96644}"/>
          </ac:spMkLst>
        </pc:spChg>
        <pc:picChg chg="mod">
          <ac:chgData name="VICTOR JOSE GONZALEZ RODRIGUEZ" userId="3fdd7208-0adc-40d2-a594-662a5d66d0ad" providerId="ADAL" clId="{359FD5A0-C0E1-4F46-AEB0-51555EFEF171}" dt="2025-11-24T07:51:50.232" v="35" actId="962"/>
          <ac:picMkLst>
            <pc:docMk/>
            <pc:sldMk cId="2431281561" sldId="2643"/>
            <ac:picMk id="3" creationId="{5E060894-D2A4-5671-490D-DE20DE903D4A}"/>
          </ac:picMkLst>
        </pc:picChg>
      </pc:sldChg>
      <pc:sldChg chg="modSp mod">
        <pc:chgData name="VICTOR JOSE GONZALEZ RODRIGUEZ" userId="3fdd7208-0adc-40d2-a594-662a5d66d0ad" providerId="ADAL" clId="{359FD5A0-C0E1-4F46-AEB0-51555EFEF171}" dt="2025-11-24T07:51:35.214" v="33" actId="13244"/>
        <pc:sldMkLst>
          <pc:docMk/>
          <pc:sldMk cId="573960898" sldId="2649"/>
        </pc:sldMkLst>
        <pc:spChg chg="ord">
          <ac:chgData name="VICTOR JOSE GONZALEZ RODRIGUEZ" userId="3fdd7208-0adc-40d2-a594-662a5d66d0ad" providerId="ADAL" clId="{359FD5A0-C0E1-4F46-AEB0-51555EFEF171}" dt="2025-11-24T07:51:35.214" v="33" actId="13244"/>
          <ac:spMkLst>
            <pc:docMk/>
            <pc:sldMk cId="573960898" sldId="2649"/>
            <ac:spMk id="2" creationId="{15460710-41E3-3E02-7B20-5FB149375582}"/>
          </ac:spMkLst>
        </pc:spChg>
        <pc:spChg chg="mod">
          <ac:chgData name="VICTOR JOSE GONZALEZ RODRIGUEZ" userId="3fdd7208-0adc-40d2-a594-662a5d66d0ad" providerId="ADAL" clId="{359FD5A0-C0E1-4F46-AEB0-51555EFEF171}" dt="2025-11-24T07:51:32.082" v="32" actId="962"/>
          <ac:spMkLst>
            <pc:docMk/>
            <pc:sldMk cId="573960898" sldId="2649"/>
            <ac:spMk id="13" creationId="{4A3FE7D6-2668-4468-B863-4B50AD9A7633}"/>
          </ac:spMkLst>
        </pc:spChg>
        <pc:picChg chg="mod">
          <ac:chgData name="VICTOR JOSE GONZALEZ RODRIGUEZ" userId="3fdd7208-0adc-40d2-a594-662a5d66d0ad" providerId="ADAL" clId="{359FD5A0-C0E1-4F46-AEB0-51555EFEF171}" dt="2025-11-24T07:51:32.082" v="32" actId="962"/>
          <ac:picMkLst>
            <pc:docMk/>
            <pc:sldMk cId="573960898" sldId="2649"/>
            <ac:picMk id="5" creationId="{6EB87910-BD52-7B66-6ECE-FD5AB3648D7D}"/>
          </ac:picMkLst>
        </pc:picChg>
      </pc:sldChg>
      <pc:sldChg chg="modSp mod">
        <pc:chgData name="VICTOR JOSE GONZALEZ RODRIGUEZ" userId="3fdd7208-0adc-40d2-a594-662a5d66d0ad" providerId="ADAL" clId="{359FD5A0-C0E1-4F46-AEB0-51555EFEF171}" dt="2025-11-24T07:52:19.889" v="40" actId="962"/>
        <pc:sldMkLst>
          <pc:docMk/>
          <pc:sldMk cId="3936878619" sldId="2650"/>
        </pc:sldMkLst>
        <pc:spChg chg="mod">
          <ac:chgData name="VICTOR JOSE GONZALEZ RODRIGUEZ" userId="3fdd7208-0adc-40d2-a594-662a5d66d0ad" providerId="ADAL" clId="{359FD5A0-C0E1-4F46-AEB0-51555EFEF171}" dt="2025-11-24T07:52:19.889" v="40" actId="962"/>
          <ac:spMkLst>
            <pc:docMk/>
            <pc:sldMk cId="3936878619" sldId="2650"/>
            <ac:spMk id="2" creationId="{E4CF9F68-1DF1-9589-8DEF-B7F312C8AAD4}"/>
          </ac:spMkLst>
        </pc:spChg>
        <pc:spChg chg="mod">
          <ac:chgData name="VICTOR JOSE GONZALEZ RODRIGUEZ" userId="3fdd7208-0adc-40d2-a594-662a5d66d0ad" providerId="ADAL" clId="{359FD5A0-C0E1-4F46-AEB0-51555EFEF171}" dt="2025-11-24T07:52:19.889" v="40" actId="962"/>
          <ac:spMkLst>
            <pc:docMk/>
            <pc:sldMk cId="3936878619" sldId="2650"/>
            <ac:spMk id="4" creationId="{D8EDB7B3-00D6-341B-A219-512E87A52532}"/>
          </ac:spMkLst>
        </pc:spChg>
        <pc:spChg chg="mod">
          <ac:chgData name="VICTOR JOSE GONZALEZ RODRIGUEZ" userId="3fdd7208-0adc-40d2-a594-662a5d66d0ad" providerId="ADAL" clId="{359FD5A0-C0E1-4F46-AEB0-51555EFEF171}" dt="2025-11-24T07:52:19.889" v="40" actId="962"/>
          <ac:spMkLst>
            <pc:docMk/>
            <pc:sldMk cId="3936878619" sldId="2650"/>
            <ac:spMk id="11" creationId="{70CC8020-31EB-BA68-87B6-1C259E709B76}"/>
          </ac:spMkLst>
        </pc:spChg>
        <pc:spChg chg="mod">
          <ac:chgData name="VICTOR JOSE GONZALEZ RODRIGUEZ" userId="3fdd7208-0adc-40d2-a594-662a5d66d0ad" providerId="ADAL" clId="{359FD5A0-C0E1-4F46-AEB0-51555EFEF171}" dt="2025-11-24T07:52:19.889" v="40" actId="962"/>
          <ac:spMkLst>
            <pc:docMk/>
            <pc:sldMk cId="3936878619" sldId="2650"/>
            <ac:spMk id="12" creationId="{EB7DA3B0-725E-58C2-98A1-5D324C87B1AD}"/>
          </ac:spMkLst>
        </pc:spChg>
        <pc:spChg chg="mod">
          <ac:chgData name="VICTOR JOSE GONZALEZ RODRIGUEZ" userId="3fdd7208-0adc-40d2-a594-662a5d66d0ad" providerId="ADAL" clId="{359FD5A0-C0E1-4F46-AEB0-51555EFEF171}" dt="2025-11-24T07:52:19.889" v="40" actId="962"/>
          <ac:spMkLst>
            <pc:docMk/>
            <pc:sldMk cId="3936878619" sldId="2650"/>
            <ac:spMk id="13" creationId="{63A531C7-0CC3-92CD-7B7F-2FAD2327392B}"/>
          </ac:spMkLst>
        </pc:spChg>
        <pc:spChg chg="mod">
          <ac:chgData name="VICTOR JOSE GONZALEZ RODRIGUEZ" userId="3fdd7208-0adc-40d2-a594-662a5d66d0ad" providerId="ADAL" clId="{359FD5A0-C0E1-4F46-AEB0-51555EFEF171}" dt="2025-11-24T07:52:19.889" v="40" actId="962"/>
          <ac:spMkLst>
            <pc:docMk/>
            <pc:sldMk cId="3936878619" sldId="2650"/>
            <ac:spMk id="14" creationId="{4EAAE160-3D55-B682-D12F-DDD7255EFFE4}"/>
          </ac:spMkLst>
        </pc:spChg>
        <pc:spChg chg="mod">
          <ac:chgData name="VICTOR JOSE GONZALEZ RODRIGUEZ" userId="3fdd7208-0adc-40d2-a594-662a5d66d0ad" providerId="ADAL" clId="{359FD5A0-C0E1-4F46-AEB0-51555EFEF171}" dt="2025-11-24T07:52:19.889" v="40" actId="962"/>
          <ac:spMkLst>
            <pc:docMk/>
            <pc:sldMk cId="3936878619" sldId="2650"/>
            <ac:spMk id="15" creationId="{B3FB53BF-9143-DC23-BD18-40E6EDCEEC40}"/>
          </ac:spMkLst>
        </pc:spChg>
        <pc:picChg chg="mod">
          <ac:chgData name="VICTOR JOSE GONZALEZ RODRIGUEZ" userId="3fdd7208-0adc-40d2-a594-662a5d66d0ad" providerId="ADAL" clId="{359FD5A0-C0E1-4F46-AEB0-51555EFEF171}" dt="2025-11-24T07:52:19.889" v="40" actId="962"/>
          <ac:picMkLst>
            <pc:docMk/>
            <pc:sldMk cId="3936878619" sldId="2650"/>
            <ac:picMk id="3" creationId="{546A898A-8ADB-3213-B4CB-BCAA5A7997A9}"/>
          </ac:picMkLst>
        </pc:picChg>
        <pc:picChg chg="mod">
          <ac:chgData name="VICTOR JOSE GONZALEZ RODRIGUEZ" userId="3fdd7208-0adc-40d2-a594-662a5d66d0ad" providerId="ADAL" clId="{359FD5A0-C0E1-4F46-AEB0-51555EFEF171}" dt="2025-11-24T07:52:19.889" v="40" actId="962"/>
          <ac:picMkLst>
            <pc:docMk/>
            <pc:sldMk cId="3936878619" sldId="2650"/>
            <ac:picMk id="9" creationId="{22C8F737-AC10-76D5-F4BE-9CC102564315}"/>
          </ac:picMkLst>
        </pc:picChg>
      </pc:sldChg>
      <pc:sldChg chg="modSp mod">
        <pc:chgData name="VICTOR JOSE GONZALEZ RODRIGUEZ" userId="3fdd7208-0adc-40d2-a594-662a5d66d0ad" providerId="ADAL" clId="{359FD5A0-C0E1-4F46-AEB0-51555EFEF171}" dt="2025-11-24T07:52:25.873" v="41" actId="962"/>
        <pc:sldMkLst>
          <pc:docMk/>
          <pc:sldMk cId="4278557516" sldId="2651"/>
        </pc:sldMkLst>
        <pc:spChg chg="mod">
          <ac:chgData name="VICTOR JOSE GONZALEZ RODRIGUEZ" userId="3fdd7208-0adc-40d2-a594-662a5d66d0ad" providerId="ADAL" clId="{359FD5A0-C0E1-4F46-AEB0-51555EFEF171}" dt="2025-11-24T07:52:25.873" v="41" actId="962"/>
          <ac:spMkLst>
            <pc:docMk/>
            <pc:sldMk cId="4278557516" sldId="2651"/>
            <ac:spMk id="2" creationId="{88FAEA2E-592C-D3FB-B08A-280DCA10359E}"/>
          </ac:spMkLst>
        </pc:spChg>
        <pc:spChg chg="mod">
          <ac:chgData name="VICTOR JOSE GONZALEZ RODRIGUEZ" userId="3fdd7208-0adc-40d2-a594-662a5d66d0ad" providerId="ADAL" clId="{359FD5A0-C0E1-4F46-AEB0-51555EFEF171}" dt="2025-11-24T07:52:25.873" v="41" actId="962"/>
          <ac:spMkLst>
            <pc:docMk/>
            <pc:sldMk cId="4278557516" sldId="2651"/>
            <ac:spMk id="3" creationId="{14B887BC-497B-EF76-F882-606AE6AE3BD5}"/>
          </ac:spMkLst>
        </pc:spChg>
        <pc:spChg chg="mod">
          <ac:chgData name="VICTOR JOSE GONZALEZ RODRIGUEZ" userId="3fdd7208-0adc-40d2-a594-662a5d66d0ad" providerId="ADAL" clId="{359FD5A0-C0E1-4F46-AEB0-51555EFEF171}" dt="2025-11-24T07:52:25.873" v="41" actId="962"/>
          <ac:spMkLst>
            <pc:docMk/>
            <pc:sldMk cId="4278557516" sldId="2651"/>
            <ac:spMk id="9" creationId="{AD786781-D557-ACAB-0007-44218C91E191}"/>
          </ac:spMkLst>
        </pc:spChg>
        <pc:spChg chg="mod">
          <ac:chgData name="VICTOR JOSE GONZALEZ RODRIGUEZ" userId="3fdd7208-0adc-40d2-a594-662a5d66d0ad" providerId="ADAL" clId="{359FD5A0-C0E1-4F46-AEB0-51555EFEF171}" dt="2025-11-24T07:52:25.873" v="41" actId="962"/>
          <ac:spMkLst>
            <pc:docMk/>
            <pc:sldMk cId="4278557516" sldId="2651"/>
            <ac:spMk id="10" creationId="{8DC0B88A-2056-C734-EB15-A184038C4FDF}"/>
          </ac:spMkLst>
        </pc:spChg>
        <pc:spChg chg="mod">
          <ac:chgData name="VICTOR JOSE GONZALEZ RODRIGUEZ" userId="3fdd7208-0adc-40d2-a594-662a5d66d0ad" providerId="ADAL" clId="{359FD5A0-C0E1-4F46-AEB0-51555EFEF171}" dt="2025-11-24T07:52:25.873" v="41" actId="962"/>
          <ac:spMkLst>
            <pc:docMk/>
            <pc:sldMk cId="4278557516" sldId="2651"/>
            <ac:spMk id="11" creationId="{BCAA72D7-542F-25D3-A840-E4EA1672E41E}"/>
          </ac:spMkLst>
        </pc:spChg>
        <pc:spChg chg="mod">
          <ac:chgData name="VICTOR JOSE GONZALEZ RODRIGUEZ" userId="3fdd7208-0adc-40d2-a594-662a5d66d0ad" providerId="ADAL" clId="{359FD5A0-C0E1-4F46-AEB0-51555EFEF171}" dt="2025-11-24T07:52:25.873" v="41" actId="962"/>
          <ac:spMkLst>
            <pc:docMk/>
            <pc:sldMk cId="4278557516" sldId="2651"/>
            <ac:spMk id="12" creationId="{802F6C99-5CFE-14B8-1100-A90B0854EDFC}"/>
          </ac:spMkLst>
        </pc:spChg>
        <pc:spChg chg="mod">
          <ac:chgData name="VICTOR JOSE GONZALEZ RODRIGUEZ" userId="3fdd7208-0adc-40d2-a594-662a5d66d0ad" providerId="ADAL" clId="{359FD5A0-C0E1-4F46-AEB0-51555EFEF171}" dt="2025-11-24T07:52:25.873" v="41" actId="962"/>
          <ac:spMkLst>
            <pc:docMk/>
            <pc:sldMk cId="4278557516" sldId="2651"/>
            <ac:spMk id="13" creationId="{88CA05BB-1535-8069-6675-29824FDC6BAC}"/>
          </ac:spMkLst>
        </pc:spChg>
        <pc:picChg chg="mod">
          <ac:chgData name="VICTOR JOSE GONZALEZ RODRIGUEZ" userId="3fdd7208-0adc-40d2-a594-662a5d66d0ad" providerId="ADAL" clId="{359FD5A0-C0E1-4F46-AEB0-51555EFEF171}" dt="2025-11-24T07:52:25.873" v="41" actId="962"/>
          <ac:picMkLst>
            <pc:docMk/>
            <pc:sldMk cId="4278557516" sldId="2651"/>
            <ac:picMk id="5" creationId="{CAD7F616-D833-0EE1-B1E6-1E314C50692F}"/>
          </ac:picMkLst>
        </pc:picChg>
      </pc:sldChg>
      <pc:sldChg chg="modSp mod">
        <pc:chgData name="VICTOR JOSE GONZALEZ RODRIGUEZ" userId="3fdd7208-0adc-40d2-a594-662a5d66d0ad" providerId="ADAL" clId="{359FD5A0-C0E1-4F46-AEB0-51555EFEF171}" dt="2025-11-24T07:52:30.704" v="42" actId="962"/>
        <pc:sldMkLst>
          <pc:docMk/>
          <pc:sldMk cId="3809476328" sldId="2652"/>
        </pc:sldMkLst>
        <pc:spChg chg="mod">
          <ac:chgData name="VICTOR JOSE GONZALEZ RODRIGUEZ" userId="3fdd7208-0adc-40d2-a594-662a5d66d0ad" providerId="ADAL" clId="{359FD5A0-C0E1-4F46-AEB0-51555EFEF171}" dt="2025-11-24T07:52:30.704" v="42" actId="962"/>
          <ac:spMkLst>
            <pc:docMk/>
            <pc:sldMk cId="3809476328" sldId="2652"/>
            <ac:spMk id="2" creationId="{2F23F1D0-3CE4-4E58-FE15-FD2DF11D3F89}"/>
          </ac:spMkLst>
        </pc:spChg>
        <pc:spChg chg="mod">
          <ac:chgData name="VICTOR JOSE GONZALEZ RODRIGUEZ" userId="3fdd7208-0adc-40d2-a594-662a5d66d0ad" providerId="ADAL" clId="{359FD5A0-C0E1-4F46-AEB0-51555EFEF171}" dt="2025-11-24T07:52:30.704" v="42" actId="962"/>
          <ac:spMkLst>
            <pc:docMk/>
            <pc:sldMk cId="3809476328" sldId="2652"/>
            <ac:spMk id="4" creationId="{421AAB6C-E877-09F2-0844-1D23DE70B58D}"/>
          </ac:spMkLst>
        </pc:spChg>
        <pc:spChg chg="mod">
          <ac:chgData name="VICTOR JOSE GONZALEZ RODRIGUEZ" userId="3fdd7208-0adc-40d2-a594-662a5d66d0ad" providerId="ADAL" clId="{359FD5A0-C0E1-4F46-AEB0-51555EFEF171}" dt="2025-11-24T07:52:30.704" v="42" actId="962"/>
          <ac:spMkLst>
            <pc:docMk/>
            <pc:sldMk cId="3809476328" sldId="2652"/>
            <ac:spMk id="7" creationId="{53AE077F-71DE-4958-68EF-5F2B97B31EEE}"/>
          </ac:spMkLst>
        </pc:spChg>
        <pc:spChg chg="mod">
          <ac:chgData name="VICTOR JOSE GONZALEZ RODRIGUEZ" userId="3fdd7208-0adc-40d2-a594-662a5d66d0ad" providerId="ADAL" clId="{359FD5A0-C0E1-4F46-AEB0-51555EFEF171}" dt="2025-11-24T07:52:30.704" v="42" actId="962"/>
          <ac:spMkLst>
            <pc:docMk/>
            <pc:sldMk cId="3809476328" sldId="2652"/>
            <ac:spMk id="8" creationId="{62020F59-6189-85B2-DC25-29F0AB9832D9}"/>
          </ac:spMkLst>
        </pc:spChg>
        <pc:spChg chg="mod">
          <ac:chgData name="VICTOR JOSE GONZALEZ RODRIGUEZ" userId="3fdd7208-0adc-40d2-a594-662a5d66d0ad" providerId="ADAL" clId="{359FD5A0-C0E1-4F46-AEB0-51555EFEF171}" dt="2025-11-24T07:52:30.704" v="42" actId="962"/>
          <ac:spMkLst>
            <pc:docMk/>
            <pc:sldMk cId="3809476328" sldId="2652"/>
            <ac:spMk id="9" creationId="{E275013D-BE88-0E3B-16E3-81D7698E3DE8}"/>
          </ac:spMkLst>
        </pc:spChg>
        <pc:spChg chg="mod">
          <ac:chgData name="VICTOR JOSE GONZALEZ RODRIGUEZ" userId="3fdd7208-0adc-40d2-a594-662a5d66d0ad" providerId="ADAL" clId="{359FD5A0-C0E1-4F46-AEB0-51555EFEF171}" dt="2025-11-24T07:52:30.704" v="42" actId="962"/>
          <ac:spMkLst>
            <pc:docMk/>
            <pc:sldMk cId="3809476328" sldId="2652"/>
            <ac:spMk id="10" creationId="{98729263-A079-B9C0-E504-CFAAD72FAD17}"/>
          </ac:spMkLst>
        </pc:spChg>
        <pc:spChg chg="mod">
          <ac:chgData name="VICTOR JOSE GONZALEZ RODRIGUEZ" userId="3fdd7208-0adc-40d2-a594-662a5d66d0ad" providerId="ADAL" clId="{359FD5A0-C0E1-4F46-AEB0-51555EFEF171}" dt="2025-11-24T07:52:30.704" v="42" actId="962"/>
          <ac:spMkLst>
            <pc:docMk/>
            <pc:sldMk cId="3809476328" sldId="2652"/>
            <ac:spMk id="11" creationId="{8D43751C-5719-7DBA-FE36-7D3953715014}"/>
          </ac:spMkLst>
        </pc:spChg>
        <pc:picChg chg="mod">
          <ac:chgData name="VICTOR JOSE GONZALEZ RODRIGUEZ" userId="3fdd7208-0adc-40d2-a594-662a5d66d0ad" providerId="ADAL" clId="{359FD5A0-C0E1-4F46-AEB0-51555EFEF171}" dt="2025-11-24T07:52:30.704" v="42" actId="962"/>
          <ac:picMkLst>
            <pc:docMk/>
            <pc:sldMk cId="3809476328" sldId="2652"/>
            <ac:picMk id="3" creationId="{28CCA826-A9CA-C135-E63B-10E0D6DD3107}"/>
          </ac:picMkLst>
        </pc:picChg>
      </pc:sldChg>
      <pc:sldChg chg="addSp modSp mod">
        <pc:chgData name="VICTOR JOSE GONZALEZ RODRIGUEZ" userId="3fdd7208-0adc-40d2-a594-662a5d66d0ad" providerId="ADAL" clId="{359FD5A0-C0E1-4F46-AEB0-51555EFEF171}" dt="2025-11-24T07:52:42.099" v="45" actId="962"/>
        <pc:sldMkLst>
          <pc:docMk/>
          <pc:sldMk cId="459909435" sldId="2653"/>
        </pc:sldMkLst>
        <pc:spChg chg="mod">
          <ac:chgData name="VICTOR JOSE GONZALEZ RODRIGUEZ" userId="3fdd7208-0adc-40d2-a594-662a5d66d0ad" providerId="ADAL" clId="{359FD5A0-C0E1-4F46-AEB0-51555EFEF171}" dt="2025-11-24T07:52:42.099" v="45" actId="962"/>
          <ac:spMkLst>
            <pc:docMk/>
            <pc:sldMk cId="459909435" sldId="2653"/>
            <ac:spMk id="3" creationId="{4F669824-2949-538A-BECE-39159539CB59}"/>
          </ac:spMkLst>
        </pc:spChg>
        <pc:spChg chg="mod">
          <ac:chgData name="VICTOR JOSE GONZALEZ RODRIGUEZ" userId="3fdd7208-0adc-40d2-a594-662a5d66d0ad" providerId="ADAL" clId="{359FD5A0-C0E1-4F46-AEB0-51555EFEF171}" dt="2025-11-24T07:52:42.099" v="45" actId="962"/>
          <ac:spMkLst>
            <pc:docMk/>
            <pc:sldMk cId="459909435" sldId="2653"/>
            <ac:spMk id="5" creationId="{CF3D377C-FE0F-8D95-3B6B-E029F4514F9F}"/>
          </ac:spMkLst>
        </pc:spChg>
        <pc:spChg chg="mod">
          <ac:chgData name="VICTOR JOSE GONZALEZ RODRIGUEZ" userId="3fdd7208-0adc-40d2-a594-662a5d66d0ad" providerId="ADAL" clId="{359FD5A0-C0E1-4F46-AEB0-51555EFEF171}" dt="2025-11-24T07:52:42.099" v="45" actId="962"/>
          <ac:spMkLst>
            <pc:docMk/>
            <pc:sldMk cId="459909435" sldId="2653"/>
            <ac:spMk id="6" creationId="{A32E1A9F-02D9-C2F7-4E7B-49CCC80BE61B}"/>
          </ac:spMkLst>
        </pc:spChg>
        <pc:spChg chg="mod">
          <ac:chgData name="VICTOR JOSE GONZALEZ RODRIGUEZ" userId="3fdd7208-0adc-40d2-a594-662a5d66d0ad" providerId="ADAL" clId="{359FD5A0-C0E1-4F46-AEB0-51555EFEF171}" dt="2025-11-24T07:52:42.099" v="45" actId="962"/>
          <ac:spMkLst>
            <pc:docMk/>
            <pc:sldMk cId="459909435" sldId="2653"/>
            <ac:spMk id="7" creationId="{72821074-B15E-60BE-93B6-C71F574AA19A}"/>
          </ac:spMkLst>
        </pc:spChg>
        <pc:spChg chg="mod">
          <ac:chgData name="VICTOR JOSE GONZALEZ RODRIGUEZ" userId="3fdd7208-0adc-40d2-a594-662a5d66d0ad" providerId="ADAL" clId="{359FD5A0-C0E1-4F46-AEB0-51555EFEF171}" dt="2025-11-24T07:52:42.099" v="45" actId="962"/>
          <ac:spMkLst>
            <pc:docMk/>
            <pc:sldMk cId="459909435" sldId="2653"/>
            <ac:spMk id="8" creationId="{CB851D3C-6A54-99A3-FD7C-A1C1A281D9F0}"/>
          </ac:spMkLst>
        </pc:spChg>
        <pc:spChg chg="mod">
          <ac:chgData name="VICTOR JOSE GONZALEZ RODRIGUEZ" userId="3fdd7208-0adc-40d2-a594-662a5d66d0ad" providerId="ADAL" clId="{359FD5A0-C0E1-4F46-AEB0-51555EFEF171}" dt="2025-11-24T07:52:42.099" v="45" actId="962"/>
          <ac:spMkLst>
            <pc:docMk/>
            <pc:sldMk cId="459909435" sldId="2653"/>
            <ac:spMk id="9" creationId="{5C0DC628-D6B0-9C0C-1330-8D967CE4F9FF}"/>
          </ac:spMkLst>
        </pc:spChg>
        <pc:spChg chg="add mod">
          <ac:chgData name="VICTOR JOSE GONZALEZ RODRIGUEZ" userId="3fdd7208-0adc-40d2-a594-662a5d66d0ad" providerId="ADAL" clId="{359FD5A0-C0E1-4F46-AEB0-51555EFEF171}" dt="2025-11-24T07:52:37.465" v="44" actId="571"/>
          <ac:spMkLst>
            <pc:docMk/>
            <pc:sldMk cId="459909435" sldId="2653"/>
            <ac:spMk id="11" creationId="{A5EB6D00-7E95-DA83-C2D2-C4AD9E604060}"/>
          </ac:spMkLst>
        </pc:spChg>
        <pc:spChg chg="mod">
          <ac:chgData name="VICTOR JOSE GONZALEZ RODRIGUEZ" userId="3fdd7208-0adc-40d2-a594-662a5d66d0ad" providerId="ADAL" clId="{359FD5A0-C0E1-4F46-AEB0-51555EFEF171}" dt="2025-11-24T07:52:42.099" v="45" actId="962"/>
          <ac:spMkLst>
            <pc:docMk/>
            <pc:sldMk cId="459909435" sldId="2653"/>
            <ac:spMk id="14" creationId="{27BD64E9-852F-E3F8-18AB-8A7B1053F880}"/>
          </ac:spMkLst>
        </pc:spChg>
        <pc:spChg chg="add mod">
          <ac:chgData name="VICTOR JOSE GONZALEZ RODRIGUEZ" userId="3fdd7208-0adc-40d2-a594-662a5d66d0ad" providerId="ADAL" clId="{359FD5A0-C0E1-4F46-AEB0-51555EFEF171}" dt="2025-11-24T07:52:37.465" v="44" actId="571"/>
          <ac:spMkLst>
            <pc:docMk/>
            <pc:sldMk cId="459909435" sldId="2653"/>
            <ac:spMk id="15" creationId="{C1E7852D-8C33-9695-1231-97515B8C4BE7}"/>
          </ac:spMkLst>
        </pc:spChg>
        <pc:spChg chg="add mod">
          <ac:chgData name="VICTOR JOSE GONZALEZ RODRIGUEZ" userId="3fdd7208-0adc-40d2-a594-662a5d66d0ad" providerId="ADAL" clId="{359FD5A0-C0E1-4F46-AEB0-51555EFEF171}" dt="2025-11-24T07:52:37.465" v="44" actId="571"/>
          <ac:spMkLst>
            <pc:docMk/>
            <pc:sldMk cId="459909435" sldId="2653"/>
            <ac:spMk id="16" creationId="{445DA0F1-6BE4-8B45-964A-058C354004D7}"/>
          </ac:spMkLst>
        </pc:spChg>
        <pc:spChg chg="add mod">
          <ac:chgData name="VICTOR JOSE GONZALEZ RODRIGUEZ" userId="3fdd7208-0adc-40d2-a594-662a5d66d0ad" providerId="ADAL" clId="{359FD5A0-C0E1-4F46-AEB0-51555EFEF171}" dt="2025-11-24T07:52:37.465" v="44" actId="571"/>
          <ac:spMkLst>
            <pc:docMk/>
            <pc:sldMk cId="459909435" sldId="2653"/>
            <ac:spMk id="17" creationId="{E0DD1865-81EB-055C-550A-FF4796CF5560}"/>
          </ac:spMkLst>
        </pc:spChg>
        <pc:spChg chg="add mod">
          <ac:chgData name="VICTOR JOSE GONZALEZ RODRIGUEZ" userId="3fdd7208-0adc-40d2-a594-662a5d66d0ad" providerId="ADAL" clId="{359FD5A0-C0E1-4F46-AEB0-51555EFEF171}" dt="2025-11-24T07:52:37.465" v="44" actId="571"/>
          <ac:spMkLst>
            <pc:docMk/>
            <pc:sldMk cId="459909435" sldId="2653"/>
            <ac:spMk id="18" creationId="{B18832B0-6AEE-9D15-893E-97DFCB9DDA4A}"/>
          </ac:spMkLst>
        </pc:spChg>
        <pc:spChg chg="add mod">
          <ac:chgData name="VICTOR JOSE GONZALEZ RODRIGUEZ" userId="3fdd7208-0adc-40d2-a594-662a5d66d0ad" providerId="ADAL" clId="{359FD5A0-C0E1-4F46-AEB0-51555EFEF171}" dt="2025-11-24T07:52:37.465" v="44" actId="571"/>
          <ac:spMkLst>
            <pc:docMk/>
            <pc:sldMk cId="459909435" sldId="2653"/>
            <ac:spMk id="19" creationId="{3F1860A4-85F0-DC4D-64B6-7FE356739ADE}"/>
          </ac:spMkLst>
        </pc:spChg>
        <pc:spChg chg="add mod">
          <ac:chgData name="VICTOR JOSE GONZALEZ RODRIGUEZ" userId="3fdd7208-0adc-40d2-a594-662a5d66d0ad" providerId="ADAL" clId="{359FD5A0-C0E1-4F46-AEB0-51555EFEF171}" dt="2025-11-24T07:52:37.465" v="44" actId="571"/>
          <ac:spMkLst>
            <pc:docMk/>
            <pc:sldMk cId="459909435" sldId="2653"/>
            <ac:spMk id="20" creationId="{8B5A9F9C-B51B-417C-BF4A-9D7FFE22C581}"/>
          </ac:spMkLst>
        </pc:spChg>
        <pc:spChg chg="add mod">
          <ac:chgData name="VICTOR JOSE GONZALEZ RODRIGUEZ" userId="3fdd7208-0adc-40d2-a594-662a5d66d0ad" providerId="ADAL" clId="{359FD5A0-C0E1-4F46-AEB0-51555EFEF171}" dt="2025-11-24T07:52:37.465" v="44" actId="571"/>
          <ac:spMkLst>
            <pc:docMk/>
            <pc:sldMk cId="459909435" sldId="2653"/>
            <ac:spMk id="22" creationId="{8F43C829-C047-AC28-40A8-AB6CB92ED52C}"/>
          </ac:spMkLst>
        </pc:spChg>
        <pc:spChg chg="add mod">
          <ac:chgData name="VICTOR JOSE GONZALEZ RODRIGUEZ" userId="3fdd7208-0adc-40d2-a594-662a5d66d0ad" providerId="ADAL" clId="{359FD5A0-C0E1-4F46-AEB0-51555EFEF171}" dt="2025-11-24T07:52:37.465" v="44" actId="571"/>
          <ac:spMkLst>
            <pc:docMk/>
            <pc:sldMk cId="459909435" sldId="2653"/>
            <ac:spMk id="23" creationId="{B277FD91-B805-40D7-0F0E-E1F529F36054}"/>
          </ac:spMkLst>
        </pc:spChg>
        <pc:picChg chg="mod">
          <ac:chgData name="VICTOR JOSE GONZALEZ RODRIGUEZ" userId="3fdd7208-0adc-40d2-a594-662a5d66d0ad" providerId="ADAL" clId="{359FD5A0-C0E1-4F46-AEB0-51555EFEF171}" dt="2025-11-24T07:52:42.099" v="45" actId="962"/>
          <ac:picMkLst>
            <pc:docMk/>
            <pc:sldMk cId="459909435" sldId="2653"/>
            <ac:picMk id="2" creationId="{F0143064-E1BD-6C19-A7F9-2DFAE96E04B6}"/>
          </ac:picMkLst>
        </pc:picChg>
        <pc:picChg chg="add mod">
          <ac:chgData name="VICTOR JOSE GONZALEZ RODRIGUEZ" userId="3fdd7208-0adc-40d2-a594-662a5d66d0ad" providerId="ADAL" clId="{359FD5A0-C0E1-4F46-AEB0-51555EFEF171}" dt="2025-11-24T07:52:37.465" v="44" actId="571"/>
          <ac:picMkLst>
            <pc:docMk/>
            <pc:sldMk cId="459909435" sldId="2653"/>
            <ac:picMk id="10" creationId="{58DD8777-CD9C-28BD-2EE8-A10EF810B3B4}"/>
          </ac:picMkLst>
        </pc:picChg>
        <pc:picChg chg="mod">
          <ac:chgData name="VICTOR JOSE GONZALEZ RODRIGUEZ" userId="3fdd7208-0adc-40d2-a594-662a5d66d0ad" providerId="ADAL" clId="{359FD5A0-C0E1-4F46-AEB0-51555EFEF171}" dt="2025-11-24T07:52:42.099" v="45" actId="962"/>
          <ac:picMkLst>
            <pc:docMk/>
            <pc:sldMk cId="459909435" sldId="2653"/>
            <ac:picMk id="13" creationId="{5D620482-7CF2-330C-9482-AB2B4D5266F4}"/>
          </ac:picMkLst>
        </pc:picChg>
      </pc:sldChg>
      <pc:sldChg chg="modSp mod">
        <pc:chgData name="VICTOR JOSE GONZALEZ RODRIGUEZ" userId="3fdd7208-0adc-40d2-a594-662a5d66d0ad" providerId="ADAL" clId="{359FD5A0-C0E1-4F46-AEB0-51555EFEF171}" dt="2025-11-24T07:52:49.871" v="46" actId="962"/>
        <pc:sldMkLst>
          <pc:docMk/>
          <pc:sldMk cId="3549241208" sldId="2654"/>
        </pc:sldMkLst>
        <pc:spChg chg="mod">
          <ac:chgData name="VICTOR JOSE GONZALEZ RODRIGUEZ" userId="3fdd7208-0adc-40d2-a594-662a5d66d0ad" providerId="ADAL" clId="{359FD5A0-C0E1-4F46-AEB0-51555EFEF171}" dt="2025-11-24T07:52:49.871" v="46" actId="962"/>
          <ac:spMkLst>
            <pc:docMk/>
            <pc:sldMk cId="3549241208" sldId="2654"/>
            <ac:spMk id="2" creationId="{2C02CD15-5243-2F94-3E10-C318F5ACB68A}"/>
          </ac:spMkLst>
        </pc:spChg>
        <pc:spChg chg="mod">
          <ac:chgData name="VICTOR JOSE GONZALEZ RODRIGUEZ" userId="3fdd7208-0adc-40d2-a594-662a5d66d0ad" providerId="ADAL" clId="{359FD5A0-C0E1-4F46-AEB0-51555EFEF171}" dt="2025-11-24T07:52:49.871" v="46" actId="962"/>
          <ac:spMkLst>
            <pc:docMk/>
            <pc:sldMk cId="3549241208" sldId="2654"/>
            <ac:spMk id="4" creationId="{3B35CFCB-EF7F-019A-F654-696CAD096696}"/>
          </ac:spMkLst>
        </pc:spChg>
        <pc:spChg chg="mod">
          <ac:chgData name="VICTOR JOSE GONZALEZ RODRIGUEZ" userId="3fdd7208-0adc-40d2-a594-662a5d66d0ad" providerId="ADAL" clId="{359FD5A0-C0E1-4F46-AEB0-51555EFEF171}" dt="2025-11-24T07:52:49.871" v="46" actId="962"/>
          <ac:spMkLst>
            <pc:docMk/>
            <pc:sldMk cId="3549241208" sldId="2654"/>
            <ac:spMk id="5" creationId="{FE95125E-8167-AD11-26EC-83C650D573AE}"/>
          </ac:spMkLst>
        </pc:spChg>
        <pc:spChg chg="mod">
          <ac:chgData name="VICTOR JOSE GONZALEZ RODRIGUEZ" userId="3fdd7208-0adc-40d2-a594-662a5d66d0ad" providerId="ADAL" clId="{359FD5A0-C0E1-4F46-AEB0-51555EFEF171}" dt="2025-11-24T07:52:49.871" v="46" actId="962"/>
          <ac:spMkLst>
            <pc:docMk/>
            <pc:sldMk cId="3549241208" sldId="2654"/>
            <ac:spMk id="6" creationId="{00C6A2C7-CA21-258A-D083-294001E5987D}"/>
          </ac:spMkLst>
        </pc:spChg>
        <pc:spChg chg="mod">
          <ac:chgData name="VICTOR JOSE GONZALEZ RODRIGUEZ" userId="3fdd7208-0adc-40d2-a594-662a5d66d0ad" providerId="ADAL" clId="{359FD5A0-C0E1-4F46-AEB0-51555EFEF171}" dt="2025-11-24T07:52:49.871" v="46" actId="962"/>
          <ac:spMkLst>
            <pc:docMk/>
            <pc:sldMk cId="3549241208" sldId="2654"/>
            <ac:spMk id="7" creationId="{9D3B2530-E22B-F463-D45B-A715BA117382}"/>
          </ac:spMkLst>
        </pc:spChg>
        <pc:spChg chg="mod">
          <ac:chgData name="VICTOR JOSE GONZALEZ RODRIGUEZ" userId="3fdd7208-0adc-40d2-a594-662a5d66d0ad" providerId="ADAL" clId="{359FD5A0-C0E1-4F46-AEB0-51555EFEF171}" dt="2025-11-24T07:52:49.871" v="46" actId="962"/>
          <ac:spMkLst>
            <pc:docMk/>
            <pc:sldMk cId="3549241208" sldId="2654"/>
            <ac:spMk id="8" creationId="{C529C21E-3C68-C8A2-B434-D124C13FFAD7}"/>
          </ac:spMkLst>
        </pc:spChg>
        <pc:spChg chg="mod">
          <ac:chgData name="VICTOR JOSE GONZALEZ RODRIGUEZ" userId="3fdd7208-0adc-40d2-a594-662a5d66d0ad" providerId="ADAL" clId="{359FD5A0-C0E1-4F46-AEB0-51555EFEF171}" dt="2025-11-24T07:52:49.871" v="46" actId="962"/>
          <ac:spMkLst>
            <pc:docMk/>
            <pc:sldMk cId="3549241208" sldId="2654"/>
            <ac:spMk id="11" creationId="{17F01B41-1E8C-5D8A-1120-86CC178CE546}"/>
          </ac:spMkLst>
        </pc:spChg>
        <pc:picChg chg="mod">
          <ac:chgData name="VICTOR JOSE GONZALEZ RODRIGUEZ" userId="3fdd7208-0adc-40d2-a594-662a5d66d0ad" providerId="ADAL" clId="{359FD5A0-C0E1-4F46-AEB0-51555EFEF171}" dt="2025-11-24T07:52:49.871" v="46" actId="962"/>
          <ac:picMkLst>
            <pc:docMk/>
            <pc:sldMk cId="3549241208" sldId="2654"/>
            <ac:picMk id="13" creationId="{BADA5CE1-B8C5-8576-DB18-EC6BB1EA7749}"/>
          </ac:picMkLst>
        </pc:picChg>
      </pc:sldChg>
      <pc:sldChg chg="modSp mod">
        <pc:chgData name="VICTOR JOSE GONZALEZ RODRIGUEZ" userId="3fdd7208-0adc-40d2-a594-662a5d66d0ad" providerId="ADAL" clId="{359FD5A0-C0E1-4F46-AEB0-51555EFEF171}" dt="2025-11-24T07:53:31.452" v="51" actId="962"/>
        <pc:sldMkLst>
          <pc:docMk/>
          <pc:sldMk cId="408096077" sldId="2655"/>
        </pc:sldMkLst>
        <pc:spChg chg="mod">
          <ac:chgData name="VICTOR JOSE GONZALEZ RODRIGUEZ" userId="3fdd7208-0adc-40d2-a594-662a5d66d0ad" providerId="ADAL" clId="{359FD5A0-C0E1-4F46-AEB0-51555EFEF171}" dt="2025-11-24T07:53:16.696" v="49" actId="962"/>
          <ac:spMkLst>
            <pc:docMk/>
            <pc:sldMk cId="408096077" sldId="2655"/>
            <ac:spMk id="2" creationId="{2DBBDE84-920D-9DDA-3361-6645CB6769E1}"/>
          </ac:spMkLst>
        </pc:spChg>
        <pc:spChg chg="mod">
          <ac:chgData name="VICTOR JOSE GONZALEZ RODRIGUEZ" userId="3fdd7208-0adc-40d2-a594-662a5d66d0ad" providerId="ADAL" clId="{359FD5A0-C0E1-4F46-AEB0-51555EFEF171}" dt="2025-11-24T07:53:16.696" v="49" actId="962"/>
          <ac:spMkLst>
            <pc:docMk/>
            <pc:sldMk cId="408096077" sldId="2655"/>
            <ac:spMk id="3" creationId="{618266F9-3B6E-714F-A09A-0098AD04803E}"/>
          </ac:spMkLst>
        </pc:spChg>
        <pc:spChg chg="mod">
          <ac:chgData name="VICTOR JOSE GONZALEZ RODRIGUEZ" userId="3fdd7208-0adc-40d2-a594-662a5d66d0ad" providerId="ADAL" clId="{359FD5A0-C0E1-4F46-AEB0-51555EFEF171}" dt="2025-11-24T07:53:16.696" v="49" actId="962"/>
          <ac:spMkLst>
            <pc:docMk/>
            <pc:sldMk cId="408096077" sldId="2655"/>
            <ac:spMk id="4" creationId="{857A2545-9A38-B464-7A0C-19D014243D93}"/>
          </ac:spMkLst>
        </pc:spChg>
        <pc:spChg chg="mod">
          <ac:chgData name="VICTOR JOSE GONZALEZ RODRIGUEZ" userId="3fdd7208-0adc-40d2-a594-662a5d66d0ad" providerId="ADAL" clId="{359FD5A0-C0E1-4F46-AEB0-51555EFEF171}" dt="2025-11-24T07:53:16.696" v="49" actId="962"/>
          <ac:spMkLst>
            <pc:docMk/>
            <pc:sldMk cId="408096077" sldId="2655"/>
            <ac:spMk id="5" creationId="{EE5B7943-A199-5001-BC6C-08D2BC88B9A1}"/>
          </ac:spMkLst>
        </pc:spChg>
        <pc:spChg chg="mod">
          <ac:chgData name="VICTOR JOSE GONZALEZ RODRIGUEZ" userId="3fdd7208-0adc-40d2-a594-662a5d66d0ad" providerId="ADAL" clId="{359FD5A0-C0E1-4F46-AEB0-51555EFEF171}" dt="2025-11-24T07:53:16.696" v="49" actId="962"/>
          <ac:spMkLst>
            <pc:docMk/>
            <pc:sldMk cId="408096077" sldId="2655"/>
            <ac:spMk id="6" creationId="{6988D1D7-F7AA-60B7-419E-87C97C9D5F88}"/>
          </ac:spMkLst>
        </pc:spChg>
        <pc:spChg chg="mod">
          <ac:chgData name="VICTOR JOSE GONZALEZ RODRIGUEZ" userId="3fdd7208-0adc-40d2-a594-662a5d66d0ad" providerId="ADAL" clId="{359FD5A0-C0E1-4F46-AEB0-51555EFEF171}" dt="2025-11-24T07:53:16.696" v="49" actId="962"/>
          <ac:spMkLst>
            <pc:docMk/>
            <pc:sldMk cId="408096077" sldId="2655"/>
            <ac:spMk id="11" creationId="{BC13848D-55A9-8531-67DA-3DAA0F19BA1D}"/>
          </ac:spMkLst>
        </pc:spChg>
        <pc:spChg chg="mod">
          <ac:chgData name="VICTOR JOSE GONZALEZ RODRIGUEZ" userId="3fdd7208-0adc-40d2-a594-662a5d66d0ad" providerId="ADAL" clId="{359FD5A0-C0E1-4F46-AEB0-51555EFEF171}" dt="2025-11-24T07:53:16.696" v="49" actId="962"/>
          <ac:spMkLst>
            <pc:docMk/>
            <pc:sldMk cId="408096077" sldId="2655"/>
            <ac:spMk id="13" creationId="{CCBD1811-1070-AD90-34F1-ACBBB4199B41}"/>
          </ac:spMkLst>
        </pc:spChg>
        <pc:spChg chg="ord">
          <ac:chgData name="VICTOR JOSE GONZALEZ RODRIGUEZ" userId="3fdd7208-0adc-40d2-a594-662a5d66d0ad" providerId="ADAL" clId="{359FD5A0-C0E1-4F46-AEB0-51555EFEF171}" dt="2025-11-24T07:53:24.274" v="50" actId="13244"/>
          <ac:spMkLst>
            <pc:docMk/>
            <pc:sldMk cId="408096077" sldId="2655"/>
            <ac:spMk id="16" creationId="{8C6F6F65-3646-9AF9-AD9F-5E313E98E610}"/>
          </ac:spMkLst>
        </pc:spChg>
        <pc:picChg chg="mod">
          <ac:chgData name="VICTOR JOSE GONZALEZ RODRIGUEZ" userId="3fdd7208-0adc-40d2-a594-662a5d66d0ad" providerId="ADAL" clId="{359FD5A0-C0E1-4F46-AEB0-51555EFEF171}" dt="2025-11-24T07:53:31.452" v="51" actId="962"/>
          <ac:picMkLst>
            <pc:docMk/>
            <pc:sldMk cId="408096077" sldId="2655"/>
            <ac:picMk id="31" creationId="{2B85EDB8-C5AE-485F-6DE7-A09C7011AC85}"/>
          </ac:picMkLst>
        </pc:picChg>
        <pc:cxnChg chg="mod">
          <ac:chgData name="VICTOR JOSE GONZALEZ RODRIGUEZ" userId="3fdd7208-0adc-40d2-a594-662a5d66d0ad" providerId="ADAL" clId="{359FD5A0-C0E1-4F46-AEB0-51555EFEF171}" dt="2025-11-24T07:53:16.696" v="49" actId="962"/>
          <ac:cxnSpMkLst>
            <pc:docMk/>
            <pc:sldMk cId="408096077" sldId="2655"/>
            <ac:cxnSpMk id="17" creationId="{251AE5DB-6335-161F-81C7-8609D53402E3}"/>
          </ac:cxnSpMkLst>
        </pc:cxnChg>
        <pc:cxnChg chg="mod">
          <ac:chgData name="VICTOR JOSE GONZALEZ RODRIGUEZ" userId="3fdd7208-0adc-40d2-a594-662a5d66d0ad" providerId="ADAL" clId="{359FD5A0-C0E1-4F46-AEB0-51555EFEF171}" dt="2025-11-24T07:53:16.696" v="49" actId="962"/>
          <ac:cxnSpMkLst>
            <pc:docMk/>
            <pc:sldMk cId="408096077" sldId="2655"/>
            <ac:cxnSpMk id="24" creationId="{AF7FF4B5-6F0D-F4B6-3C0D-7D57C29E932E}"/>
          </ac:cxnSpMkLst>
        </pc:cxnChg>
        <pc:cxnChg chg="mod">
          <ac:chgData name="VICTOR JOSE GONZALEZ RODRIGUEZ" userId="3fdd7208-0adc-40d2-a594-662a5d66d0ad" providerId="ADAL" clId="{359FD5A0-C0E1-4F46-AEB0-51555EFEF171}" dt="2025-11-24T07:53:16.696" v="49" actId="962"/>
          <ac:cxnSpMkLst>
            <pc:docMk/>
            <pc:sldMk cId="408096077" sldId="2655"/>
            <ac:cxnSpMk id="28" creationId="{74F8BFC2-FF2A-253A-9CA9-FA4E5823F286}"/>
          </ac:cxnSpMkLst>
        </pc:cxnChg>
      </pc:sldChg>
      <pc:sldChg chg="modSp mod">
        <pc:chgData name="VICTOR JOSE GONZALEZ RODRIGUEZ" userId="3fdd7208-0adc-40d2-a594-662a5d66d0ad" providerId="ADAL" clId="{359FD5A0-C0E1-4F46-AEB0-51555EFEF171}" dt="2025-11-24T07:54:52.724" v="262" actId="962"/>
        <pc:sldMkLst>
          <pc:docMk/>
          <pc:sldMk cId="3053159413" sldId="2656"/>
        </pc:sldMkLst>
        <pc:spChg chg="mod">
          <ac:chgData name="VICTOR JOSE GONZALEZ RODRIGUEZ" userId="3fdd7208-0adc-40d2-a594-662a5d66d0ad" providerId="ADAL" clId="{359FD5A0-C0E1-4F46-AEB0-51555EFEF171}" dt="2025-11-24T07:53:43.979" v="52" actId="962"/>
          <ac:spMkLst>
            <pc:docMk/>
            <pc:sldMk cId="3053159413" sldId="2656"/>
            <ac:spMk id="2" creationId="{4B9E0860-1F2A-AFA3-D708-6B63E6DA01C0}"/>
          </ac:spMkLst>
        </pc:spChg>
        <pc:spChg chg="mod">
          <ac:chgData name="VICTOR JOSE GONZALEZ RODRIGUEZ" userId="3fdd7208-0adc-40d2-a594-662a5d66d0ad" providerId="ADAL" clId="{359FD5A0-C0E1-4F46-AEB0-51555EFEF171}" dt="2025-11-24T07:53:43.979" v="52" actId="962"/>
          <ac:spMkLst>
            <pc:docMk/>
            <pc:sldMk cId="3053159413" sldId="2656"/>
            <ac:spMk id="3" creationId="{A4541884-BFFC-1774-EEF9-B74E2681FDF2}"/>
          </ac:spMkLst>
        </pc:spChg>
        <pc:spChg chg="mod">
          <ac:chgData name="VICTOR JOSE GONZALEZ RODRIGUEZ" userId="3fdd7208-0adc-40d2-a594-662a5d66d0ad" providerId="ADAL" clId="{359FD5A0-C0E1-4F46-AEB0-51555EFEF171}" dt="2025-11-24T07:53:43.979" v="52" actId="962"/>
          <ac:spMkLst>
            <pc:docMk/>
            <pc:sldMk cId="3053159413" sldId="2656"/>
            <ac:spMk id="4" creationId="{9A08F248-51C0-47DA-65FB-0B71D1CE5AD7}"/>
          </ac:spMkLst>
        </pc:spChg>
        <pc:spChg chg="mod">
          <ac:chgData name="VICTOR JOSE GONZALEZ RODRIGUEZ" userId="3fdd7208-0adc-40d2-a594-662a5d66d0ad" providerId="ADAL" clId="{359FD5A0-C0E1-4F46-AEB0-51555EFEF171}" dt="2025-11-24T07:53:43.979" v="52" actId="962"/>
          <ac:spMkLst>
            <pc:docMk/>
            <pc:sldMk cId="3053159413" sldId="2656"/>
            <ac:spMk id="5" creationId="{2C38079F-6AA0-1E21-F81F-7BE32A25F854}"/>
          </ac:spMkLst>
        </pc:spChg>
        <pc:spChg chg="mod">
          <ac:chgData name="VICTOR JOSE GONZALEZ RODRIGUEZ" userId="3fdd7208-0adc-40d2-a594-662a5d66d0ad" providerId="ADAL" clId="{359FD5A0-C0E1-4F46-AEB0-51555EFEF171}" dt="2025-11-24T07:53:43.979" v="52" actId="962"/>
          <ac:spMkLst>
            <pc:docMk/>
            <pc:sldMk cId="3053159413" sldId="2656"/>
            <ac:spMk id="6" creationId="{A8042838-1CAC-28C6-1E02-AF3AE064FCEE}"/>
          </ac:spMkLst>
        </pc:spChg>
        <pc:spChg chg="mod">
          <ac:chgData name="VICTOR JOSE GONZALEZ RODRIGUEZ" userId="3fdd7208-0adc-40d2-a594-662a5d66d0ad" providerId="ADAL" clId="{359FD5A0-C0E1-4F46-AEB0-51555EFEF171}" dt="2025-11-19T07:52:12.226" v="0" actId="114"/>
          <ac:spMkLst>
            <pc:docMk/>
            <pc:sldMk cId="3053159413" sldId="2656"/>
            <ac:spMk id="9" creationId="{F3662679-F86B-4314-F3E8-C0ECC041EAE3}"/>
          </ac:spMkLst>
        </pc:spChg>
        <pc:spChg chg="mod">
          <ac:chgData name="VICTOR JOSE GONZALEZ RODRIGUEZ" userId="3fdd7208-0adc-40d2-a594-662a5d66d0ad" providerId="ADAL" clId="{359FD5A0-C0E1-4F46-AEB0-51555EFEF171}" dt="2025-11-24T07:53:43.979" v="52" actId="962"/>
          <ac:spMkLst>
            <pc:docMk/>
            <pc:sldMk cId="3053159413" sldId="2656"/>
            <ac:spMk id="10" creationId="{FB14685E-27A2-6B74-0746-C4FF612BC8EE}"/>
          </ac:spMkLst>
        </pc:spChg>
        <pc:spChg chg="mod">
          <ac:chgData name="VICTOR JOSE GONZALEZ RODRIGUEZ" userId="3fdd7208-0adc-40d2-a594-662a5d66d0ad" providerId="ADAL" clId="{359FD5A0-C0E1-4F46-AEB0-51555EFEF171}" dt="2025-11-24T07:53:43.979" v="52" actId="962"/>
          <ac:spMkLst>
            <pc:docMk/>
            <pc:sldMk cId="3053159413" sldId="2656"/>
            <ac:spMk id="14" creationId="{C0105082-45FA-6C70-497E-D6FB8CCE4B41}"/>
          </ac:spMkLst>
        </pc:spChg>
        <pc:picChg chg="mod">
          <ac:chgData name="VICTOR JOSE GONZALEZ RODRIGUEZ" userId="3fdd7208-0adc-40d2-a594-662a5d66d0ad" providerId="ADAL" clId="{359FD5A0-C0E1-4F46-AEB0-51555EFEF171}" dt="2025-11-24T07:54:04.938" v="110" actId="962"/>
          <ac:picMkLst>
            <pc:docMk/>
            <pc:sldMk cId="3053159413" sldId="2656"/>
            <ac:picMk id="11" creationId="{3A64D7D8-DAE7-F608-2762-2EF979868817}"/>
          </ac:picMkLst>
        </pc:picChg>
        <pc:picChg chg="mod ord">
          <ac:chgData name="VICTOR JOSE GONZALEZ RODRIGUEZ" userId="3fdd7208-0adc-40d2-a594-662a5d66d0ad" providerId="ADAL" clId="{359FD5A0-C0E1-4F46-AEB0-51555EFEF171}" dt="2025-11-24T07:54:41.209" v="259" actId="13244"/>
          <ac:picMkLst>
            <pc:docMk/>
            <pc:sldMk cId="3053159413" sldId="2656"/>
            <ac:picMk id="13" creationId="{FD2F4403-D10C-6B17-5528-3F98E4C17BEF}"/>
          </ac:picMkLst>
        </pc:picChg>
        <pc:picChg chg="mod">
          <ac:chgData name="VICTOR JOSE GONZALEZ RODRIGUEZ" userId="3fdd7208-0adc-40d2-a594-662a5d66d0ad" providerId="ADAL" clId="{359FD5A0-C0E1-4F46-AEB0-51555EFEF171}" dt="2025-11-24T07:54:32.801" v="258" actId="962"/>
          <ac:picMkLst>
            <pc:docMk/>
            <pc:sldMk cId="3053159413" sldId="2656"/>
            <ac:picMk id="17" creationId="{FB8B704C-94E8-D06B-FEC1-014AF68B040E}"/>
          </ac:picMkLst>
        </pc:picChg>
        <pc:cxnChg chg="mod">
          <ac:chgData name="VICTOR JOSE GONZALEZ RODRIGUEZ" userId="3fdd7208-0adc-40d2-a594-662a5d66d0ad" providerId="ADAL" clId="{359FD5A0-C0E1-4F46-AEB0-51555EFEF171}" dt="2025-11-24T07:54:50.606" v="260" actId="962"/>
          <ac:cxnSpMkLst>
            <pc:docMk/>
            <pc:sldMk cId="3053159413" sldId="2656"/>
            <ac:cxnSpMk id="19" creationId="{4F00A044-AB0C-311F-BAE4-82D421818926}"/>
          </ac:cxnSpMkLst>
        </pc:cxnChg>
        <pc:cxnChg chg="mod">
          <ac:chgData name="VICTOR JOSE GONZALEZ RODRIGUEZ" userId="3fdd7208-0adc-40d2-a594-662a5d66d0ad" providerId="ADAL" clId="{359FD5A0-C0E1-4F46-AEB0-51555EFEF171}" dt="2025-11-24T07:54:51.344" v="261" actId="962"/>
          <ac:cxnSpMkLst>
            <pc:docMk/>
            <pc:sldMk cId="3053159413" sldId="2656"/>
            <ac:cxnSpMk id="23" creationId="{C1363B52-87E4-45D2-02F1-21C0C47604B6}"/>
          </ac:cxnSpMkLst>
        </pc:cxnChg>
        <pc:cxnChg chg="mod">
          <ac:chgData name="VICTOR JOSE GONZALEZ RODRIGUEZ" userId="3fdd7208-0adc-40d2-a594-662a5d66d0ad" providerId="ADAL" clId="{359FD5A0-C0E1-4F46-AEB0-51555EFEF171}" dt="2025-11-24T07:54:52.724" v="262" actId="962"/>
          <ac:cxnSpMkLst>
            <pc:docMk/>
            <pc:sldMk cId="3053159413" sldId="2656"/>
            <ac:cxnSpMk id="26" creationId="{20D34F54-C9C6-9E76-CE2F-66D24BE519FC}"/>
          </ac:cxnSpMkLst>
        </pc:cxnChg>
      </pc:sldChg>
      <pc:sldChg chg="modSp mod">
        <pc:chgData name="VICTOR JOSE GONZALEZ RODRIGUEZ" userId="3fdd7208-0adc-40d2-a594-662a5d66d0ad" providerId="ADAL" clId="{359FD5A0-C0E1-4F46-AEB0-51555EFEF171}" dt="2025-11-24T07:54:58.238" v="263" actId="962"/>
        <pc:sldMkLst>
          <pc:docMk/>
          <pc:sldMk cId="1756787472" sldId="2657"/>
        </pc:sldMkLst>
        <pc:spChg chg="mod">
          <ac:chgData name="VICTOR JOSE GONZALEZ RODRIGUEZ" userId="3fdd7208-0adc-40d2-a594-662a5d66d0ad" providerId="ADAL" clId="{359FD5A0-C0E1-4F46-AEB0-51555EFEF171}" dt="2025-11-24T07:54:58.238" v="263" actId="962"/>
          <ac:spMkLst>
            <pc:docMk/>
            <pc:sldMk cId="1756787472" sldId="2657"/>
            <ac:spMk id="2" creationId="{43CF19ED-3907-2505-4C8A-AF0D71890733}"/>
          </ac:spMkLst>
        </pc:spChg>
        <pc:spChg chg="mod">
          <ac:chgData name="VICTOR JOSE GONZALEZ RODRIGUEZ" userId="3fdd7208-0adc-40d2-a594-662a5d66d0ad" providerId="ADAL" clId="{359FD5A0-C0E1-4F46-AEB0-51555EFEF171}" dt="2025-11-24T07:54:58.238" v="263" actId="962"/>
          <ac:spMkLst>
            <pc:docMk/>
            <pc:sldMk cId="1756787472" sldId="2657"/>
            <ac:spMk id="3" creationId="{2EEDA13F-A558-B3FA-0673-6704EF4CA793}"/>
          </ac:spMkLst>
        </pc:spChg>
        <pc:spChg chg="mod">
          <ac:chgData name="VICTOR JOSE GONZALEZ RODRIGUEZ" userId="3fdd7208-0adc-40d2-a594-662a5d66d0ad" providerId="ADAL" clId="{359FD5A0-C0E1-4F46-AEB0-51555EFEF171}" dt="2025-11-24T07:54:58.238" v="263" actId="962"/>
          <ac:spMkLst>
            <pc:docMk/>
            <pc:sldMk cId="1756787472" sldId="2657"/>
            <ac:spMk id="4" creationId="{02650B95-9E06-94EA-EE83-183478CAD2ED}"/>
          </ac:spMkLst>
        </pc:spChg>
        <pc:spChg chg="mod">
          <ac:chgData name="VICTOR JOSE GONZALEZ RODRIGUEZ" userId="3fdd7208-0adc-40d2-a594-662a5d66d0ad" providerId="ADAL" clId="{359FD5A0-C0E1-4F46-AEB0-51555EFEF171}" dt="2025-11-24T07:54:58.238" v="263" actId="962"/>
          <ac:spMkLst>
            <pc:docMk/>
            <pc:sldMk cId="1756787472" sldId="2657"/>
            <ac:spMk id="5" creationId="{3D44BAE6-4749-5A3E-9C51-5A8336F1AE6D}"/>
          </ac:spMkLst>
        </pc:spChg>
        <pc:spChg chg="mod">
          <ac:chgData name="VICTOR JOSE GONZALEZ RODRIGUEZ" userId="3fdd7208-0adc-40d2-a594-662a5d66d0ad" providerId="ADAL" clId="{359FD5A0-C0E1-4F46-AEB0-51555EFEF171}" dt="2025-11-24T07:54:58.238" v="263" actId="962"/>
          <ac:spMkLst>
            <pc:docMk/>
            <pc:sldMk cId="1756787472" sldId="2657"/>
            <ac:spMk id="6" creationId="{2E6BE358-4EEA-5701-4245-B043B079BCFA}"/>
          </ac:spMkLst>
        </pc:spChg>
        <pc:spChg chg="mod">
          <ac:chgData name="VICTOR JOSE GONZALEZ RODRIGUEZ" userId="3fdd7208-0adc-40d2-a594-662a5d66d0ad" providerId="ADAL" clId="{359FD5A0-C0E1-4F46-AEB0-51555EFEF171}" dt="2025-11-24T07:54:58.238" v="263" actId="962"/>
          <ac:spMkLst>
            <pc:docMk/>
            <pc:sldMk cId="1756787472" sldId="2657"/>
            <ac:spMk id="10" creationId="{08ADE369-D8FE-DEFE-3AD7-61C1C454F772}"/>
          </ac:spMkLst>
        </pc:spChg>
        <pc:spChg chg="mod">
          <ac:chgData name="VICTOR JOSE GONZALEZ RODRIGUEZ" userId="3fdd7208-0adc-40d2-a594-662a5d66d0ad" providerId="ADAL" clId="{359FD5A0-C0E1-4F46-AEB0-51555EFEF171}" dt="2025-11-24T07:54:58.238" v="263" actId="962"/>
          <ac:spMkLst>
            <pc:docMk/>
            <pc:sldMk cId="1756787472" sldId="2657"/>
            <ac:spMk id="11" creationId="{FD91D156-B0E4-85B1-E9EA-30A5021E41B1}"/>
          </ac:spMkLst>
        </pc:spChg>
        <pc:picChg chg="mod">
          <ac:chgData name="VICTOR JOSE GONZALEZ RODRIGUEZ" userId="3fdd7208-0adc-40d2-a594-662a5d66d0ad" providerId="ADAL" clId="{359FD5A0-C0E1-4F46-AEB0-51555EFEF171}" dt="2025-11-24T07:54:58.238" v="263" actId="962"/>
          <ac:picMkLst>
            <pc:docMk/>
            <pc:sldMk cId="1756787472" sldId="2657"/>
            <ac:picMk id="14" creationId="{D2A8EB3D-76B1-6D8C-577E-3D59AFDAA2BF}"/>
          </ac:picMkLst>
        </pc:picChg>
      </pc:sldChg>
      <pc:sldChg chg="modSp mod">
        <pc:chgData name="VICTOR JOSE GONZALEZ RODRIGUEZ" userId="3fdd7208-0adc-40d2-a594-662a5d66d0ad" providerId="ADAL" clId="{359FD5A0-C0E1-4F46-AEB0-51555EFEF171}" dt="2025-11-24T07:55:02.977" v="264" actId="962"/>
        <pc:sldMkLst>
          <pc:docMk/>
          <pc:sldMk cId="439792813" sldId="2658"/>
        </pc:sldMkLst>
        <pc:spChg chg="mod">
          <ac:chgData name="VICTOR JOSE GONZALEZ RODRIGUEZ" userId="3fdd7208-0adc-40d2-a594-662a5d66d0ad" providerId="ADAL" clId="{359FD5A0-C0E1-4F46-AEB0-51555EFEF171}" dt="2025-11-24T07:55:02.977" v="264" actId="962"/>
          <ac:spMkLst>
            <pc:docMk/>
            <pc:sldMk cId="439792813" sldId="2658"/>
            <ac:spMk id="2" creationId="{15C7E33E-2546-4885-840D-E412C620DF25}"/>
          </ac:spMkLst>
        </pc:spChg>
        <pc:spChg chg="mod">
          <ac:chgData name="VICTOR JOSE GONZALEZ RODRIGUEZ" userId="3fdd7208-0adc-40d2-a594-662a5d66d0ad" providerId="ADAL" clId="{359FD5A0-C0E1-4F46-AEB0-51555EFEF171}" dt="2025-11-24T07:55:02.977" v="264" actId="962"/>
          <ac:spMkLst>
            <pc:docMk/>
            <pc:sldMk cId="439792813" sldId="2658"/>
            <ac:spMk id="3" creationId="{A0195620-6287-8D27-C091-A7591C40856A}"/>
          </ac:spMkLst>
        </pc:spChg>
        <pc:spChg chg="mod">
          <ac:chgData name="VICTOR JOSE GONZALEZ RODRIGUEZ" userId="3fdd7208-0adc-40d2-a594-662a5d66d0ad" providerId="ADAL" clId="{359FD5A0-C0E1-4F46-AEB0-51555EFEF171}" dt="2025-11-24T07:55:02.977" v="264" actId="962"/>
          <ac:spMkLst>
            <pc:docMk/>
            <pc:sldMk cId="439792813" sldId="2658"/>
            <ac:spMk id="4" creationId="{0F369D3D-E2C6-6876-E48F-8D2D27C9383E}"/>
          </ac:spMkLst>
        </pc:spChg>
        <pc:spChg chg="mod">
          <ac:chgData name="VICTOR JOSE GONZALEZ RODRIGUEZ" userId="3fdd7208-0adc-40d2-a594-662a5d66d0ad" providerId="ADAL" clId="{359FD5A0-C0E1-4F46-AEB0-51555EFEF171}" dt="2025-11-24T07:55:02.977" v="264" actId="962"/>
          <ac:spMkLst>
            <pc:docMk/>
            <pc:sldMk cId="439792813" sldId="2658"/>
            <ac:spMk id="5" creationId="{24D590F3-E29E-50B3-1D27-E443C4C9F3D9}"/>
          </ac:spMkLst>
        </pc:spChg>
        <pc:spChg chg="mod">
          <ac:chgData name="VICTOR JOSE GONZALEZ RODRIGUEZ" userId="3fdd7208-0adc-40d2-a594-662a5d66d0ad" providerId="ADAL" clId="{359FD5A0-C0E1-4F46-AEB0-51555EFEF171}" dt="2025-11-24T07:55:02.977" v="264" actId="962"/>
          <ac:spMkLst>
            <pc:docMk/>
            <pc:sldMk cId="439792813" sldId="2658"/>
            <ac:spMk id="6" creationId="{8490B4CD-3B6C-E8B6-E94A-81C8E516ECF3}"/>
          </ac:spMkLst>
        </pc:spChg>
        <pc:spChg chg="mod">
          <ac:chgData name="VICTOR JOSE GONZALEZ RODRIGUEZ" userId="3fdd7208-0adc-40d2-a594-662a5d66d0ad" providerId="ADAL" clId="{359FD5A0-C0E1-4F46-AEB0-51555EFEF171}" dt="2025-11-24T07:55:02.977" v="264" actId="962"/>
          <ac:spMkLst>
            <pc:docMk/>
            <pc:sldMk cId="439792813" sldId="2658"/>
            <ac:spMk id="10" creationId="{41A7B418-DAA6-10CC-7973-D31A5EA4DAB7}"/>
          </ac:spMkLst>
        </pc:spChg>
        <pc:spChg chg="mod">
          <ac:chgData name="VICTOR JOSE GONZALEZ RODRIGUEZ" userId="3fdd7208-0adc-40d2-a594-662a5d66d0ad" providerId="ADAL" clId="{359FD5A0-C0E1-4F46-AEB0-51555EFEF171}" dt="2025-11-24T07:55:02.977" v="264" actId="962"/>
          <ac:spMkLst>
            <pc:docMk/>
            <pc:sldMk cId="439792813" sldId="2658"/>
            <ac:spMk id="11" creationId="{BC22C818-50D1-8A4C-B66F-025050F24BFA}"/>
          </ac:spMkLst>
        </pc:spChg>
      </pc:sldChg>
      <pc:sldChg chg="modSp mod">
        <pc:chgData name="VICTOR JOSE GONZALEZ RODRIGUEZ" userId="3fdd7208-0adc-40d2-a594-662a5d66d0ad" providerId="ADAL" clId="{359FD5A0-C0E1-4F46-AEB0-51555EFEF171}" dt="2025-11-24T07:55:08.774" v="265" actId="962"/>
        <pc:sldMkLst>
          <pc:docMk/>
          <pc:sldMk cId="3483871750" sldId="2659"/>
        </pc:sldMkLst>
        <pc:spChg chg="mod">
          <ac:chgData name="VICTOR JOSE GONZALEZ RODRIGUEZ" userId="3fdd7208-0adc-40d2-a594-662a5d66d0ad" providerId="ADAL" clId="{359FD5A0-C0E1-4F46-AEB0-51555EFEF171}" dt="2025-11-24T07:55:08.774" v="265" actId="962"/>
          <ac:spMkLst>
            <pc:docMk/>
            <pc:sldMk cId="3483871750" sldId="2659"/>
            <ac:spMk id="2" creationId="{8BAAC381-05A7-E2E6-93E5-6E23F3E5EE69}"/>
          </ac:spMkLst>
        </pc:spChg>
        <pc:spChg chg="mod">
          <ac:chgData name="VICTOR JOSE GONZALEZ RODRIGUEZ" userId="3fdd7208-0adc-40d2-a594-662a5d66d0ad" providerId="ADAL" clId="{359FD5A0-C0E1-4F46-AEB0-51555EFEF171}" dt="2025-11-24T07:55:08.774" v="265" actId="962"/>
          <ac:spMkLst>
            <pc:docMk/>
            <pc:sldMk cId="3483871750" sldId="2659"/>
            <ac:spMk id="3" creationId="{D643E0BD-7BCC-54C9-B5E1-0C18CA52C0A3}"/>
          </ac:spMkLst>
        </pc:spChg>
        <pc:spChg chg="mod">
          <ac:chgData name="VICTOR JOSE GONZALEZ RODRIGUEZ" userId="3fdd7208-0adc-40d2-a594-662a5d66d0ad" providerId="ADAL" clId="{359FD5A0-C0E1-4F46-AEB0-51555EFEF171}" dt="2025-11-24T07:55:08.774" v="265" actId="962"/>
          <ac:spMkLst>
            <pc:docMk/>
            <pc:sldMk cId="3483871750" sldId="2659"/>
            <ac:spMk id="4" creationId="{4091B24E-F63F-1D4D-2636-78C9AAD3250C}"/>
          </ac:spMkLst>
        </pc:spChg>
        <pc:spChg chg="mod">
          <ac:chgData name="VICTOR JOSE GONZALEZ RODRIGUEZ" userId="3fdd7208-0adc-40d2-a594-662a5d66d0ad" providerId="ADAL" clId="{359FD5A0-C0E1-4F46-AEB0-51555EFEF171}" dt="2025-11-24T07:55:08.774" v="265" actId="962"/>
          <ac:spMkLst>
            <pc:docMk/>
            <pc:sldMk cId="3483871750" sldId="2659"/>
            <ac:spMk id="5" creationId="{69E84E75-E64F-4089-3F97-7E05B53F129C}"/>
          </ac:spMkLst>
        </pc:spChg>
        <pc:spChg chg="mod">
          <ac:chgData name="VICTOR JOSE GONZALEZ RODRIGUEZ" userId="3fdd7208-0adc-40d2-a594-662a5d66d0ad" providerId="ADAL" clId="{359FD5A0-C0E1-4F46-AEB0-51555EFEF171}" dt="2025-11-24T07:55:08.774" v="265" actId="962"/>
          <ac:spMkLst>
            <pc:docMk/>
            <pc:sldMk cId="3483871750" sldId="2659"/>
            <ac:spMk id="6" creationId="{F7616663-1170-1A1F-8B76-2CC69B61F2A2}"/>
          </ac:spMkLst>
        </pc:spChg>
        <pc:spChg chg="mod">
          <ac:chgData name="VICTOR JOSE GONZALEZ RODRIGUEZ" userId="3fdd7208-0adc-40d2-a594-662a5d66d0ad" providerId="ADAL" clId="{359FD5A0-C0E1-4F46-AEB0-51555EFEF171}" dt="2025-11-24T07:55:08.774" v="265" actId="962"/>
          <ac:spMkLst>
            <pc:docMk/>
            <pc:sldMk cId="3483871750" sldId="2659"/>
            <ac:spMk id="11" creationId="{D34E8F16-1E6D-4FE3-1CE0-1BF75F2E1670}"/>
          </ac:spMkLst>
        </pc:spChg>
        <pc:spChg chg="mod">
          <ac:chgData name="VICTOR JOSE GONZALEZ RODRIGUEZ" userId="3fdd7208-0adc-40d2-a594-662a5d66d0ad" providerId="ADAL" clId="{359FD5A0-C0E1-4F46-AEB0-51555EFEF171}" dt="2025-11-24T07:55:08.774" v="265" actId="962"/>
          <ac:spMkLst>
            <pc:docMk/>
            <pc:sldMk cId="3483871750" sldId="2659"/>
            <ac:spMk id="12" creationId="{78F4BDBB-F297-5DEB-E4B3-1595924036A7}"/>
          </ac:spMkLst>
        </pc:spChg>
      </pc:sldChg>
      <pc:sldChg chg="modSp mod">
        <pc:chgData name="VICTOR JOSE GONZALEZ RODRIGUEZ" userId="3fdd7208-0adc-40d2-a594-662a5d66d0ad" providerId="ADAL" clId="{359FD5A0-C0E1-4F46-AEB0-51555EFEF171}" dt="2025-11-24T07:55:16.614" v="266" actId="962"/>
        <pc:sldMkLst>
          <pc:docMk/>
          <pc:sldMk cId="1007093869" sldId="2660"/>
        </pc:sldMkLst>
        <pc:spChg chg="mod">
          <ac:chgData name="VICTOR JOSE GONZALEZ RODRIGUEZ" userId="3fdd7208-0adc-40d2-a594-662a5d66d0ad" providerId="ADAL" clId="{359FD5A0-C0E1-4F46-AEB0-51555EFEF171}" dt="2025-11-24T07:55:16.614" v="266" actId="962"/>
          <ac:spMkLst>
            <pc:docMk/>
            <pc:sldMk cId="1007093869" sldId="2660"/>
            <ac:spMk id="2" creationId="{3DEE82AE-4C6A-7482-6E39-15E12885FBC0}"/>
          </ac:spMkLst>
        </pc:spChg>
        <pc:spChg chg="mod">
          <ac:chgData name="VICTOR JOSE GONZALEZ RODRIGUEZ" userId="3fdd7208-0adc-40d2-a594-662a5d66d0ad" providerId="ADAL" clId="{359FD5A0-C0E1-4F46-AEB0-51555EFEF171}" dt="2025-11-24T07:55:16.614" v="266" actId="962"/>
          <ac:spMkLst>
            <pc:docMk/>
            <pc:sldMk cId="1007093869" sldId="2660"/>
            <ac:spMk id="3" creationId="{833A7248-82AB-555D-4572-9F5FB444F764}"/>
          </ac:spMkLst>
        </pc:spChg>
        <pc:spChg chg="mod">
          <ac:chgData name="VICTOR JOSE GONZALEZ RODRIGUEZ" userId="3fdd7208-0adc-40d2-a594-662a5d66d0ad" providerId="ADAL" clId="{359FD5A0-C0E1-4F46-AEB0-51555EFEF171}" dt="2025-11-24T07:55:16.614" v="266" actId="962"/>
          <ac:spMkLst>
            <pc:docMk/>
            <pc:sldMk cId="1007093869" sldId="2660"/>
            <ac:spMk id="4" creationId="{AC2D76A3-0C79-90EF-2F24-530287738C0A}"/>
          </ac:spMkLst>
        </pc:spChg>
        <pc:spChg chg="mod">
          <ac:chgData name="VICTOR JOSE GONZALEZ RODRIGUEZ" userId="3fdd7208-0adc-40d2-a594-662a5d66d0ad" providerId="ADAL" clId="{359FD5A0-C0E1-4F46-AEB0-51555EFEF171}" dt="2025-11-24T07:55:16.614" v="266" actId="962"/>
          <ac:spMkLst>
            <pc:docMk/>
            <pc:sldMk cId="1007093869" sldId="2660"/>
            <ac:spMk id="5" creationId="{BD1E4572-9F94-125E-EA95-4856E63B2E75}"/>
          </ac:spMkLst>
        </pc:spChg>
        <pc:spChg chg="mod">
          <ac:chgData name="VICTOR JOSE GONZALEZ RODRIGUEZ" userId="3fdd7208-0adc-40d2-a594-662a5d66d0ad" providerId="ADAL" clId="{359FD5A0-C0E1-4F46-AEB0-51555EFEF171}" dt="2025-11-24T07:55:16.614" v="266" actId="962"/>
          <ac:spMkLst>
            <pc:docMk/>
            <pc:sldMk cId="1007093869" sldId="2660"/>
            <ac:spMk id="6" creationId="{B5C4B9CE-B6E4-9C8C-CC2C-9C1F651E3B25}"/>
          </ac:spMkLst>
        </pc:spChg>
        <pc:spChg chg="mod">
          <ac:chgData name="VICTOR JOSE GONZALEZ RODRIGUEZ" userId="3fdd7208-0adc-40d2-a594-662a5d66d0ad" providerId="ADAL" clId="{359FD5A0-C0E1-4F46-AEB0-51555EFEF171}" dt="2025-11-24T07:55:16.614" v="266" actId="962"/>
          <ac:spMkLst>
            <pc:docMk/>
            <pc:sldMk cId="1007093869" sldId="2660"/>
            <ac:spMk id="10" creationId="{9028DF35-01D7-1D99-99EF-DE51BA8FDF7E}"/>
          </ac:spMkLst>
        </pc:spChg>
        <pc:spChg chg="mod">
          <ac:chgData name="VICTOR JOSE GONZALEZ RODRIGUEZ" userId="3fdd7208-0adc-40d2-a594-662a5d66d0ad" providerId="ADAL" clId="{359FD5A0-C0E1-4F46-AEB0-51555EFEF171}" dt="2025-11-24T07:55:16.614" v="266" actId="962"/>
          <ac:spMkLst>
            <pc:docMk/>
            <pc:sldMk cId="1007093869" sldId="2660"/>
            <ac:spMk id="11" creationId="{2208CC69-50FF-AF11-E819-D4084AC774CA}"/>
          </ac:spMkLst>
        </pc:spChg>
        <pc:picChg chg="mod">
          <ac:chgData name="VICTOR JOSE GONZALEZ RODRIGUEZ" userId="3fdd7208-0adc-40d2-a594-662a5d66d0ad" providerId="ADAL" clId="{359FD5A0-C0E1-4F46-AEB0-51555EFEF171}" dt="2025-11-24T07:55:16.614" v="266" actId="962"/>
          <ac:picMkLst>
            <pc:docMk/>
            <pc:sldMk cId="1007093869" sldId="2660"/>
            <ac:picMk id="14" creationId="{124DDC0B-788F-D315-A169-147C2DE7FEDF}"/>
          </ac:picMkLst>
        </pc:picChg>
      </pc:sldChg>
      <pc:sldChg chg="modSp mod">
        <pc:chgData name="VICTOR JOSE GONZALEZ RODRIGUEZ" userId="3fdd7208-0adc-40d2-a594-662a5d66d0ad" providerId="ADAL" clId="{359FD5A0-C0E1-4F46-AEB0-51555EFEF171}" dt="2025-11-24T07:53:02.340" v="48" actId="13244"/>
        <pc:sldMkLst>
          <pc:docMk/>
          <pc:sldMk cId="3596501506" sldId="2661"/>
        </pc:sldMkLst>
        <pc:spChg chg="ord">
          <ac:chgData name="VICTOR JOSE GONZALEZ RODRIGUEZ" userId="3fdd7208-0adc-40d2-a594-662a5d66d0ad" providerId="ADAL" clId="{359FD5A0-C0E1-4F46-AEB0-51555EFEF171}" dt="2025-11-24T07:53:02.340" v="48" actId="13244"/>
          <ac:spMkLst>
            <pc:docMk/>
            <pc:sldMk cId="3596501506" sldId="2661"/>
            <ac:spMk id="2" creationId="{2E160A89-8B24-2CA5-A494-A5FD93B1A329}"/>
          </ac:spMkLst>
        </pc:spChg>
        <pc:spChg chg="mod">
          <ac:chgData name="VICTOR JOSE GONZALEZ RODRIGUEZ" userId="3fdd7208-0adc-40d2-a594-662a5d66d0ad" providerId="ADAL" clId="{359FD5A0-C0E1-4F46-AEB0-51555EFEF171}" dt="2025-11-24T07:53:00.325" v="47" actId="962"/>
          <ac:spMkLst>
            <pc:docMk/>
            <pc:sldMk cId="3596501506" sldId="2661"/>
            <ac:spMk id="13" creationId="{4A3FE7D6-2668-4468-B863-4B50AD9A7633}"/>
          </ac:spMkLst>
        </pc:spChg>
        <pc:picChg chg="mod">
          <ac:chgData name="VICTOR JOSE GONZALEZ RODRIGUEZ" userId="3fdd7208-0adc-40d2-a594-662a5d66d0ad" providerId="ADAL" clId="{359FD5A0-C0E1-4F46-AEB0-51555EFEF171}" dt="2025-11-24T07:53:00.325" v="47" actId="962"/>
          <ac:picMkLst>
            <pc:docMk/>
            <pc:sldMk cId="3596501506" sldId="2661"/>
            <ac:picMk id="5" creationId="{6EB87910-BD52-7B66-6ECE-FD5AB3648D7D}"/>
          </ac:picMkLst>
        </pc:picChg>
      </pc:sldChg>
      <pc:sldChg chg="modSp mod">
        <pc:chgData name="VICTOR JOSE GONZALEZ RODRIGUEZ" userId="3fdd7208-0adc-40d2-a594-662a5d66d0ad" providerId="ADAL" clId="{359FD5A0-C0E1-4F46-AEB0-51555EFEF171}" dt="2025-11-24T07:55:32.109" v="267" actId="962"/>
        <pc:sldMkLst>
          <pc:docMk/>
          <pc:sldMk cId="1147924416" sldId="2662"/>
        </pc:sldMkLst>
        <pc:spChg chg="mod">
          <ac:chgData name="VICTOR JOSE GONZALEZ RODRIGUEZ" userId="3fdd7208-0adc-40d2-a594-662a5d66d0ad" providerId="ADAL" clId="{359FD5A0-C0E1-4F46-AEB0-51555EFEF171}" dt="2025-11-24T07:55:32.109" v="267" actId="962"/>
          <ac:spMkLst>
            <pc:docMk/>
            <pc:sldMk cId="1147924416" sldId="2662"/>
            <ac:spMk id="2" creationId="{AC94ADDD-6F3D-D261-16AF-9B1AF17882DE}"/>
          </ac:spMkLst>
        </pc:spChg>
        <pc:spChg chg="mod">
          <ac:chgData name="VICTOR JOSE GONZALEZ RODRIGUEZ" userId="3fdd7208-0adc-40d2-a594-662a5d66d0ad" providerId="ADAL" clId="{359FD5A0-C0E1-4F46-AEB0-51555EFEF171}" dt="2025-11-24T07:55:32.109" v="267" actId="962"/>
          <ac:spMkLst>
            <pc:docMk/>
            <pc:sldMk cId="1147924416" sldId="2662"/>
            <ac:spMk id="3" creationId="{9E7CC2F6-78F7-240C-622F-B7ACA058B4BD}"/>
          </ac:spMkLst>
        </pc:spChg>
        <pc:spChg chg="mod">
          <ac:chgData name="VICTOR JOSE GONZALEZ RODRIGUEZ" userId="3fdd7208-0adc-40d2-a594-662a5d66d0ad" providerId="ADAL" clId="{359FD5A0-C0E1-4F46-AEB0-51555EFEF171}" dt="2025-11-24T07:55:32.109" v="267" actId="962"/>
          <ac:spMkLst>
            <pc:docMk/>
            <pc:sldMk cId="1147924416" sldId="2662"/>
            <ac:spMk id="4" creationId="{94DADFD5-A439-5F03-0518-D34A0685A406}"/>
          </ac:spMkLst>
        </pc:spChg>
        <pc:spChg chg="mod">
          <ac:chgData name="VICTOR JOSE GONZALEZ RODRIGUEZ" userId="3fdd7208-0adc-40d2-a594-662a5d66d0ad" providerId="ADAL" clId="{359FD5A0-C0E1-4F46-AEB0-51555EFEF171}" dt="2025-11-24T07:55:32.109" v="267" actId="962"/>
          <ac:spMkLst>
            <pc:docMk/>
            <pc:sldMk cId="1147924416" sldId="2662"/>
            <ac:spMk id="5" creationId="{A6A2D613-053F-C3F6-5250-434E5C636F75}"/>
          </ac:spMkLst>
        </pc:spChg>
        <pc:spChg chg="mod">
          <ac:chgData name="VICTOR JOSE GONZALEZ RODRIGUEZ" userId="3fdd7208-0adc-40d2-a594-662a5d66d0ad" providerId="ADAL" clId="{359FD5A0-C0E1-4F46-AEB0-51555EFEF171}" dt="2025-11-24T07:55:32.109" v="267" actId="962"/>
          <ac:spMkLst>
            <pc:docMk/>
            <pc:sldMk cId="1147924416" sldId="2662"/>
            <ac:spMk id="6" creationId="{850C5DAE-A6E0-C1B8-EE91-F4D8497DFE13}"/>
          </ac:spMkLst>
        </pc:spChg>
        <pc:spChg chg="mod">
          <ac:chgData name="VICTOR JOSE GONZALEZ RODRIGUEZ" userId="3fdd7208-0adc-40d2-a594-662a5d66d0ad" providerId="ADAL" clId="{359FD5A0-C0E1-4F46-AEB0-51555EFEF171}" dt="2025-11-24T07:55:32.109" v="267" actId="962"/>
          <ac:spMkLst>
            <pc:docMk/>
            <pc:sldMk cId="1147924416" sldId="2662"/>
            <ac:spMk id="7" creationId="{8B196A13-67FE-6C49-2762-320D6F0636F9}"/>
          </ac:spMkLst>
        </pc:spChg>
        <pc:spChg chg="mod">
          <ac:chgData name="VICTOR JOSE GONZALEZ RODRIGUEZ" userId="3fdd7208-0adc-40d2-a594-662a5d66d0ad" providerId="ADAL" clId="{359FD5A0-C0E1-4F46-AEB0-51555EFEF171}" dt="2025-11-24T07:55:32.109" v="267" actId="962"/>
          <ac:spMkLst>
            <pc:docMk/>
            <pc:sldMk cId="1147924416" sldId="2662"/>
            <ac:spMk id="8" creationId="{86C32C6C-8A78-3461-71E4-C3A3F203E732}"/>
          </ac:spMkLst>
        </pc:spChg>
        <pc:picChg chg="mod">
          <ac:chgData name="VICTOR JOSE GONZALEZ RODRIGUEZ" userId="3fdd7208-0adc-40d2-a594-662a5d66d0ad" providerId="ADAL" clId="{359FD5A0-C0E1-4F46-AEB0-51555EFEF171}" dt="2025-11-24T07:55:32.109" v="267" actId="962"/>
          <ac:picMkLst>
            <pc:docMk/>
            <pc:sldMk cId="1147924416" sldId="2662"/>
            <ac:picMk id="12" creationId="{A31C2033-CF61-62B5-4972-AED08173963D}"/>
          </ac:picMkLst>
        </pc:picChg>
      </pc:sldChg>
      <pc:sldChg chg="modSp mod">
        <pc:chgData name="VICTOR JOSE GONZALEZ RODRIGUEZ" userId="3fdd7208-0adc-40d2-a594-662a5d66d0ad" providerId="ADAL" clId="{359FD5A0-C0E1-4F46-AEB0-51555EFEF171}" dt="2025-11-24T07:55:38.331" v="268" actId="962"/>
        <pc:sldMkLst>
          <pc:docMk/>
          <pc:sldMk cId="4263786770" sldId="2663"/>
        </pc:sldMkLst>
        <pc:spChg chg="mod">
          <ac:chgData name="VICTOR JOSE GONZALEZ RODRIGUEZ" userId="3fdd7208-0adc-40d2-a594-662a5d66d0ad" providerId="ADAL" clId="{359FD5A0-C0E1-4F46-AEB0-51555EFEF171}" dt="2025-11-24T07:55:38.331" v="268" actId="962"/>
          <ac:spMkLst>
            <pc:docMk/>
            <pc:sldMk cId="4263786770" sldId="2663"/>
            <ac:spMk id="3" creationId="{0A80FDA4-F38F-16D6-ABA6-CB5434E80F06}"/>
          </ac:spMkLst>
        </pc:spChg>
        <pc:spChg chg="mod">
          <ac:chgData name="VICTOR JOSE GONZALEZ RODRIGUEZ" userId="3fdd7208-0adc-40d2-a594-662a5d66d0ad" providerId="ADAL" clId="{359FD5A0-C0E1-4F46-AEB0-51555EFEF171}" dt="2025-11-24T07:55:38.331" v="268" actId="962"/>
          <ac:spMkLst>
            <pc:docMk/>
            <pc:sldMk cId="4263786770" sldId="2663"/>
            <ac:spMk id="4" creationId="{05ABF10E-95FE-98A0-4923-FE1EF5961E46}"/>
          </ac:spMkLst>
        </pc:spChg>
        <pc:spChg chg="mod">
          <ac:chgData name="VICTOR JOSE GONZALEZ RODRIGUEZ" userId="3fdd7208-0adc-40d2-a594-662a5d66d0ad" providerId="ADAL" clId="{359FD5A0-C0E1-4F46-AEB0-51555EFEF171}" dt="2025-11-24T07:55:38.331" v="268" actId="962"/>
          <ac:spMkLst>
            <pc:docMk/>
            <pc:sldMk cId="4263786770" sldId="2663"/>
            <ac:spMk id="7" creationId="{F19D6742-91EE-88A2-7676-5D144614EA1E}"/>
          </ac:spMkLst>
        </pc:spChg>
        <pc:spChg chg="mod">
          <ac:chgData name="VICTOR JOSE GONZALEZ RODRIGUEZ" userId="3fdd7208-0adc-40d2-a594-662a5d66d0ad" providerId="ADAL" clId="{359FD5A0-C0E1-4F46-AEB0-51555EFEF171}" dt="2025-11-24T07:55:38.331" v="268" actId="962"/>
          <ac:spMkLst>
            <pc:docMk/>
            <pc:sldMk cId="4263786770" sldId="2663"/>
            <ac:spMk id="8" creationId="{263C199E-B337-A818-EACD-2405ACE9675B}"/>
          </ac:spMkLst>
        </pc:spChg>
        <pc:spChg chg="mod">
          <ac:chgData name="VICTOR JOSE GONZALEZ RODRIGUEZ" userId="3fdd7208-0adc-40d2-a594-662a5d66d0ad" providerId="ADAL" clId="{359FD5A0-C0E1-4F46-AEB0-51555EFEF171}" dt="2025-11-24T07:55:38.331" v="268" actId="962"/>
          <ac:spMkLst>
            <pc:docMk/>
            <pc:sldMk cId="4263786770" sldId="2663"/>
            <ac:spMk id="9" creationId="{0C5D680D-1581-E3EF-A847-72495ED4171E}"/>
          </ac:spMkLst>
        </pc:spChg>
        <pc:spChg chg="mod">
          <ac:chgData name="VICTOR JOSE GONZALEZ RODRIGUEZ" userId="3fdd7208-0adc-40d2-a594-662a5d66d0ad" providerId="ADAL" clId="{359FD5A0-C0E1-4F46-AEB0-51555EFEF171}" dt="2025-11-24T07:55:38.331" v="268" actId="962"/>
          <ac:spMkLst>
            <pc:docMk/>
            <pc:sldMk cId="4263786770" sldId="2663"/>
            <ac:spMk id="10" creationId="{9D9C675B-7587-E7D8-8AE2-1FBD72242433}"/>
          </ac:spMkLst>
        </pc:spChg>
        <pc:spChg chg="mod">
          <ac:chgData name="VICTOR JOSE GONZALEZ RODRIGUEZ" userId="3fdd7208-0adc-40d2-a594-662a5d66d0ad" providerId="ADAL" clId="{359FD5A0-C0E1-4F46-AEB0-51555EFEF171}" dt="2025-11-24T07:55:38.331" v="268" actId="962"/>
          <ac:spMkLst>
            <pc:docMk/>
            <pc:sldMk cId="4263786770" sldId="2663"/>
            <ac:spMk id="11" creationId="{68C53F17-3638-AACF-5041-AA62B2AFADA8}"/>
          </ac:spMkLst>
        </pc:spChg>
        <pc:picChg chg="mod">
          <ac:chgData name="VICTOR JOSE GONZALEZ RODRIGUEZ" userId="3fdd7208-0adc-40d2-a594-662a5d66d0ad" providerId="ADAL" clId="{359FD5A0-C0E1-4F46-AEB0-51555EFEF171}" dt="2025-11-24T07:55:38.331" v="268" actId="962"/>
          <ac:picMkLst>
            <pc:docMk/>
            <pc:sldMk cId="4263786770" sldId="2663"/>
            <ac:picMk id="5" creationId="{8BCBA362-E356-E7EE-526C-70CDF2170A02}"/>
          </ac:picMkLst>
        </pc:picChg>
      </pc:sldChg>
      <pc:sldChg chg="modSp mod">
        <pc:chgData name="VICTOR JOSE GONZALEZ RODRIGUEZ" userId="3fdd7208-0adc-40d2-a594-662a5d66d0ad" providerId="ADAL" clId="{359FD5A0-C0E1-4F46-AEB0-51555EFEF171}" dt="2025-11-24T07:55:43.374" v="269" actId="962"/>
        <pc:sldMkLst>
          <pc:docMk/>
          <pc:sldMk cId="2841579213" sldId="2664"/>
        </pc:sldMkLst>
        <pc:spChg chg="mod">
          <ac:chgData name="VICTOR JOSE GONZALEZ RODRIGUEZ" userId="3fdd7208-0adc-40d2-a594-662a5d66d0ad" providerId="ADAL" clId="{359FD5A0-C0E1-4F46-AEB0-51555EFEF171}" dt="2025-11-24T07:55:43.374" v="269" actId="962"/>
          <ac:spMkLst>
            <pc:docMk/>
            <pc:sldMk cId="2841579213" sldId="2664"/>
            <ac:spMk id="2" creationId="{D2418165-A391-4D9A-4BEA-54A3D45A24AE}"/>
          </ac:spMkLst>
        </pc:spChg>
        <pc:spChg chg="mod">
          <ac:chgData name="VICTOR JOSE GONZALEZ RODRIGUEZ" userId="3fdd7208-0adc-40d2-a594-662a5d66d0ad" providerId="ADAL" clId="{359FD5A0-C0E1-4F46-AEB0-51555EFEF171}" dt="2025-11-24T07:55:43.374" v="269" actId="962"/>
          <ac:spMkLst>
            <pc:docMk/>
            <pc:sldMk cId="2841579213" sldId="2664"/>
            <ac:spMk id="3" creationId="{F04F7D84-B4AC-8BAF-2253-6F767C5271A7}"/>
          </ac:spMkLst>
        </pc:spChg>
        <pc:spChg chg="mod">
          <ac:chgData name="VICTOR JOSE GONZALEZ RODRIGUEZ" userId="3fdd7208-0adc-40d2-a594-662a5d66d0ad" providerId="ADAL" clId="{359FD5A0-C0E1-4F46-AEB0-51555EFEF171}" dt="2025-11-24T07:55:43.374" v="269" actId="962"/>
          <ac:spMkLst>
            <pc:docMk/>
            <pc:sldMk cId="2841579213" sldId="2664"/>
            <ac:spMk id="8" creationId="{6293D74A-3444-9659-BFC6-1B95DA472C17}"/>
          </ac:spMkLst>
        </pc:spChg>
        <pc:spChg chg="mod">
          <ac:chgData name="VICTOR JOSE GONZALEZ RODRIGUEZ" userId="3fdd7208-0adc-40d2-a594-662a5d66d0ad" providerId="ADAL" clId="{359FD5A0-C0E1-4F46-AEB0-51555EFEF171}" dt="2025-11-24T07:55:43.374" v="269" actId="962"/>
          <ac:spMkLst>
            <pc:docMk/>
            <pc:sldMk cId="2841579213" sldId="2664"/>
            <ac:spMk id="9" creationId="{52620685-448A-0D68-3B1D-02D0F6A21A08}"/>
          </ac:spMkLst>
        </pc:spChg>
        <pc:spChg chg="mod">
          <ac:chgData name="VICTOR JOSE GONZALEZ RODRIGUEZ" userId="3fdd7208-0adc-40d2-a594-662a5d66d0ad" providerId="ADAL" clId="{359FD5A0-C0E1-4F46-AEB0-51555EFEF171}" dt="2025-11-24T07:55:43.374" v="269" actId="962"/>
          <ac:spMkLst>
            <pc:docMk/>
            <pc:sldMk cId="2841579213" sldId="2664"/>
            <ac:spMk id="10" creationId="{EBFA9BB9-26C1-21BC-F185-800B2C7D98F9}"/>
          </ac:spMkLst>
        </pc:spChg>
        <pc:spChg chg="mod">
          <ac:chgData name="VICTOR JOSE GONZALEZ RODRIGUEZ" userId="3fdd7208-0adc-40d2-a594-662a5d66d0ad" providerId="ADAL" clId="{359FD5A0-C0E1-4F46-AEB0-51555EFEF171}" dt="2025-11-24T07:55:43.374" v="269" actId="962"/>
          <ac:spMkLst>
            <pc:docMk/>
            <pc:sldMk cId="2841579213" sldId="2664"/>
            <ac:spMk id="11" creationId="{9B16E1E3-5ED6-D9A8-3894-5404DBF27DAB}"/>
          </ac:spMkLst>
        </pc:spChg>
        <pc:spChg chg="mod">
          <ac:chgData name="VICTOR JOSE GONZALEZ RODRIGUEZ" userId="3fdd7208-0adc-40d2-a594-662a5d66d0ad" providerId="ADAL" clId="{359FD5A0-C0E1-4F46-AEB0-51555EFEF171}" dt="2025-11-24T07:55:43.374" v="269" actId="962"/>
          <ac:spMkLst>
            <pc:docMk/>
            <pc:sldMk cId="2841579213" sldId="2664"/>
            <ac:spMk id="12" creationId="{8A39CDC1-CE05-9C93-9C97-1AD1876C7EFF}"/>
          </ac:spMkLst>
        </pc:spChg>
        <pc:spChg chg="mod">
          <ac:chgData name="VICTOR JOSE GONZALEZ RODRIGUEZ" userId="3fdd7208-0adc-40d2-a594-662a5d66d0ad" providerId="ADAL" clId="{359FD5A0-C0E1-4F46-AEB0-51555EFEF171}" dt="2025-11-24T07:55:43.374" v="269" actId="962"/>
          <ac:spMkLst>
            <pc:docMk/>
            <pc:sldMk cId="2841579213" sldId="2664"/>
            <ac:spMk id="16" creationId="{5FAD2BEE-B318-59F2-6385-EDB119BCF09F}"/>
          </ac:spMkLst>
        </pc:spChg>
        <pc:picChg chg="mod">
          <ac:chgData name="VICTOR JOSE GONZALEZ RODRIGUEZ" userId="3fdd7208-0adc-40d2-a594-662a5d66d0ad" providerId="ADAL" clId="{359FD5A0-C0E1-4F46-AEB0-51555EFEF171}" dt="2025-11-24T07:55:43.374" v="269" actId="962"/>
          <ac:picMkLst>
            <pc:docMk/>
            <pc:sldMk cId="2841579213" sldId="2664"/>
            <ac:picMk id="6" creationId="{7F8D3EE4-C775-EA9C-D0A4-FE2257EA511C}"/>
          </ac:picMkLst>
        </pc:picChg>
      </pc:sldChg>
      <pc:sldChg chg="modSp mod">
        <pc:chgData name="VICTOR JOSE GONZALEZ RODRIGUEZ" userId="3fdd7208-0adc-40d2-a594-662a5d66d0ad" providerId="ADAL" clId="{359FD5A0-C0E1-4F46-AEB0-51555EFEF171}" dt="2025-11-24T07:55:51.872" v="271" actId="962"/>
        <pc:sldMkLst>
          <pc:docMk/>
          <pc:sldMk cId="264670273" sldId="2665"/>
        </pc:sldMkLst>
        <pc:spChg chg="mod">
          <ac:chgData name="VICTOR JOSE GONZALEZ RODRIGUEZ" userId="3fdd7208-0adc-40d2-a594-662a5d66d0ad" providerId="ADAL" clId="{359FD5A0-C0E1-4F46-AEB0-51555EFEF171}" dt="2025-11-24T07:55:51.872" v="271" actId="962"/>
          <ac:spMkLst>
            <pc:docMk/>
            <pc:sldMk cId="264670273" sldId="2665"/>
            <ac:spMk id="2" creationId="{F229551B-D9A0-D833-CC8B-1C82334C2A1D}"/>
          </ac:spMkLst>
        </pc:spChg>
        <pc:spChg chg="mod">
          <ac:chgData name="VICTOR JOSE GONZALEZ RODRIGUEZ" userId="3fdd7208-0adc-40d2-a594-662a5d66d0ad" providerId="ADAL" clId="{359FD5A0-C0E1-4F46-AEB0-51555EFEF171}" dt="2025-11-24T07:55:51.872" v="271" actId="962"/>
          <ac:spMkLst>
            <pc:docMk/>
            <pc:sldMk cId="264670273" sldId="2665"/>
            <ac:spMk id="3" creationId="{F916E2EE-F84C-C178-D5DF-1A5F29C1D335}"/>
          </ac:spMkLst>
        </pc:spChg>
        <pc:spChg chg="mod">
          <ac:chgData name="VICTOR JOSE GONZALEZ RODRIGUEZ" userId="3fdd7208-0adc-40d2-a594-662a5d66d0ad" providerId="ADAL" clId="{359FD5A0-C0E1-4F46-AEB0-51555EFEF171}" dt="2025-11-24T07:55:51.872" v="271" actId="962"/>
          <ac:spMkLst>
            <pc:docMk/>
            <pc:sldMk cId="264670273" sldId="2665"/>
            <ac:spMk id="8" creationId="{7EBB8D50-A019-B06F-8B40-BF12515A3226}"/>
          </ac:spMkLst>
        </pc:spChg>
        <pc:spChg chg="mod">
          <ac:chgData name="VICTOR JOSE GONZALEZ RODRIGUEZ" userId="3fdd7208-0adc-40d2-a594-662a5d66d0ad" providerId="ADAL" clId="{359FD5A0-C0E1-4F46-AEB0-51555EFEF171}" dt="2025-11-24T07:55:51.872" v="271" actId="962"/>
          <ac:spMkLst>
            <pc:docMk/>
            <pc:sldMk cId="264670273" sldId="2665"/>
            <ac:spMk id="9" creationId="{F20A5BBB-9E12-680D-D130-9D67E4D16C25}"/>
          </ac:spMkLst>
        </pc:spChg>
        <pc:spChg chg="mod">
          <ac:chgData name="VICTOR JOSE GONZALEZ RODRIGUEZ" userId="3fdd7208-0adc-40d2-a594-662a5d66d0ad" providerId="ADAL" clId="{359FD5A0-C0E1-4F46-AEB0-51555EFEF171}" dt="2025-11-24T07:55:51.872" v="271" actId="962"/>
          <ac:spMkLst>
            <pc:docMk/>
            <pc:sldMk cId="264670273" sldId="2665"/>
            <ac:spMk id="10" creationId="{6ADB3918-EBCB-3C34-189F-B27E840A17A6}"/>
          </ac:spMkLst>
        </pc:spChg>
        <pc:spChg chg="mod">
          <ac:chgData name="VICTOR JOSE GONZALEZ RODRIGUEZ" userId="3fdd7208-0adc-40d2-a594-662a5d66d0ad" providerId="ADAL" clId="{359FD5A0-C0E1-4F46-AEB0-51555EFEF171}" dt="2025-11-24T07:55:51.872" v="271" actId="962"/>
          <ac:spMkLst>
            <pc:docMk/>
            <pc:sldMk cId="264670273" sldId="2665"/>
            <ac:spMk id="11" creationId="{13482157-260C-8091-12D3-A08587CC649E}"/>
          </ac:spMkLst>
        </pc:spChg>
        <pc:spChg chg="mod">
          <ac:chgData name="VICTOR JOSE GONZALEZ RODRIGUEZ" userId="3fdd7208-0adc-40d2-a594-662a5d66d0ad" providerId="ADAL" clId="{359FD5A0-C0E1-4F46-AEB0-51555EFEF171}" dt="2025-11-24T07:55:51.872" v="271" actId="962"/>
          <ac:spMkLst>
            <pc:docMk/>
            <pc:sldMk cId="264670273" sldId="2665"/>
            <ac:spMk id="12" creationId="{BBBF0B43-519E-0F42-7F87-2C2186569808}"/>
          </ac:spMkLst>
        </pc:spChg>
        <pc:picChg chg="mod">
          <ac:chgData name="VICTOR JOSE GONZALEZ RODRIGUEZ" userId="3fdd7208-0adc-40d2-a594-662a5d66d0ad" providerId="ADAL" clId="{359FD5A0-C0E1-4F46-AEB0-51555EFEF171}" dt="2025-11-24T07:55:51.872" v="271" actId="962"/>
          <ac:picMkLst>
            <pc:docMk/>
            <pc:sldMk cId="264670273" sldId="2665"/>
            <ac:picMk id="6" creationId="{391D9A5E-264D-A7B2-4731-5D28E32C7AF6}"/>
          </ac:picMkLst>
        </pc:picChg>
      </pc:sldChg>
      <pc:sldChg chg="modSp mod">
        <pc:chgData name="VICTOR JOSE GONZALEZ RODRIGUEZ" userId="3fdd7208-0adc-40d2-a594-662a5d66d0ad" providerId="ADAL" clId="{359FD5A0-C0E1-4F46-AEB0-51555EFEF171}" dt="2025-11-24T07:55:56.136" v="272" actId="962"/>
        <pc:sldMkLst>
          <pc:docMk/>
          <pc:sldMk cId="2331072215" sldId="2666"/>
        </pc:sldMkLst>
        <pc:spChg chg="mod">
          <ac:chgData name="VICTOR JOSE GONZALEZ RODRIGUEZ" userId="3fdd7208-0adc-40d2-a594-662a5d66d0ad" providerId="ADAL" clId="{359FD5A0-C0E1-4F46-AEB0-51555EFEF171}" dt="2025-11-24T07:55:56.136" v="272" actId="962"/>
          <ac:spMkLst>
            <pc:docMk/>
            <pc:sldMk cId="2331072215" sldId="2666"/>
            <ac:spMk id="2" creationId="{3C8C1CB0-4840-5FF8-57E6-8F7B99A70C71}"/>
          </ac:spMkLst>
        </pc:spChg>
        <pc:spChg chg="mod">
          <ac:chgData name="VICTOR JOSE GONZALEZ RODRIGUEZ" userId="3fdd7208-0adc-40d2-a594-662a5d66d0ad" providerId="ADAL" clId="{359FD5A0-C0E1-4F46-AEB0-51555EFEF171}" dt="2025-11-24T07:55:56.136" v="272" actId="962"/>
          <ac:spMkLst>
            <pc:docMk/>
            <pc:sldMk cId="2331072215" sldId="2666"/>
            <ac:spMk id="3" creationId="{9F4E0C2A-CCF5-0607-869D-0D2DF2264D0E}"/>
          </ac:spMkLst>
        </pc:spChg>
        <pc:spChg chg="mod">
          <ac:chgData name="VICTOR JOSE GONZALEZ RODRIGUEZ" userId="3fdd7208-0adc-40d2-a594-662a5d66d0ad" providerId="ADAL" clId="{359FD5A0-C0E1-4F46-AEB0-51555EFEF171}" dt="2025-11-24T07:55:56.136" v="272" actId="962"/>
          <ac:spMkLst>
            <pc:docMk/>
            <pc:sldMk cId="2331072215" sldId="2666"/>
            <ac:spMk id="8" creationId="{1F420277-B93B-2B20-19AC-BC219FB61D59}"/>
          </ac:spMkLst>
        </pc:spChg>
        <pc:spChg chg="mod">
          <ac:chgData name="VICTOR JOSE GONZALEZ RODRIGUEZ" userId="3fdd7208-0adc-40d2-a594-662a5d66d0ad" providerId="ADAL" clId="{359FD5A0-C0E1-4F46-AEB0-51555EFEF171}" dt="2025-11-24T07:55:56.136" v="272" actId="962"/>
          <ac:spMkLst>
            <pc:docMk/>
            <pc:sldMk cId="2331072215" sldId="2666"/>
            <ac:spMk id="9" creationId="{54E2D5C9-EC4C-EF13-91DE-97202C643762}"/>
          </ac:spMkLst>
        </pc:spChg>
        <pc:spChg chg="mod">
          <ac:chgData name="VICTOR JOSE GONZALEZ RODRIGUEZ" userId="3fdd7208-0adc-40d2-a594-662a5d66d0ad" providerId="ADAL" clId="{359FD5A0-C0E1-4F46-AEB0-51555EFEF171}" dt="2025-11-24T07:55:56.136" v="272" actId="962"/>
          <ac:spMkLst>
            <pc:docMk/>
            <pc:sldMk cId="2331072215" sldId="2666"/>
            <ac:spMk id="10" creationId="{792D7A66-07A0-FEF4-8226-DE97B3054515}"/>
          </ac:spMkLst>
        </pc:spChg>
        <pc:spChg chg="mod">
          <ac:chgData name="VICTOR JOSE GONZALEZ RODRIGUEZ" userId="3fdd7208-0adc-40d2-a594-662a5d66d0ad" providerId="ADAL" clId="{359FD5A0-C0E1-4F46-AEB0-51555EFEF171}" dt="2025-11-24T07:55:56.136" v="272" actId="962"/>
          <ac:spMkLst>
            <pc:docMk/>
            <pc:sldMk cId="2331072215" sldId="2666"/>
            <ac:spMk id="11" creationId="{A7D8782C-7D5F-5B4E-0E08-780F9750AFFB}"/>
          </ac:spMkLst>
        </pc:spChg>
        <pc:spChg chg="mod">
          <ac:chgData name="VICTOR JOSE GONZALEZ RODRIGUEZ" userId="3fdd7208-0adc-40d2-a594-662a5d66d0ad" providerId="ADAL" clId="{359FD5A0-C0E1-4F46-AEB0-51555EFEF171}" dt="2025-11-24T07:55:56.136" v="272" actId="962"/>
          <ac:spMkLst>
            <pc:docMk/>
            <pc:sldMk cId="2331072215" sldId="2666"/>
            <ac:spMk id="12" creationId="{5BA8D813-BF43-0FEB-E619-6F016181FB0E}"/>
          </ac:spMkLst>
        </pc:spChg>
        <pc:picChg chg="mod">
          <ac:chgData name="VICTOR JOSE GONZALEZ RODRIGUEZ" userId="3fdd7208-0adc-40d2-a594-662a5d66d0ad" providerId="ADAL" clId="{359FD5A0-C0E1-4F46-AEB0-51555EFEF171}" dt="2025-11-24T07:55:56.136" v="272" actId="962"/>
          <ac:picMkLst>
            <pc:docMk/>
            <pc:sldMk cId="2331072215" sldId="2666"/>
            <ac:picMk id="5" creationId="{89C0CCE3-6638-A8AC-7014-B638737C6035}"/>
          </ac:picMkLst>
        </pc:picChg>
        <pc:picChg chg="mod">
          <ac:chgData name="VICTOR JOSE GONZALEZ RODRIGUEZ" userId="3fdd7208-0adc-40d2-a594-662a5d66d0ad" providerId="ADAL" clId="{359FD5A0-C0E1-4F46-AEB0-51555EFEF171}" dt="2025-11-24T07:55:56.136" v="272" actId="962"/>
          <ac:picMkLst>
            <pc:docMk/>
            <pc:sldMk cId="2331072215" sldId="2666"/>
            <ac:picMk id="17" creationId="{2E548554-B68B-B4AC-BAAC-4493DC5B1484}"/>
          </ac:picMkLst>
        </pc:picChg>
      </pc:sldChg>
      <pc:sldChg chg="modSp mod">
        <pc:chgData name="VICTOR JOSE GONZALEZ RODRIGUEZ" userId="3fdd7208-0adc-40d2-a594-662a5d66d0ad" providerId="ADAL" clId="{359FD5A0-C0E1-4F46-AEB0-51555EFEF171}" dt="2025-11-24T07:56:01.179" v="273" actId="962"/>
        <pc:sldMkLst>
          <pc:docMk/>
          <pc:sldMk cId="3980576605" sldId="2667"/>
        </pc:sldMkLst>
        <pc:spChg chg="mod">
          <ac:chgData name="VICTOR JOSE GONZALEZ RODRIGUEZ" userId="3fdd7208-0adc-40d2-a594-662a5d66d0ad" providerId="ADAL" clId="{359FD5A0-C0E1-4F46-AEB0-51555EFEF171}" dt="2025-11-24T07:56:01.179" v="273" actId="962"/>
          <ac:spMkLst>
            <pc:docMk/>
            <pc:sldMk cId="3980576605" sldId="2667"/>
            <ac:spMk id="2" creationId="{66E9A474-9E56-47AB-FC4F-BB3CAEA91CA7}"/>
          </ac:spMkLst>
        </pc:spChg>
        <pc:spChg chg="mod">
          <ac:chgData name="VICTOR JOSE GONZALEZ RODRIGUEZ" userId="3fdd7208-0adc-40d2-a594-662a5d66d0ad" providerId="ADAL" clId="{359FD5A0-C0E1-4F46-AEB0-51555EFEF171}" dt="2025-11-24T07:56:01.179" v="273" actId="962"/>
          <ac:spMkLst>
            <pc:docMk/>
            <pc:sldMk cId="3980576605" sldId="2667"/>
            <ac:spMk id="5" creationId="{6FF63DF0-6085-FF1B-193B-0640678FC929}"/>
          </ac:spMkLst>
        </pc:spChg>
        <pc:spChg chg="mod">
          <ac:chgData name="VICTOR JOSE GONZALEZ RODRIGUEZ" userId="3fdd7208-0adc-40d2-a594-662a5d66d0ad" providerId="ADAL" clId="{359FD5A0-C0E1-4F46-AEB0-51555EFEF171}" dt="2025-11-24T07:56:01.179" v="273" actId="962"/>
          <ac:spMkLst>
            <pc:docMk/>
            <pc:sldMk cId="3980576605" sldId="2667"/>
            <ac:spMk id="6" creationId="{76360871-6564-0BFB-C393-C293DBEE9641}"/>
          </ac:spMkLst>
        </pc:spChg>
        <pc:spChg chg="mod">
          <ac:chgData name="VICTOR JOSE GONZALEZ RODRIGUEZ" userId="3fdd7208-0adc-40d2-a594-662a5d66d0ad" providerId="ADAL" clId="{359FD5A0-C0E1-4F46-AEB0-51555EFEF171}" dt="2025-11-24T07:56:01.179" v="273" actId="962"/>
          <ac:spMkLst>
            <pc:docMk/>
            <pc:sldMk cId="3980576605" sldId="2667"/>
            <ac:spMk id="7" creationId="{77990312-25DF-AA60-75FD-FF5693340511}"/>
          </ac:spMkLst>
        </pc:spChg>
        <pc:spChg chg="mod">
          <ac:chgData name="VICTOR JOSE GONZALEZ RODRIGUEZ" userId="3fdd7208-0adc-40d2-a594-662a5d66d0ad" providerId="ADAL" clId="{359FD5A0-C0E1-4F46-AEB0-51555EFEF171}" dt="2025-11-24T07:56:01.179" v="273" actId="962"/>
          <ac:spMkLst>
            <pc:docMk/>
            <pc:sldMk cId="3980576605" sldId="2667"/>
            <ac:spMk id="8" creationId="{AD974CDF-0902-1AC4-9A5C-97EFAA8076AA}"/>
          </ac:spMkLst>
        </pc:spChg>
        <pc:spChg chg="mod">
          <ac:chgData name="VICTOR JOSE GONZALEZ RODRIGUEZ" userId="3fdd7208-0adc-40d2-a594-662a5d66d0ad" providerId="ADAL" clId="{359FD5A0-C0E1-4F46-AEB0-51555EFEF171}" dt="2025-11-24T07:56:01.179" v="273" actId="962"/>
          <ac:spMkLst>
            <pc:docMk/>
            <pc:sldMk cId="3980576605" sldId="2667"/>
            <ac:spMk id="9" creationId="{A1483CFF-C9B0-E993-5AE5-E41E019B318E}"/>
          </ac:spMkLst>
        </pc:spChg>
        <pc:spChg chg="mod">
          <ac:chgData name="VICTOR JOSE GONZALEZ RODRIGUEZ" userId="3fdd7208-0adc-40d2-a594-662a5d66d0ad" providerId="ADAL" clId="{359FD5A0-C0E1-4F46-AEB0-51555EFEF171}" dt="2025-11-24T07:56:01.179" v="273" actId="962"/>
          <ac:spMkLst>
            <pc:docMk/>
            <pc:sldMk cId="3980576605" sldId="2667"/>
            <ac:spMk id="12" creationId="{63BC2E42-CA33-E117-1098-A36BFEB8732A}"/>
          </ac:spMkLst>
        </pc:spChg>
        <pc:picChg chg="mod">
          <ac:chgData name="VICTOR JOSE GONZALEZ RODRIGUEZ" userId="3fdd7208-0adc-40d2-a594-662a5d66d0ad" providerId="ADAL" clId="{359FD5A0-C0E1-4F46-AEB0-51555EFEF171}" dt="2025-11-24T07:56:01.179" v="273" actId="962"/>
          <ac:picMkLst>
            <pc:docMk/>
            <pc:sldMk cId="3980576605" sldId="2667"/>
            <ac:picMk id="3" creationId="{65806B60-970F-97F4-1754-1A7022B1A21D}"/>
          </ac:picMkLst>
        </pc:picChg>
        <pc:picChg chg="mod">
          <ac:chgData name="VICTOR JOSE GONZALEZ RODRIGUEZ" userId="3fdd7208-0adc-40d2-a594-662a5d66d0ad" providerId="ADAL" clId="{359FD5A0-C0E1-4F46-AEB0-51555EFEF171}" dt="2025-11-24T07:56:01.179" v="273" actId="962"/>
          <ac:picMkLst>
            <pc:docMk/>
            <pc:sldMk cId="3980576605" sldId="2667"/>
            <ac:picMk id="13" creationId="{E380DB69-E39D-ACD0-ED89-09AF4E5CC977}"/>
          </ac:picMkLst>
        </pc:picChg>
      </pc:sldChg>
      <pc:sldChg chg="modSp mod">
        <pc:chgData name="VICTOR JOSE GONZALEZ RODRIGUEZ" userId="3fdd7208-0adc-40d2-a594-662a5d66d0ad" providerId="ADAL" clId="{359FD5A0-C0E1-4F46-AEB0-51555EFEF171}" dt="2025-11-24T07:55:47.184" v="270" actId="962"/>
        <pc:sldMkLst>
          <pc:docMk/>
          <pc:sldMk cId="3785725408" sldId="2668"/>
        </pc:sldMkLst>
        <pc:spChg chg="mod">
          <ac:chgData name="VICTOR JOSE GONZALEZ RODRIGUEZ" userId="3fdd7208-0adc-40d2-a594-662a5d66d0ad" providerId="ADAL" clId="{359FD5A0-C0E1-4F46-AEB0-51555EFEF171}" dt="2025-11-24T07:55:47.184" v="270" actId="962"/>
          <ac:spMkLst>
            <pc:docMk/>
            <pc:sldMk cId="3785725408" sldId="2668"/>
            <ac:spMk id="2" creationId="{CBB4E7AD-BA30-B48B-3B56-EBACE98767EE}"/>
          </ac:spMkLst>
        </pc:spChg>
        <pc:spChg chg="mod">
          <ac:chgData name="VICTOR JOSE GONZALEZ RODRIGUEZ" userId="3fdd7208-0adc-40d2-a594-662a5d66d0ad" providerId="ADAL" clId="{359FD5A0-C0E1-4F46-AEB0-51555EFEF171}" dt="2025-11-24T07:55:47.184" v="270" actId="962"/>
          <ac:spMkLst>
            <pc:docMk/>
            <pc:sldMk cId="3785725408" sldId="2668"/>
            <ac:spMk id="3" creationId="{0ED4AE5F-2EA9-F109-BC56-E59E86BEDDFF}"/>
          </ac:spMkLst>
        </pc:spChg>
        <pc:spChg chg="mod">
          <ac:chgData name="VICTOR JOSE GONZALEZ RODRIGUEZ" userId="3fdd7208-0adc-40d2-a594-662a5d66d0ad" providerId="ADAL" clId="{359FD5A0-C0E1-4F46-AEB0-51555EFEF171}" dt="2025-11-24T07:55:47.184" v="270" actId="962"/>
          <ac:spMkLst>
            <pc:docMk/>
            <pc:sldMk cId="3785725408" sldId="2668"/>
            <ac:spMk id="6" creationId="{64915074-BB47-27BD-2414-A0AE3C9DFA5A}"/>
          </ac:spMkLst>
        </pc:spChg>
        <pc:spChg chg="mod">
          <ac:chgData name="VICTOR JOSE GONZALEZ RODRIGUEZ" userId="3fdd7208-0adc-40d2-a594-662a5d66d0ad" providerId="ADAL" clId="{359FD5A0-C0E1-4F46-AEB0-51555EFEF171}" dt="2025-11-24T07:55:47.184" v="270" actId="962"/>
          <ac:spMkLst>
            <pc:docMk/>
            <pc:sldMk cId="3785725408" sldId="2668"/>
            <ac:spMk id="7" creationId="{164FB9B0-ABE7-EF14-A62B-F9F17D989B16}"/>
          </ac:spMkLst>
        </pc:spChg>
        <pc:spChg chg="mod">
          <ac:chgData name="VICTOR JOSE GONZALEZ RODRIGUEZ" userId="3fdd7208-0adc-40d2-a594-662a5d66d0ad" providerId="ADAL" clId="{359FD5A0-C0E1-4F46-AEB0-51555EFEF171}" dt="2025-11-24T07:55:47.184" v="270" actId="962"/>
          <ac:spMkLst>
            <pc:docMk/>
            <pc:sldMk cId="3785725408" sldId="2668"/>
            <ac:spMk id="8" creationId="{F147DA46-6A26-4D49-F79C-EA8BA9BCB660}"/>
          </ac:spMkLst>
        </pc:spChg>
        <pc:spChg chg="mod">
          <ac:chgData name="VICTOR JOSE GONZALEZ RODRIGUEZ" userId="3fdd7208-0adc-40d2-a594-662a5d66d0ad" providerId="ADAL" clId="{359FD5A0-C0E1-4F46-AEB0-51555EFEF171}" dt="2025-11-24T07:55:47.184" v="270" actId="962"/>
          <ac:spMkLst>
            <pc:docMk/>
            <pc:sldMk cId="3785725408" sldId="2668"/>
            <ac:spMk id="9" creationId="{D6DA4326-9A75-0A37-D74D-E0D8D4B696BA}"/>
          </ac:spMkLst>
        </pc:spChg>
        <pc:spChg chg="mod">
          <ac:chgData name="VICTOR JOSE GONZALEZ RODRIGUEZ" userId="3fdd7208-0adc-40d2-a594-662a5d66d0ad" providerId="ADAL" clId="{359FD5A0-C0E1-4F46-AEB0-51555EFEF171}" dt="2025-11-24T07:55:47.184" v="270" actId="962"/>
          <ac:spMkLst>
            <pc:docMk/>
            <pc:sldMk cId="3785725408" sldId="2668"/>
            <ac:spMk id="10" creationId="{A9C071BD-7499-57B8-1A5A-9BCF6AD80995}"/>
          </ac:spMkLst>
        </pc:spChg>
        <pc:picChg chg="mod">
          <ac:chgData name="VICTOR JOSE GONZALEZ RODRIGUEZ" userId="3fdd7208-0adc-40d2-a594-662a5d66d0ad" providerId="ADAL" clId="{359FD5A0-C0E1-4F46-AEB0-51555EFEF171}" dt="2025-11-24T07:55:47.184" v="270" actId="962"/>
          <ac:picMkLst>
            <pc:docMk/>
            <pc:sldMk cId="3785725408" sldId="2668"/>
            <ac:picMk id="4" creationId="{C1C2DFE6-26CD-2E7B-7B47-AA78E62871EB}"/>
          </ac:picMkLst>
        </pc:picChg>
      </pc:sldChg>
      <pc:sldChg chg="modSp mod">
        <pc:chgData name="VICTOR JOSE GONZALEZ RODRIGUEZ" userId="3fdd7208-0adc-40d2-a594-662a5d66d0ad" providerId="ADAL" clId="{359FD5A0-C0E1-4F46-AEB0-51555EFEF171}" dt="2025-11-24T07:56:29.338" v="276" actId="962"/>
        <pc:sldMkLst>
          <pc:docMk/>
          <pc:sldMk cId="3795280380" sldId="2670"/>
        </pc:sldMkLst>
        <pc:spChg chg="mod">
          <ac:chgData name="VICTOR JOSE GONZALEZ RODRIGUEZ" userId="3fdd7208-0adc-40d2-a594-662a5d66d0ad" providerId="ADAL" clId="{359FD5A0-C0E1-4F46-AEB0-51555EFEF171}" dt="2025-11-24T07:56:12.807" v="274" actId="962"/>
          <ac:spMkLst>
            <pc:docMk/>
            <pc:sldMk cId="3795280380" sldId="2670"/>
            <ac:spMk id="2" creationId="{A0594942-52C4-2241-08DF-04BB982FAF63}"/>
          </ac:spMkLst>
        </pc:spChg>
        <pc:spChg chg="mod">
          <ac:chgData name="VICTOR JOSE GONZALEZ RODRIGUEZ" userId="3fdd7208-0adc-40d2-a594-662a5d66d0ad" providerId="ADAL" clId="{359FD5A0-C0E1-4F46-AEB0-51555EFEF171}" dt="2025-11-24T07:56:12.807" v="274" actId="962"/>
          <ac:spMkLst>
            <pc:docMk/>
            <pc:sldMk cId="3795280380" sldId="2670"/>
            <ac:spMk id="3" creationId="{61EB0D2A-4D48-2500-D6AD-A765D6B36001}"/>
          </ac:spMkLst>
        </pc:spChg>
        <pc:spChg chg="mod">
          <ac:chgData name="VICTOR JOSE GONZALEZ RODRIGUEZ" userId="3fdd7208-0adc-40d2-a594-662a5d66d0ad" providerId="ADAL" clId="{359FD5A0-C0E1-4F46-AEB0-51555EFEF171}" dt="2025-11-24T07:56:12.807" v="274" actId="962"/>
          <ac:spMkLst>
            <pc:docMk/>
            <pc:sldMk cId="3795280380" sldId="2670"/>
            <ac:spMk id="6" creationId="{6DE0222E-E988-5C0A-9CAC-A10969B2AEBE}"/>
          </ac:spMkLst>
        </pc:spChg>
        <pc:spChg chg="mod">
          <ac:chgData name="VICTOR JOSE GONZALEZ RODRIGUEZ" userId="3fdd7208-0adc-40d2-a594-662a5d66d0ad" providerId="ADAL" clId="{359FD5A0-C0E1-4F46-AEB0-51555EFEF171}" dt="2025-11-24T07:56:12.807" v="274" actId="962"/>
          <ac:spMkLst>
            <pc:docMk/>
            <pc:sldMk cId="3795280380" sldId="2670"/>
            <ac:spMk id="7" creationId="{C2A53E1B-89C4-D2E4-9F7B-EB5F04199C66}"/>
          </ac:spMkLst>
        </pc:spChg>
        <pc:spChg chg="mod">
          <ac:chgData name="VICTOR JOSE GONZALEZ RODRIGUEZ" userId="3fdd7208-0adc-40d2-a594-662a5d66d0ad" providerId="ADAL" clId="{359FD5A0-C0E1-4F46-AEB0-51555EFEF171}" dt="2025-11-24T07:56:12.807" v="274" actId="962"/>
          <ac:spMkLst>
            <pc:docMk/>
            <pc:sldMk cId="3795280380" sldId="2670"/>
            <ac:spMk id="8" creationId="{0CF1B407-737C-89C2-0328-84E25E19A06A}"/>
          </ac:spMkLst>
        </pc:spChg>
        <pc:spChg chg="mod">
          <ac:chgData name="VICTOR JOSE GONZALEZ RODRIGUEZ" userId="3fdd7208-0adc-40d2-a594-662a5d66d0ad" providerId="ADAL" clId="{359FD5A0-C0E1-4F46-AEB0-51555EFEF171}" dt="2025-11-24T07:56:12.807" v="274" actId="962"/>
          <ac:spMkLst>
            <pc:docMk/>
            <pc:sldMk cId="3795280380" sldId="2670"/>
            <ac:spMk id="9" creationId="{7D190528-8B68-F748-A456-441EBCF3AE05}"/>
          </ac:spMkLst>
        </pc:spChg>
        <pc:spChg chg="mod">
          <ac:chgData name="VICTOR JOSE GONZALEZ RODRIGUEZ" userId="3fdd7208-0adc-40d2-a594-662a5d66d0ad" providerId="ADAL" clId="{359FD5A0-C0E1-4F46-AEB0-51555EFEF171}" dt="2025-11-24T07:56:12.807" v="274" actId="962"/>
          <ac:spMkLst>
            <pc:docMk/>
            <pc:sldMk cId="3795280380" sldId="2670"/>
            <ac:spMk id="10" creationId="{7A63EB27-5F9C-CFA3-9FAB-BFECA5C3C52A}"/>
          </ac:spMkLst>
        </pc:spChg>
        <pc:picChg chg="mod ord">
          <ac:chgData name="VICTOR JOSE GONZALEZ RODRIGUEZ" userId="3fdd7208-0adc-40d2-a594-662a5d66d0ad" providerId="ADAL" clId="{359FD5A0-C0E1-4F46-AEB0-51555EFEF171}" dt="2025-11-24T07:56:29.338" v="276" actId="962"/>
          <ac:picMkLst>
            <pc:docMk/>
            <pc:sldMk cId="3795280380" sldId="2670"/>
            <ac:picMk id="17" creationId="{B005D27C-9198-44DF-ADA2-8214D21FCD94}"/>
          </ac:picMkLst>
        </pc:picChg>
      </pc:sldChg>
      <pc:sldChg chg="modSp mod">
        <pc:chgData name="VICTOR JOSE GONZALEZ RODRIGUEZ" userId="3fdd7208-0adc-40d2-a594-662a5d66d0ad" providerId="ADAL" clId="{359FD5A0-C0E1-4F46-AEB0-51555EFEF171}" dt="2025-11-24T07:56:55.138" v="280" actId="962"/>
        <pc:sldMkLst>
          <pc:docMk/>
          <pc:sldMk cId="1368634086" sldId="2671"/>
        </pc:sldMkLst>
        <pc:spChg chg="mod">
          <ac:chgData name="VICTOR JOSE GONZALEZ RODRIGUEZ" userId="3fdd7208-0adc-40d2-a594-662a5d66d0ad" providerId="ADAL" clId="{359FD5A0-C0E1-4F46-AEB0-51555EFEF171}" dt="2025-11-24T07:56:55.138" v="280" actId="962"/>
          <ac:spMkLst>
            <pc:docMk/>
            <pc:sldMk cId="1368634086" sldId="2671"/>
            <ac:spMk id="5" creationId="{E81D0CA8-659A-A803-68D1-FC56EE901205}"/>
          </ac:spMkLst>
        </pc:spChg>
        <pc:spChg chg="mod">
          <ac:chgData name="VICTOR JOSE GONZALEZ RODRIGUEZ" userId="3fdd7208-0adc-40d2-a594-662a5d66d0ad" providerId="ADAL" clId="{359FD5A0-C0E1-4F46-AEB0-51555EFEF171}" dt="2025-11-24T07:56:55.138" v="280" actId="962"/>
          <ac:spMkLst>
            <pc:docMk/>
            <pc:sldMk cId="1368634086" sldId="2671"/>
            <ac:spMk id="7" creationId="{8D196DEA-F039-B809-61D9-ACFF48B4137C}"/>
          </ac:spMkLst>
        </pc:spChg>
        <pc:spChg chg="mod">
          <ac:chgData name="VICTOR JOSE GONZALEZ RODRIGUEZ" userId="3fdd7208-0adc-40d2-a594-662a5d66d0ad" providerId="ADAL" clId="{359FD5A0-C0E1-4F46-AEB0-51555EFEF171}" dt="2025-11-24T07:56:55.138" v="280" actId="962"/>
          <ac:spMkLst>
            <pc:docMk/>
            <pc:sldMk cId="1368634086" sldId="2671"/>
            <ac:spMk id="8" creationId="{39213B6D-9332-B35B-137B-FC1421ACC935}"/>
          </ac:spMkLst>
        </pc:spChg>
        <pc:spChg chg="mod">
          <ac:chgData name="VICTOR JOSE GONZALEZ RODRIGUEZ" userId="3fdd7208-0adc-40d2-a594-662a5d66d0ad" providerId="ADAL" clId="{359FD5A0-C0E1-4F46-AEB0-51555EFEF171}" dt="2025-11-24T07:56:55.138" v="280" actId="962"/>
          <ac:spMkLst>
            <pc:docMk/>
            <pc:sldMk cId="1368634086" sldId="2671"/>
            <ac:spMk id="9" creationId="{F6029AEA-8B8B-A572-B1E5-1978131B6AD3}"/>
          </ac:spMkLst>
        </pc:spChg>
        <pc:spChg chg="mod">
          <ac:chgData name="VICTOR JOSE GONZALEZ RODRIGUEZ" userId="3fdd7208-0adc-40d2-a594-662a5d66d0ad" providerId="ADAL" clId="{359FD5A0-C0E1-4F46-AEB0-51555EFEF171}" dt="2025-11-24T07:56:55.138" v="280" actId="962"/>
          <ac:spMkLst>
            <pc:docMk/>
            <pc:sldMk cId="1368634086" sldId="2671"/>
            <ac:spMk id="10" creationId="{1714CE19-DBAF-6FC1-40BF-1D180249EC54}"/>
          </ac:spMkLst>
        </pc:spChg>
        <pc:spChg chg="mod">
          <ac:chgData name="VICTOR JOSE GONZALEZ RODRIGUEZ" userId="3fdd7208-0adc-40d2-a594-662a5d66d0ad" providerId="ADAL" clId="{359FD5A0-C0E1-4F46-AEB0-51555EFEF171}" dt="2025-11-24T07:56:55.138" v="280" actId="962"/>
          <ac:spMkLst>
            <pc:docMk/>
            <pc:sldMk cId="1368634086" sldId="2671"/>
            <ac:spMk id="11" creationId="{DC8BDA69-812A-D5DA-628A-651C19CF5EBB}"/>
          </ac:spMkLst>
        </pc:spChg>
        <pc:spChg chg="mod">
          <ac:chgData name="VICTOR JOSE GONZALEZ RODRIGUEZ" userId="3fdd7208-0adc-40d2-a594-662a5d66d0ad" providerId="ADAL" clId="{359FD5A0-C0E1-4F46-AEB0-51555EFEF171}" dt="2025-11-24T07:56:55.138" v="280" actId="962"/>
          <ac:spMkLst>
            <pc:docMk/>
            <pc:sldMk cId="1368634086" sldId="2671"/>
            <ac:spMk id="14" creationId="{4C0D75E9-5AA2-E73D-079F-5F2F51C034EC}"/>
          </ac:spMkLst>
        </pc:spChg>
        <pc:spChg chg="mod">
          <ac:chgData name="VICTOR JOSE GONZALEZ RODRIGUEZ" userId="3fdd7208-0adc-40d2-a594-662a5d66d0ad" providerId="ADAL" clId="{359FD5A0-C0E1-4F46-AEB0-51555EFEF171}" dt="2025-11-24T07:56:55.138" v="280" actId="962"/>
          <ac:spMkLst>
            <pc:docMk/>
            <pc:sldMk cId="1368634086" sldId="2671"/>
            <ac:spMk id="20" creationId="{C7F9795B-6152-F689-2F45-981C83D5867D}"/>
          </ac:spMkLst>
        </pc:spChg>
        <pc:picChg chg="mod">
          <ac:chgData name="VICTOR JOSE GONZALEZ RODRIGUEZ" userId="3fdd7208-0adc-40d2-a594-662a5d66d0ad" providerId="ADAL" clId="{359FD5A0-C0E1-4F46-AEB0-51555EFEF171}" dt="2025-11-24T07:56:55.138" v="280" actId="962"/>
          <ac:picMkLst>
            <pc:docMk/>
            <pc:sldMk cId="1368634086" sldId="2671"/>
            <ac:picMk id="2" creationId="{42B0E743-A3D0-A653-6520-F764D0223CB1}"/>
          </ac:picMkLst>
        </pc:picChg>
        <pc:picChg chg="mod">
          <ac:chgData name="VICTOR JOSE GONZALEZ RODRIGUEZ" userId="3fdd7208-0adc-40d2-a594-662a5d66d0ad" providerId="ADAL" clId="{359FD5A0-C0E1-4F46-AEB0-51555EFEF171}" dt="2025-11-24T07:56:55.138" v="280" actId="962"/>
          <ac:picMkLst>
            <pc:docMk/>
            <pc:sldMk cId="1368634086" sldId="2671"/>
            <ac:picMk id="6" creationId="{934BF3A8-6AB3-2710-42CB-B7FB72AB2F0C}"/>
          </ac:picMkLst>
        </pc:picChg>
      </pc:sldChg>
      <pc:sldChg chg="modSp mod">
        <pc:chgData name="VICTOR JOSE GONZALEZ RODRIGUEZ" userId="3fdd7208-0adc-40d2-a594-662a5d66d0ad" providerId="ADAL" clId="{359FD5A0-C0E1-4F46-AEB0-51555EFEF171}" dt="2025-11-24T07:57:05.853" v="281" actId="962"/>
        <pc:sldMkLst>
          <pc:docMk/>
          <pc:sldMk cId="539726392" sldId="2672"/>
        </pc:sldMkLst>
        <pc:spChg chg="mod">
          <ac:chgData name="VICTOR JOSE GONZALEZ RODRIGUEZ" userId="3fdd7208-0adc-40d2-a594-662a5d66d0ad" providerId="ADAL" clId="{359FD5A0-C0E1-4F46-AEB0-51555EFEF171}" dt="2025-11-24T07:57:05.853" v="281" actId="962"/>
          <ac:spMkLst>
            <pc:docMk/>
            <pc:sldMk cId="539726392" sldId="2672"/>
            <ac:spMk id="5" creationId="{FBF92AC6-1465-B823-02CC-19363522855B}"/>
          </ac:spMkLst>
        </pc:spChg>
        <pc:spChg chg="mod">
          <ac:chgData name="VICTOR JOSE GONZALEZ RODRIGUEZ" userId="3fdd7208-0adc-40d2-a594-662a5d66d0ad" providerId="ADAL" clId="{359FD5A0-C0E1-4F46-AEB0-51555EFEF171}" dt="2025-11-24T07:57:05.853" v="281" actId="962"/>
          <ac:spMkLst>
            <pc:docMk/>
            <pc:sldMk cId="539726392" sldId="2672"/>
            <ac:spMk id="6" creationId="{D647C788-96AE-3F0D-5342-2F2382B0EF6E}"/>
          </ac:spMkLst>
        </pc:spChg>
        <pc:spChg chg="mod">
          <ac:chgData name="VICTOR JOSE GONZALEZ RODRIGUEZ" userId="3fdd7208-0adc-40d2-a594-662a5d66d0ad" providerId="ADAL" clId="{359FD5A0-C0E1-4F46-AEB0-51555EFEF171}" dt="2025-11-24T07:57:05.853" v="281" actId="962"/>
          <ac:spMkLst>
            <pc:docMk/>
            <pc:sldMk cId="539726392" sldId="2672"/>
            <ac:spMk id="19" creationId="{6A18AFAB-849E-C91A-629E-D0B1DD7CBE78}"/>
          </ac:spMkLst>
        </pc:spChg>
        <pc:spChg chg="mod">
          <ac:chgData name="VICTOR JOSE GONZALEZ RODRIGUEZ" userId="3fdd7208-0adc-40d2-a594-662a5d66d0ad" providerId="ADAL" clId="{359FD5A0-C0E1-4F46-AEB0-51555EFEF171}" dt="2025-11-24T07:57:05.853" v="281" actId="962"/>
          <ac:spMkLst>
            <pc:docMk/>
            <pc:sldMk cId="539726392" sldId="2672"/>
            <ac:spMk id="20" creationId="{95283E90-79C5-4C0E-5FE6-1E9AD3B4D3EC}"/>
          </ac:spMkLst>
        </pc:spChg>
        <pc:spChg chg="mod">
          <ac:chgData name="VICTOR JOSE GONZALEZ RODRIGUEZ" userId="3fdd7208-0adc-40d2-a594-662a5d66d0ad" providerId="ADAL" clId="{359FD5A0-C0E1-4F46-AEB0-51555EFEF171}" dt="2025-11-24T07:57:05.853" v="281" actId="962"/>
          <ac:spMkLst>
            <pc:docMk/>
            <pc:sldMk cId="539726392" sldId="2672"/>
            <ac:spMk id="21" creationId="{F2F939CB-4A80-37AA-9CB6-335CEFB3EDE8}"/>
          </ac:spMkLst>
        </pc:spChg>
        <pc:spChg chg="mod">
          <ac:chgData name="VICTOR JOSE GONZALEZ RODRIGUEZ" userId="3fdd7208-0adc-40d2-a594-662a5d66d0ad" providerId="ADAL" clId="{359FD5A0-C0E1-4F46-AEB0-51555EFEF171}" dt="2025-11-24T07:57:05.853" v="281" actId="962"/>
          <ac:spMkLst>
            <pc:docMk/>
            <pc:sldMk cId="539726392" sldId="2672"/>
            <ac:spMk id="22" creationId="{69DE940C-80F7-07D3-50DD-B75A8134C2EA}"/>
          </ac:spMkLst>
        </pc:spChg>
        <pc:spChg chg="mod">
          <ac:chgData name="VICTOR JOSE GONZALEZ RODRIGUEZ" userId="3fdd7208-0adc-40d2-a594-662a5d66d0ad" providerId="ADAL" clId="{359FD5A0-C0E1-4F46-AEB0-51555EFEF171}" dt="2025-11-24T07:57:05.853" v="281" actId="962"/>
          <ac:spMkLst>
            <pc:docMk/>
            <pc:sldMk cId="539726392" sldId="2672"/>
            <ac:spMk id="23" creationId="{A443B315-31AC-1AC4-B152-882017CFFFC3}"/>
          </ac:spMkLst>
        </pc:spChg>
        <pc:picChg chg="mod">
          <ac:chgData name="VICTOR JOSE GONZALEZ RODRIGUEZ" userId="3fdd7208-0adc-40d2-a594-662a5d66d0ad" providerId="ADAL" clId="{359FD5A0-C0E1-4F46-AEB0-51555EFEF171}" dt="2025-11-24T07:57:05.853" v="281" actId="962"/>
          <ac:picMkLst>
            <pc:docMk/>
            <pc:sldMk cId="539726392" sldId="2672"/>
            <ac:picMk id="2" creationId="{AD1E9815-38BA-8CC6-30EB-7D5D9B567E79}"/>
          </ac:picMkLst>
        </pc:picChg>
        <pc:cxnChg chg="mod">
          <ac:chgData name="VICTOR JOSE GONZALEZ RODRIGUEZ" userId="3fdd7208-0adc-40d2-a594-662a5d66d0ad" providerId="ADAL" clId="{359FD5A0-C0E1-4F46-AEB0-51555EFEF171}" dt="2025-11-24T07:57:05.853" v="281" actId="962"/>
          <ac:cxnSpMkLst>
            <pc:docMk/>
            <pc:sldMk cId="539726392" sldId="2672"/>
            <ac:cxnSpMk id="3" creationId="{5EC3F2C8-D026-DDDC-9FAD-1F2467AC9429}"/>
          </ac:cxnSpMkLst>
        </pc:cxnChg>
        <pc:cxnChg chg="mod">
          <ac:chgData name="VICTOR JOSE GONZALEZ RODRIGUEZ" userId="3fdd7208-0adc-40d2-a594-662a5d66d0ad" providerId="ADAL" clId="{359FD5A0-C0E1-4F46-AEB0-51555EFEF171}" dt="2025-11-24T07:57:05.853" v="281" actId="962"/>
          <ac:cxnSpMkLst>
            <pc:docMk/>
            <pc:sldMk cId="539726392" sldId="2672"/>
            <ac:cxnSpMk id="16" creationId="{947DEB8F-4808-05E0-F019-9C780F18FF1B}"/>
          </ac:cxnSpMkLst>
        </pc:cxnChg>
      </pc:sldChg>
      <pc:sldChg chg="modSp mod">
        <pc:chgData name="VICTOR JOSE GONZALEZ RODRIGUEZ" userId="3fdd7208-0adc-40d2-a594-662a5d66d0ad" providerId="ADAL" clId="{359FD5A0-C0E1-4F46-AEB0-51555EFEF171}" dt="2025-11-24T07:57:18.027" v="282" actId="962"/>
        <pc:sldMkLst>
          <pc:docMk/>
          <pc:sldMk cId="1704035364" sldId="2673"/>
        </pc:sldMkLst>
        <pc:spChg chg="mod">
          <ac:chgData name="VICTOR JOSE GONZALEZ RODRIGUEZ" userId="3fdd7208-0adc-40d2-a594-662a5d66d0ad" providerId="ADAL" clId="{359FD5A0-C0E1-4F46-AEB0-51555EFEF171}" dt="2025-11-24T07:57:18.027" v="282" actId="962"/>
          <ac:spMkLst>
            <pc:docMk/>
            <pc:sldMk cId="1704035364" sldId="2673"/>
            <ac:spMk id="2" creationId="{2A70EECF-6BA1-07E0-D6F3-7D705BE3B028}"/>
          </ac:spMkLst>
        </pc:spChg>
        <pc:spChg chg="mod">
          <ac:chgData name="VICTOR JOSE GONZALEZ RODRIGUEZ" userId="3fdd7208-0adc-40d2-a594-662a5d66d0ad" providerId="ADAL" clId="{359FD5A0-C0E1-4F46-AEB0-51555EFEF171}" dt="2025-11-24T07:57:18.027" v="282" actId="962"/>
          <ac:spMkLst>
            <pc:docMk/>
            <pc:sldMk cId="1704035364" sldId="2673"/>
            <ac:spMk id="3" creationId="{62F09E2F-2819-55C8-F6B9-6D72006E388F}"/>
          </ac:spMkLst>
        </pc:spChg>
        <pc:spChg chg="mod">
          <ac:chgData name="VICTOR JOSE GONZALEZ RODRIGUEZ" userId="3fdd7208-0adc-40d2-a594-662a5d66d0ad" providerId="ADAL" clId="{359FD5A0-C0E1-4F46-AEB0-51555EFEF171}" dt="2025-11-24T07:57:18.027" v="282" actId="962"/>
          <ac:spMkLst>
            <pc:docMk/>
            <pc:sldMk cId="1704035364" sldId="2673"/>
            <ac:spMk id="4" creationId="{32ED0AA8-88BA-35A6-0151-1C154CF5817D}"/>
          </ac:spMkLst>
        </pc:spChg>
        <pc:spChg chg="mod">
          <ac:chgData name="VICTOR JOSE GONZALEZ RODRIGUEZ" userId="3fdd7208-0adc-40d2-a594-662a5d66d0ad" providerId="ADAL" clId="{359FD5A0-C0E1-4F46-AEB0-51555EFEF171}" dt="2025-11-24T07:57:18.027" v="282" actId="962"/>
          <ac:spMkLst>
            <pc:docMk/>
            <pc:sldMk cId="1704035364" sldId="2673"/>
            <ac:spMk id="5" creationId="{AC859B86-D279-7CA6-5218-5C88A4E03943}"/>
          </ac:spMkLst>
        </pc:spChg>
        <pc:spChg chg="mod">
          <ac:chgData name="VICTOR JOSE GONZALEZ RODRIGUEZ" userId="3fdd7208-0adc-40d2-a594-662a5d66d0ad" providerId="ADAL" clId="{359FD5A0-C0E1-4F46-AEB0-51555EFEF171}" dt="2025-11-24T07:57:18.027" v="282" actId="962"/>
          <ac:spMkLst>
            <pc:docMk/>
            <pc:sldMk cId="1704035364" sldId="2673"/>
            <ac:spMk id="6" creationId="{2EC48E94-E8F2-FBB5-F487-B648C89FD24D}"/>
          </ac:spMkLst>
        </pc:spChg>
        <pc:spChg chg="mod">
          <ac:chgData name="VICTOR JOSE GONZALEZ RODRIGUEZ" userId="3fdd7208-0adc-40d2-a594-662a5d66d0ad" providerId="ADAL" clId="{359FD5A0-C0E1-4F46-AEB0-51555EFEF171}" dt="2025-11-24T07:57:18.027" v="282" actId="962"/>
          <ac:spMkLst>
            <pc:docMk/>
            <pc:sldMk cId="1704035364" sldId="2673"/>
            <ac:spMk id="7" creationId="{DD00C53A-8B7E-88DE-A562-B2E52C3F16B9}"/>
          </ac:spMkLst>
        </pc:spChg>
        <pc:spChg chg="mod">
          <ac:chgData name="VICTOR JOSE GONZALEZ RODRIGUEZ" userId="3fdd7208-0adc-40d2-a594-662a5d66d0ad" providerId="ADAL" clId="{359FD5A0-C0E1-4F46-AEB0-51555EFEF171}" dt="2025-11-24T07:57:18.027" v="282" actId="962"/>
          <ac:spMkLst>
            <pc:docMk/>
            <pc:sldMk cId="1704035364" sldId="2673"/>
            <ac:spMk id="12" creationId="{62BD6092-8408-84BB-9EC0-958E23A68439}"/>
          </ac:spMkLst>
        </pc:spChg>
        <pc:picChg chg="mod">
          <ac:chgData name="VICTOR JOSE GONZALEZ RODRIGUEZ" userId="3fdd7208-0adc-40d2-a594-662a5d66d0ad" providerId="ADAL" clId="{359FD5A0-C0E1-4F46-AEB0-51555EFEF171}" dt="2025-11-24T07:57:18.027" v="282" actId="962"/>
          <ac:picMkLst>
            <pc:docMk/>
            <pc:sldMk cId="1704035364" sldId="2673"/>
            <ac:picMk id="14" creationId="{FB55C746-054E-8CF9-B778-2EBE0A007474}"/>
          </ac:picMkLst>
        </pc:picChg>
        <pc:picChg chg="mod">
          <ac:chgData name="VICTOR JOSE GONZALEZ RODRIGUEZ" userId="3fdd7208-0adc-40d2-a594-662a5d66d0ad" providerId="ADAL" clId="{359FD5A0-C0E1-4F46-AEB0-51555EFEF171}" dt="2025-11-24T07:57:18.027" v="282" actId="962"/>
          <ac:picMkLst>
            <pc:docMk/>
            <pc:sldMk cId="1704035364" sldId="2673"/>
            <ac:picMk id="29" creationId="{7583829E-3F57-F1D5-2D86-E9D23F9C4ED6}"/>
          </ac:picMkLst>
        </pc:picChg>
        <pc:cxnChg chg="mod">
          <ac:chgData name="VICTOR JOSE GONZALEZ RODRIGUEZ" userId="3fdd7208-0adc-40d2-a594-662a5d66d0ad" providerId="ADAL" clId="{359FD5A0-C0E1-4F46-AEB0-51555EFEF171}" dt="2025-11-24T07:57:18.027" v="282" actId="962"/>
          <ac:cxnSpMkLst>
            <pc:docMk/>
            <pc:sldMk cId="1704035364" sldId="2673"/>
            <ac:cxnSpMk id="15" creationId="{5234CAF4-F322-062A-CC08-844C021707FC}"/>
          </ac:cxnSpMkLst>
        </pc:cxnChg>
      </pc:sldChg>
      <pc:sldChg chg="modSp mod">
        <pc:chgData name="VICTOR JOSE GONZALEZ RODRIGUEZ" userId="3fdd7208-0adc-40d2-a594-662a5d66d0ad" providerId="ADAL" clId="{359FD5A0-C0E1-4F46-AEB0-51555EFEF171}" dt="2025-11-24T07:57:47.493" v="285" actId="962"/>
        <pc:sldMkLst>
          <pc:docMk/>
          <pc:sldMk cId="4090203028" sldId="2674"/>
        </pc:sldMkLst>
        <pc:spChg chg="mod">
          <ac:chgData name="VICTOR JOSE GONZALEZ RODRIGUEZ" userId="3fdd7208-0adc-40d2-a594-662a5d66d0ad" providerId="ADAL" clId="{359FD5A0-C0E1-4F46-AEB0-51555EFEF171}" dt="2025-11-24T07:57:47.493" v="285" actId="962"/>
          <ac:spMkLst>
            <pc:docMk/>
            <pc:sldMk cId="4090203028" sldId="2674"/>
            <ac:spMk id="2" creationId="{20776B92-31BD-CFD1-5A73-E6A800A78867}"/>
          </ac:spMkLst>
        </pc:spChg>
        <pc:spChg chg="mod">
          <ac:chgData name="VICTOR JOSE GONZALEZ RODRIGUEZ" userId="3fdd7208-0adc-40d2-a594-662a5d66d0ad" providerId="ADAL" clId="{359FD5A0-C0E1-4F46-AEB0-51555EFEF171}" dt="2025-11-24T07:57:47.493" v="285" actId="962"/>
          <ac:spMkLst>
            <pc:docMk/>
            <pc:sldMk cId="4090203028" sldId="2674"/>
            <ac:spMk id="3" creationId="{BA9EED6E-B4E5-87B0-2633-7EFBCFB1064F}"/>
          </ac:spMkLst>
        </pc:spChg>
        <pc:spChg chg="mod">
          <ac:chgData name="VICTOR JOSE GONZALEZ RODRIGUEZ" userId="3fdd7208-0adc-40d2-a594-662a5d66d0ad" providerId="ADAL" clId="{359FD5A0-C0E1-4F46-AEB0-51555EFEF171}" dt="2025-11-24T07:57:47.493" v="285" actId="962"/>
          <ac:spMkLst>
            <pc:docMk/>
            <pc:sldMk cId="4090203028" sldId="2674"/>
            <ac:spMk id="5" creationId="{612729C2-40A0-B8DB-B56D-8D3036D967EF}"/>
          </ac:spMkLst>
        </pc:spChg>
        <pc:spChg chg="mod">
          <ac:chgData name="VICTOR JOSE GONZALEZ RODRIGUEZ" userId="3fdd7208-0adc-40d2-a594-662a5d66d0ad" providerId="ADAL" clId="{359FD5A0-C0E1-4F46-AEB0-51555EFEF171}" dt="2025-11-24T07:57:47.493" v="285" actId="962"/>
          <ac:spMkLst>
            <pc:docMk/>
            <pc:sldMk cId="4090203028" sldId="2674"/>
            <ac:spMk id="6" creationId="{1F5D3523-D147-127B-9817-B496EBD01689}"/>
          </ac:spMkLst>
        </pc:spChg>
        <pc:spChg chg="mod">
          <ac:chgData name="VICTOR JOSE GONZALEZ RODRIGUEZ" userId="3fdd7208-0adc-40d2-a594-662a5d66d0ad" providerId="ADAL" clId="{359FD5A0-C0E1-4F46-AEB0-51555EFEF171}" dt="2025-11-24T07:57:47.493" v="285" actId="962"/>
          <ac:spMkLst>
            <pc:docMk/>
            <pc:sldMk cId="4090203028" sldId="2674"/>
            <ac:spMk id="7" creationId="{1537D29D-2732-AB21-865C-620627299B27}"/>
          </ac:spMkLst>
        </pc:spChg>
        <pc:spChg chg="mod">
          <ac:chgData name="VICTOR JOSE GONZALEZ RODRIGUEZ" userId="3fdd7208-0adc-40d2-a594-662a5d66d0ad" providerId="ADAL" clId="{359FD5A0-C0E1-4F46-AEB0-51555EFEF171}" dt="2025-11-24T07:57:47.493" v="285" actId="962"/>
          <ac:spMkLst>
            <pc:docMk/>
            <pc:sldMk cId="4090203028" sldId="2674"/>
            <ac:spMk id="8" creationId="{657B1A67-5CF1-75DB-AE63-F5EE6C7A8C64}"/>
          </ac:spMkLst>
        </pc:spChg>
        <pc:spChg chg="mod">
          <ac:chgData name="VICTOR JOSE GONZALEZ RODRIGUEZ" userId="3fdd7208-0adc-40d2-a594-662a5d66d0ad" providerId="ADAL" clId="{359FD5A0-C0E1-4F46-AEB0-51555EFEF171}" dt="2025-11-24T07:57:47.493" v="285" actId="962"/>
          <ac:spMkLst>
            <pc:docMk/>
            <pc:sldMk cId="4090203028" sldId="2674"/>
            <ac:spMk id="9" creationId="{ACB5FEC5-1766-23FE-1F64-13EDEE31B58E}"/>
          </ac:spMkLst>
        </pc:spChg>
        <pc:picChg chg="mod">
          <ac:chgData name="VICTOR JOSE GONZALEZ RODRIGUEZ" userId="3fdd7208-0adc-40d2-a594-662a5d66d0ad" providerId="ADAL" clId="{359FD5A0-C0E1-4F46-AEB0-51555EFEF171}" dt="2025-11-24T07:57:47.493" v="285" actId="962"/>
          <ac:picMkLst>
            <pc:docMk/>
            <pc:sldMk cId="4090203028" sldId="2674"/>
            <ac:picMk id="4" creationId="{EC33F014-960C-38E2-BC10-94A42C253B50}"/>
          </ac:picMkLst>
        </pc:picChg>
        <pc:picChg chg="mod">
          <ac:chgData name="VICTOR JOSE GONZALEZ RODRIGUEZ" userId="3fdd7208-0adc-40d2-a594-662a5d66d0ad" providerId="ADAL" clId="{359FD5A0-C0E1-4F46-AEB0-51555EFEF171}" dt="2025-11-24T07:57:47.493" v="285" actId="962"/>
          <ac:picMkLst>
            <pc:docMk/>
            <pc:sldMk cId="4090203028" sldId="2674"/>
            <ac:picMk id="23" creationId="{1852AABF-6AAC-D43D-7879-14E3661EAB90}"/>
          </ac:picMkLst>
        </pc:picChg>
        <pc:cxnChg chg="mod">
          <ac:chgData name="VICTOR JOSE GONZALEZ RODRIGUEZ" userId="3fdd7208-0adc-40d2-a594-662a5d66d0ad" providerId="ADAL" clId="{359FD5A0-C0E1-4F46-AEB0-51555EFEF171}" dt="2025-11-24T07:57:47.493" v="285" actId="962"/>
          <ac:cxnSpMkLst>
            <pc:docMk/>
            <pc:sldMk cId="4090203028" sldId="2674"/>
            <ac:cxnSpMk id="18" creationId="{E3D2FE0D-3B53-F4E3-A415-8BF0407388CD}"/>
          </ac:cxnSpMkLst>
        </pc:cxnChg>
      </pc:sldChg>
      <pc:sldChg chg="modSp mod">
        <pc:chgData name="VICTOR JOSE GONZALEZ RODRIGUEZ" userId="3fdd7208-0adc-40d2-a594-662a5d66d0ad" providerId="ADAL" clId="{359FD5A0-C0E1-4F46-AEB0-51555EFEF171}" dt="2025-11-24T07:57:53.897" v="286" actId="962"/>
        <pc:sldMkLst>
          <pc:docMk/>
          <pc:sldMk cId="793946483" sldId="2675"/>
        </pc:sldMkLst>
        <pc:spChg chg="mod">
          <ac:chgData name="VICTOR JOSE GONZALEZ RODRIGUEZ" userId="3fdd7208-0adc-40d2-a594-662a5d66d0ad" providerId="ADAL" clId="{359FD5A0-C0E1-4F46-AEB0-51555EFEF171}" dt="2025-11-24T07:57:53.897" v="286" actId="962"/>
          <ac:spMkLst>
            <pc:docMk/>
            <pc:sldMk cId="793946483" sldId="2675"/>
            <ac:spMk id="3" creationId="{70EB1E3E-15B1-E98D-5CC3-6C68607BBE5A}"/>
          </ac:spMkLst>
        </pc:spChg>
        <pc:spChg chg="mod">
          <ac:chgData name="VICTOR JOSE GONZALEZ RODRIGUEZ" userId="3fdd7208-0adc-40d2-a594-662a5d66d0ad" providerId="ADAL" clId="{359FD5A0-C0E1-4F46-AEB0-51555EFEF171}" dt="2025-11-24T07:57:53.897" v="286" actId="962"/>
          <ac:spMkLst>
            <pc:docMk/>
            <pc:sldMk cId="793946483" sldId="2675"/>
            <ac:spMk id="4" creationId="{7BF147FF-A4AF-A50B-7B3C-3B2917186EB5}"/>
          </ac:spMkLst>
        </pc:spChg>
        <pc:spChg chg="mod">
          <ac:chgData name="VICTOR JOSE GONZALEZ RODRIGUEZ" userId="3fdd7208-0adc-40d2-a594-662a5d66d0ad" providerId="ADAL" clId="{359FD5A0-C0E1-4F46-AEB0-51555EFEF171}" dt="2025-11-24T07:57:53.897" v="286" actId="962"/>
          <ac:spMkLst>
            <pc:docMk/>
            <pc:sldMk cId="793946483" sldId="2675"/>
            <ac:spMk id="5" creationId="{6BDEBC65-A639-67E1-26DC-2A2BCD5AA096}"/>
          </ac:spMkLst>
        </pc:spChg>
        <pc:spChg chg="mod">
          <ac:chgData name="VICTOR JOSE GONZALEZ RODRIGUEZ" userId="3fdd7208-0adc-40d2-a594-662a5d66d0ad" providerId="ADAL" clId="{359FD5A0-C0E1-4F46-AEB0-51555EFEF171}" dt="2025-11-24T07:57:53.897" v="286" actId="962"/>
          <ac:spMkLst>
            <pc:docMk/>
            <pc:sldMk cId="793946483" sldId="2675"/>
            <ac:spMk id="6" creationId="{CE4D0F5D-8DC7-7C15-6219-31CC6EF43D95}"/>
          </ac:spMkLst>
        </pc:spChg>
        <pc:spChg chg="mod">
          <ac:chgData name="VICTOR JOSE GONZALEZ RODRIGUEZ" userId="3fdd7208-0adc-40d2-a594-662a5d66d0ad" providerId="ADAL" clId="{359FD5A0-C0E1-4F46-AEB0-51555EFEF171}" dt="2025-11-24T07:57:53.897" v="286" actId="962"/>
          <ac:spMkLst>
            <pc:docMk/>
            <pc:sldMk cId="793946483" sldId="2675"/>
            <ac:spMk id="7" creationId="{152F0A6D-D61D-0AEA-6D9B-FA974C6F25CF}"/>
          </ac:spMkLst>
        </pc:spChg>
        <pc:spChg chg="mod">
          <ac:chgData name="VICTOR JOSE GONZALEZ RODRIGUEZ" userId="3fdd7208-0adc-40d2-a594-662a5d66d0ad" providerId="ADAL" clId="{359FD5A0-C0E1-4F46-AEB0-51555EFEF171}" dt="2025-11-24T07:57:53.897" v="286" actId="962"/>
          <ac:spMkLst>
            <pc:docMk/>
            <pc:sldMk cId="793946483" sldId="2675"/>
            <ac:spMk id="10" creationId="{2F9FB23F-B6B2-D625-48D9-2D6C00F69D7D}"/>
          </ac:spMkLst>
        </pc:spChg>
        <pc:spChg chg="mod">
          <ac:chgData name="VICTOR JOSE GONZALEZ RODRIGUEZ" userId="3fdd7208-0adc-40d2-a594-662a5d66d0ad" providerId="ADAL" clId="{359FD5A0-C0E1-4F46-AEB0-51555EFEF171}" dt="2025-11-24T07:57:53.897" v="286" actId="962"/>
          <ac:spMkLst>
            <pc:docMk/>
            <pc:sldMk cId="793946483" sldId="2675"/>
            <ac:spMk id="11" creationId="{7940DBE5-9762-AC51-D122-356A9C90982C}"/>
          </ac:spMkLst>
        </pc:spChg>
        <pc:picChg chg="mod">
          <ac:chgData name="VICTOR JOSE GONZALEZ RODRIGUEZ" userId="3fdd7208-0adc-40d2-a594-662a5d66d0ad" providerId="ADAL" clId="{359FD5A0-C0E1-4F46-AEB0-51555EFEF171}" dt="2025-11-24T07:57:53.897" v="286" actId="962"/>
          <ac:picMkLst>
            <pc:docMk/>
            <pc:sldMk cId="793946483" sldId="2675"/>
            <ac:picMk id="2" creationId="{A302CB0E-D18D-BE46-3697-76E2F76503EE}"/>
          </ac:picMkLst>
        </pc:picChg>
        <pc:picChg chg="mod">
          <ac:chgData name="VICTOR JOSE GONZALEZ RODRIGUEZ" userId="3fdd7208-0adc-40d2-a594-662a5d66d0ad" providerId="ADAL" clId="{359FD5A0-C0E1-4F46-AEB0-51555EFEF171}" dt="2025-11-24T07:57:53.897" v="286" actId="962"/>
          <ac:picMkLst>
            <pc:docMk/>
            <pc:sldMk cId="793946483" sldId="2675"/>
            <ac:picMk id="19" creationId="{0231827E-C9A1-7B2E-65B8-1E0F978BA1C6}"/>
          </ac:picMkLst>
        </pc:picChg>
        <pc:picChg chg="mod">
          <ac:chgData name="VICTOR JOSE GONZALEZ RODRIGUEZ" userId="3fdd7208-0adc-40d2-a594-662a5d66d0ad" providerId="ADAL" clId="{359FD5A0-C0E1-4F46-AEB0-51555EFEF171}" dt="2025-11-24T07:57:53.897" v="286" actId="962"/>
          <ac:picMkLst>
            <pc:docMk/>
            <pc:sldMk cId="793946483" sldId="2675"/>
            <ac:picMk id="21" creationId="{E4175C01-5824-2B9B-32CB-F202E4FB0795}"/>
          </ac:picMkLst>
        </pc:picChg>
      </pc:sldChg>
      <pc:sldChg chg="modSp mod">
        <pc:chgData name="VICTOR JOSE GONZALEZ RODRIGUEZ" userId="3fdd7208-0adc-40d2-a594-662a5d66d0ad" providerId="ADAL" clId="{359FD5A0-C0E1-4F46-AEB0-51555EFEF171}" dt="2025-11-24T07:58:03.152" v="287" actId="962"/>
        <pc:sldMkLst>
          <pc:docMk/>
          <pc:sldMk cId="2119627979" sldId="2676"/>
        </pc:sldMkLst>
        <pc:spChg chg="mod">
          <ac:chgData name="VICTOR JOSE GONZALEZ RODRIGUEZ" userId="3fdd7208-0adc-40d2-a594-662a5d66d0ad" providerId="ADAL" clId="{359FD5A0-C0E1-4F46-AEB0-51555EFEF171}" dt="2025-11-24T07:58:03.152" v="287" actId="962"/>
          <ac:spMkLst>
            <pc:docMk/>
            <pc:sldMk cId="2119627979" sldId="2676"/>
            <ac:spMk id="2" creationId="{CD7F9DDF-FDE1-0B0D-4A78-93FF043C6A16}"/>
          </ac:spMkLst>
        </pc:spChg>
        <pc:spChg chg="mod">
          <ac:chgData name="VICTOR JOSE GONZALEZ RODRIGUEZ" userId="3fdd7208-0adc-40d2-a594-662a5d66d0ad" providerId="ADAL" clId="{359FD5A0-C0E1-4F46-AEB0-51555EFEF171}" dt="2025-11-24T07:58:03.152" v="287" actId="962"/>
          <ac:spMkLst>
            <pc:docMk/>
            <pc:sldMk cId="2119627979" sldId="2676"/>
            <ac:spMk id="4" creationId="{09E69FC8-6F41-7399-4486-F7618F61227D}"/>
          </ac:spMkLst>
        </pc:spChg>
        <pc:spChg chg="mod">
          <ac:chgData name="VICTOR JOSE GONZALEZ RODRIGUEZ" userId="3fdd7208-0adc-40d2-a594-662a5d66d0ad" providerId="ADAL" clId="{359FD5A0-C0E1-4F46-AEB0-51555EFEF171}" dt="2025-11-24T07:58:03.152" v="287" actId="962"/>
          <ac:spMkLst>
            <pc:docMk/>
            <pc:sldMk cId="2119627979" sldId="2676"/>
            <ac:spMk id="5" creationId="{38FACD24-0854-5341-ED63-C2883172BA9A}"/>
          </ac:spMkLst>
        </pc:spChg>
        <pc:spChg chg="mod">
          <ac:chgData name="VICTOR JOSE GONZALEZ RODRIGUEZ" userId="3fdd7208-0adc-40d2-a594-662a5d66d0ad" providerId="ADAL" clId="{359FD5A0-C0E1-4F46-AEB0-51555EFEF171}" dt="2025-11-24T07:58:03.152" v="287" actId="962"/>
          <ac:spMkLst>
            <pc:docMk/>
            <pc:sldMk cId="2119627979" sldId="2676"/>
            <ac:spMk id="6" creationId="{754C679B-08B4-6463-2187-5927FA02E162}"/>
          </ac:spMkLst>
        </pc:spChg>
        <pc:spChg chg="mod">
          <ac:chgData name="VICTOR JOSE GONZALEZ RODRIGUEZ" userId="3fdd7208-0adc-40d2-a594-662a5d66d0ad" providerId="ADAL" clId="{359FD5A0-C0E1-4F46-AEB0-51555EFEF171}" dt="2025-11-24T07:58:03.152" v="287" actId="962"/>
          <ac:spMkLst>
            <pc:docMk/>
            <pc:sldMk cId="2119627979" sldId="2676"/>
            <ac:spMk id="7" creationId="{8D129311-AB23-5B8C-C664-1D2C197E166B}"/>
          </ac:spMkLst>
        </pc:spChg>
        <pc:spChg chg="mod">
          <ac:chgData name="VICTOR JOSE GONZALEZ RODRIGUEZ" userId="3fdd7208-0adc-40d2-a594-662a5d66d0ad" providerId="ADAL" clId="{359FD5A0-C0E1-4F46-AEB0-51555EFEF171}" dt="2025-11-24T07:58:03.152" v="287" actId="962"/>
          <ac:spMkLst>
            <pc:docMk/>
            <pc:sldMk cId="2119627979" sldId="2676"/>
            <ac:spMk id="8" creationId="{F42B8B9C-20F2-E317-D45D-1793B1287419}"/>
          </ac:spMkLst>
        </pc:spChg>
        <pc:spChg chg="mod">
          <ac:chgData name="VICTOR JOSE GONZALEZ RODRIGUEZ" userId="3fdd7208-0adc-40d2-a594-662a5d66d0ad" providerId="ADAL" clId="{359FD5A0-C0E1-4F46-AEB0-51555EFEF171}" dt="2025-11-24T07:58:03.152" v="287" actId="962"/>
          <ac:spMkLst>
            <pc:docMk/>
            <pc:sldMk cId="2119627979" sldId="2676"/>
            <ac:spMk id="14" creationId="{CF88D8C6-8311-3CDF-57DA-917551D88A8D}"/>
          </ac:spMkLst>
        </pc:spChg>
        <pc:picChg chg="mod">
          <ac:chgData name="VICTOR JOSE GONZALEZ RODRIGUEZ" userId="3fdd7208-0adc-40d2-a594-662a5d66d0ad" providerId="ADAL" clId="{359FD5A0-C0E1-4F46-AEB0-51555EFEF171}" dt="2025-11-24T07:58:03.152" v="287" actId="962"/>
          <ac:picMkLst>
            <pc:docMk/>
            <pc:sldMk cId="2119627979" sldId="2676"/>
            <ac:picMk id="3" creationId="{DE3D7357-6D71-4350-0910-520C1C925F20}"/>
          </ac:picMkLst>
        </pc:picChg>
        <pc:picChg chg="mod">
          <ac:chgData name="VICTOR JOSE GONZALEZ RODRIGUEZ" userId="3fdd7208-0adc-40d2-a594-662a5d66d0ad" providerId="ADAL" clId="{359FD5A0-C0E1-4F46-AEB0-51555EFEF171}" dt="2025-11-24T07:58:03.152" v="287" actId="962"/>
          <ac:picMkLst>
            <pc:docMk/>
            <pc:sldMk cId="2119627979" sldId="2676"/>
            <ac:picMk id="26" creationId="{3CD12E68-D0D5-7012-B550-8E4FA2B14FA7}"/>
          </ac:picMkLst>
        </pc:picChg>
        <pc:picChg chg="mod">
          <ac:chgData name="VICTOR JOSE GONZALEZ RODRIGUEZ" userId="3fdd7208-0adc-40d2-a594-662a5d66d0ad" providerId="ADAL" clId="{359FD5A0-C0E1-4F46-AEB0-51555EFEF171}" dt="2025-11-24T07:58:03.152" v="287" actId="962"/>
          <ac:picMkLst>
            <pc:docMk/>
            <pc:sldMk cId="2119627979" sldId="2676"/>
            <ac:picMk id="33" creationId="{8AB222B4-E933-6266-3D8E-F49D42A7502F}"/>
          </ac:picMkLst>
        </pc:picChg>
      </pc:sldChg>
      <pc:sldChg chg="addSp modSp mod">
        <pc:chgData name="VICTOR JOSE GONZALEZ RODRIGUEZ" userId="3fdd7208-0adc-40d2-a594-662a5d66d0ad" providerId="ADAL" clId="{359FD5A0-C0E1-4F46-AEB0-51555EFEF171}" dt="2025-11-24T07:56:42.559" v="279" actId="962"/>
        <pc:sldMkLst>
          <pc:docMk/>
          <pc:sldMk cId="2788722207" sldId="2677"/>
        </pc:sldMkLst>
        <pc:spChg chg="mod">
          <ac:chgData name="VICTOR JOSE GONZALEZ RODRIGUEZ" userId="3fdd7208-0adc-40d2-a594-662a5d66d0ad" providerId="ADAL" clId="{359FD5A0-C0E1-4F46-AEB0-51555EFEF171}" dt="2025-11-24T07:56:42.559" v="279" actId="962"/>
          <ac:spMkLst>
            <pc:docMk/>
            <pc:sldMk cId="2788722207" sldId="2677"/>
            <ac:spMk id="3" creationId="{B713EAB6-BBFB-C034-9D00-A77C307CB346}"/>
          </ac:spMkLst>
        </pc:spChg>
        <pc:spChg chg="mod">
          <ac:chgData name="VICTOR JOSE GONZALEZ RODRIGUEZ" userId="3fdd7208-0adc-40d2-a594-662a5d66d0ad" providerId="ADAL" clId="{359FD5A0-C0E1-4F46-AEB0-51555EFEF171}" dt="2025-11-24T07:56:42.559" v="279" actId="962"/>
          <ac:spMkLst>
            <pc:docMk/>
            <pc:sldMk cId="2788722207" sldId="2677"/>
            <ac:spMk id="4" creationId="{0710996A-0876-5A45-FE07-9BD0EE6FD86D}"/>
          </ac:spMkLst>
        </pc:spChg>
        <pc:spChg chg="add mod">
          <ac:chgData name="VICTOR JOSE GONZALEZ RODRIGUEZ" userId="3fdd7208-0adc-40d2-a594-662a5d66d0ad" providerId="ADAL" clId="{359FD5A0-C0E1-4F46-AEB0-51555EFEF171}" dt="2025-11-24T07:56:38.798" v="278" actId="571"/>
          <ac:spMkLst>
            <pc:docMk/>
            <pc:sldMk cId="2788722207" sldId="2677"/>
            <ac:spMk id="14" creationId="{79D38E66-98F1-4341-DD2E-BE7A1A604F67}"/>
          </ac:spMkLst>
        </pc:spChg>
        <pc:spChg chg="add mod">
          <ac:chgData name="VICTOR JOSE GONZALEZ RODRIGUEZ" userId="3fdd7208-0adc-40d2-a594-662a5d66d0ad" providerId="ADAL" clId="{359FD5A0-C0E1-4F46-AEB0-51555EFEF171}" dt="2025-11-24T07:56:38.798" v="278" actId="571"/>
          <ac:spMkLst>
            <pc:docMk/>
            <pc:sldMk cId="2788722207" sldId="2677"/>
            <ac:spMk id="15" creationId="{35F07CDD-7629-778D-B2AA-E4EDBC1DBBC3}"/>
          </ac:spMkLst>
        </pc:spChg>
        <pc:spChg chg="add mod">
          <ac:chgData name="VICTOR JOSE GONZALEZ RODRIGUEZ" userId="3fdd7208-0adc-40d2-a594-662a5d66d0ad" providerId="ADAL" clId="{359FD5A0-C0E1-4F46-AEB0-51555EFEF171}" dt="2025-11-24T07:56:38.798" v="278" actId="571"/>
          <ac:spMkLst>
            <pc:docMk/>
            <pc:sldMk cId="2788722207" sldId="2677"/>
            <ac:spMk id="17" creationId="{C1D6F5B7-F487-E5D1-AF06-B74F3FE4A561}"/>
          </ac:spMkLst>
        </pc:spChg>
        <pc:spChg chg="mod">
          <ac:chgData name="VICTOR JOSE GONZALEZ RODRIGUEZ" userId="3fdd7208-0adc-40d2-a594-662a5d66d0ad" providerId="ADAL" clId="{359FD5A0-C0E1-4F46-AEB0-51555EFEF171}" dt="2025-11-24T07:56:42.559" v="279" actId="962"/>
          <ac:spMkLst>
            <pc:docMk/>
            <pc:sldMk cId="2788722207" sldId="2677"/>
            <ac:spMk id="19" creationId="{302CDE56-E149-D8D6-A667-EA0DD03B7BD4}"/>
          </ac:spMkLst>
        </pc:spChg>
        <pc:spChg chg="mod">
          <ac:chgData name="VICTOR JOSE GONZALEZ RODRIGUEZ" userId="3fdd7208-0adc-40d2-a594-662a5d66d0ad" providerId="ADAL" clId="{359FD5A0-C0E1-4F46-AEB0-51555EFEF171}" dt="2025-11-24T07:56:42.559" v="279" actId="962"/>
          <ac:spMkLst>
            <pc:docMk/>
            <pc:sldMk cId="2788722207" sldId="2677"/>
            <ac:spMk id="20" creationId="{8E4B4996-1918-1958-B43E-1D7A68DA4B59}"/>
          </ac:spMkLst>
        </pc:spChg>
        <pc:spChg chg="mod">
          <ac:chgData name="VICTOR JOSE GONZALEZ RODRIGUEZ" userId="3fdd7208-0adc-40d2-a594-662a5d66d0ad" providerId="ADAL" clId="{359FD5A0-C0E1-4F46-AEB0-51555EFEF171}" dt="2025-11-24T07:56:42.559" v="279" actId="962"/>
          <ac:spMkLst>
            <pc:docMk/>
            <pc:sldMk cId="2788722207" sldId="2677"/>
            <ac:spMk id="21" creationId="{0A273463-82F2-FE59-F5E7-F86E0418949E}"/>
          </ac:spMkLst>
        </pc:spChg>
        <pc:spChg chg="mod">
          <ac:chgData name="VICTOR JOSE GONZALEZ RODRIGUEZ" userId="3fdd7208-0adc-40d2-a594-662a5d66d0ad" providerId="ADAL" clId="{359FD5A0-C0E1-4F46-AEB0-51555EFEF171}" dt="2025-11-24T07:56:42.559" v="279" actId="962"/>
          <ac:spMkLst>
            <pc:docMk/>
            <pc:sldMk cId="2788722207" sldId="2677"/>
            <ac:spMk id="22" creationId="{6A5061D7-1DCB-8BA6-B1A7-24120F7AF05B}"/>
          </ac:spMkLst>
        </pc:spChg>
        <pc:spChg chg="mod">
          <ac:chgData name="VICTOR JOSE GONZALEZ RODRIGUEZ" userId="3fdd7208-0adc-40d2-a594-662a5d66d0ad" providerId="ADAL" clId="{359FD5A0-C0E1-4F46-AEB0-51555EFEF171}" dt="2025-11-24T07:56:42.559" v="279" actId="962"/>
          <ac:spMkLst>
            <pc:docMk/>
            <pc:sldMk cId="2788722207" sldId="2677"/>
            <ac:spMk id="23" creationId="{AF728E70-F6C8-4354-50D3-F87D4DA19E18}"/>
          </ac:spMkLst>
        </pc:spChg>
        <pc:spChg chg="add mod">
          <ac:chgData name="VICTOR JOSE GONZALEZ RODRIGUEZ" userId="3fdd7208-0adc-40d2-a594-662a5d66d0ad" providerId="ADAL" clId="{359FD5A0-C0E1-4F46-AEB0-51555EFEF171}" dt="2025-11-24T07:56:38.798" v="278" actId="571"/>
          <ac:spMkLst>
            <pc:docMk/>
            <pc:sldMk cId="2788722207" sldId="2677"/>
            <ac:spMk id="24" creationId="{23761AEB-0B0B-87FF-8D7F-C10FF74F2F60}"/>
          </ac:spMkLst>
        </pc:spChg>
        <pc:spChg chg="add mod">
          <ac:chgData name="VICTOR JOSE GONZALEZ RODRIGUEZ" userId="3fdd7208-0adc-40d2-a594-662a5d66d0ad" providerId="ADAL" clId="{359FD5A0-C0E1-4F46-AEB0-51555EFEF171}" dt="2025-11-24T07:56:38.798" v="278" actId="571"/>
          <ac:spMkLst>
            <pc:docMk/>
            <pc:sldMk cId="2788722207" sldId="2677"/>
            <ac:spMk id="25" creationId="{35381BC9-1A68-3BB5-4378-DE1E7CFC4977}"/>
          </ac:spMkLst>
        </pc:spChg>
        <pc:spChg chg="add mod">
          <ac:chgData name="VICTOR JOSE GONZALEZ RODRIGUEZ" userId="3fdd7208-0adc-40d2-a594-662a5d66d0ad" providerId="ADAL" clId="{359FD5A0-C0E1-4F46-AEB0-51555EFEF171}" dt="2025-11-24T07:56:38.798" v="278" actId="571"/>
          <ac:spMkLst>
            <pc:docMk/>
            <pc:sldMk cId="2788722207" sldId="2677"/>
            <ac:spMk id="26" creationId="{C4BC4EF8-B85D-50EA-A2F9-CF2230B82881}"/>
          </ac:spMkLst>
        </pc:spChg>
        <pc:spChg chg="add mod">
          <ac:chgData name="VICTOR JOSE GONZALEZ RODRIGUEZ" userId="3fdd7208-0adc-40d2-a594-662a5d66d0ad" providerId="ADAL" clId="{359FD5A0-C0E1-4F46-AEB0-51555EFEF171}" dt="2025-11-24T07:56:38.798" v="278" actId="571"/>
          <ac:spMkLst>
            <pc:docMk/>
            <pc:sldMk cId="2788722207" sldId="2677"/>
            <ac:spMk id="29" creationId="{313DB101-A47B-33D8-25B0-B2AF6F32E7FC}"/>
          </ac:spMkLst>
        </pc:spChg>
        <pc:spChg chg="add mod">
          <ac:chgData name="VICTOR JOSE GONZALEZ RODRIGUEZ" userId="3fdd7208-0adc-40d2-a594-662a5d66d0ad" providerId="ADAL" clId="{359FD5A0-C0E1-4F46-AEB0-51555EFEF171}" dt="2025-11-24T07:56:38.798" v="278" actId="571"/>
          <ac:spMkLst>
            <pc:docMk/>
            <pc:sldMk cId="2788722207" sldId="2677"/>
            <ac:spMk id="31" creationId="{5BEF56DE-5F68-D1E5-036C-CD9E5A1D738D}"/>
          </ac:spMkLst>
        </pc:spChg>
        <pc:picChg chg="mod">
          <ac:chgData name="VICTOR JOSE GONZALEZ RODRIGUEZ" userId="3fdd7208-0adc-40d2-a594-662a5d66d0ad" providerId="ADAL" clId="{359FD5A0-C0E1-4F46-AEB0-51555EFEF171}" dt="2025-11-24T07:56:42.559" v="279" actId="962"/>
          <ac:picMkLst>
            <pc:docMk/>
            <pc:sldMk cId="2788722207" sldId="2677"/>
            <ac:picMk id="2" creationId="{1A6B3B06-6CCE-A61B-0081-57FBCD475803}"/>
          </ac:picMkLst>
        </pc:picChg>
        <pc:picChg chg="add mod">
          <ac:chgData name="VICTOR JOSE GONZALEZ RODRIGUEZ" userId="3fdd7208-0adc-40d2-a594-662a5d66d0ad" providerId="ADAL" clId="{359FD5A0-C0E1-4F46-AEB0-51555EFEF171}" dt="2025-11-24T07:56:38.798" v="278" actId="571"/>
          <ac:picMkLst>
            <pc:docMk/>
            <pc:sldMk cId="2788722207" sldId="2677"/>
            <ac:picMk id="5" creationId="{DDA609E1-66B5-48D1-215E-40EF43DC069F}"/>
          </ac:picMkLst>
        </pc:picChg>
        <pc:picChg chg="add mod">
          <ac:chgData name="VICTOR JOSE GONZALEZ RODRIGUEZ" userId="3fdd7208-0adc-40d2-a594-662a5d66d0ad" providerId="ADAL" clId="{359FD5A0-C0E1-4F46-AEB0-51555EFEF171}" dt="2025-11-24T07:56:38.798" v="278" actId="571"/>
          <ac:picMkLst>
            <pc:docMk/>
            <pc:sldMk cId="2788722207" sldId="2677"/>
            <ac:picMk id="7" creationId="{101DF6A9-96AC-3BBE-8F42-CF4FE011FB8A}"/>
          </ac:picMkLst>
        </pc:picChg>
        <pc:picChg chg="mod">
          <ac:chgData name="VICTOR JOSE GONZALEZ RODRIGUEZ" userId="3fdd7208-0adc-40d2-a594-662a5d66d0ad" providerId="ADAL" clId="{359FD5A0-C0E1-4F46-AEB0-51555EFEF171}" dt="2025-11-24T07:56:42.559" v="279" actId="962"/>
          <ac:picMkLst>
            <pc:docMk/>
            <pc:sldMk cId="2788722207" sldId="2677"/>
            <ac:picMk id="12" creationId="{D49D66B3-8B11-803A-24E5-0FC54818E755}"/>
          </ac:picMkLst>
        </pc:picChg>
        <pc:cxnChg chg="mod">
          <ac:chgData name="VICTOR JOSE GONZALEZ RODRIGUEZ" userId="3fdd7208-0adc-40d2-a594-662a5d66d0ad" providerId="ADAL" clId="{359FD5A0-C0E1-4F46-AEB0-51555EFEF171}" dt="2025-11-24T07:56:42.559" v="279" actId="962"/>
          <ac:cxnSpMkLst>
            <pc:docMk/>
            <pc:sldMk cId="2788722207" sldId="2677"/>
            <ac:cxnSpMk id="16" creationId="{0B21436A-3253-A6A2-7F47-435A4399DAAA}"/>
          </ac:cxnSpMkLst>
        </pc:cxnChg>
      </pc:sldChg>
      <pc:sldChg chg="modSp mod">
        <pc:chgData name="VICTOR JOSE GONZALEZ RODRIGUEZ" userId="3fdd7208-0adc-40d2-a594-662a5d66d0ad" providerId="ADAL" clId="{359FD5A0-C0E1-4F46-AEB0-51555EFEF171}" dt="2025-11-24T07:57:29.501" v="283" actId="962"/>
        <pc:sldMkLst>
          <pc:docMk/>
          <pc:sldMk cId="3170537832" sldId="2682"/>
        </pc:sldMkLst>
        <pc:spChg chg="mod">
          <ac:chgData name="VICTOR JOSE GONZALEZ RODRIGUEZ" userId="3fdd7208-0adc-40d2-a594-662a5d66d0ad" providerId="ADAL" clId="{359FD5A0-C0E1-4F46-AEB0-51555EFEF171}" dt="2025-11-24T07:57:29.501" v="283" actId="962"/>
          <ac:spMkLst>
            <pc:docMk/>
            <pc:sldMk cId="3170537832" sldId="2682"/>
            <ac:spMk id="2" creationId="{302D457B-4F7E-B658-8046-94AC96318FDD}"/>
          </ac:spMkLst>
        </pc:spChg>
        <pc:spChg chg="mod">
          <ac:chgData name="VICTOR JOSE GONZALEZ RODRIGUEZ" userId="3fdd7208-0adc-40d2-a594-662a5d66d0ad" providerId="ADAL" clId="{359FD5A0-C0E1-4F46-AEB0-51555EFEF171}" dt="2025-11-24T07:57:29.501" v="283" actId="962"/>
          <ac:spMkLst>
            <pc:docMk/>
            <pc:sldMk cId="3170537832" sldId="2682"/>
            <ac:spMk id="3" creationId="{2CD2115C-E917-F69D-D8C1-CEA0BA105CCF}"/>
          </ac:spMkLst>
        </pc:spChg>
        <pc:spChg chg="mod">
          <ac:chgData name="VICTOR JOSE GONZALEZ RODRIGUEZ" userId="3fdd7208-0adc-40d2-a594-662a5d66d0ad" providerId="ADAL" clId="{359FD5A0-C0E1-4F46-AEB0-51555EFEF171}" dt="2025-11-24T07:57:29.501" v="283" actId="962"/>
          <ac:spMkLst>
            <pc:docMk/>
            <pc:sldMk cId="3170537832" sldId="2682"/>
            <ac:spMk id="4" creationId="{95045A33-5F1E-7CE0-75E9-8E4F9B2D047E}"/>
          </ac:spMkLst>
        </pc:spChg>
        <pc:spChg chg="mod">
          <ac:chgData name="VICTOR JOSE GONZALEZ RODRIGUEZ" userId="3fdd7208-0adc-40d2-a594-662a5d66d0ad" providerId="ADAL" clId="{359FD5A0-C0E1-4F46-AEB0-51555EFEF171}" dt="2025-11-24T07:57:29.501" v="283" actId="962"/>
          <ac:spMkLst>
            <pc:docMk/>
            <pc:sldMk cId="3170537832" sldId="2682"/>
            <ac:spMk id="5" creationId="{304D5B1B-42A7-6A12-9C2B-E6D8F90CAB5E}"/>
          </ac:spMkLst>
        </pc:spChg>
        <pc:spChg chg="mod">
          <ac:chgData name="VICTOR JOSE GONZALEZ RODRIGUEZ" userId="3fdd7208-0adc-40d2-a594-662a5d66d0ad" providerId="ADAL" clId="{359FD5A0-C0E1-4F46-AEB0-51555EFEF171}" dt="2025-11-24T07:57:29.501" v="283" actId="962"/>
          <ac:spMkLst>
            <pc:docMk/>
            <pc:sldMk cId="3170537832" sldId="2682"/>
            <ac:spMk id="6" creationId="{4CEB1F26-7EFC-0076-6B8D-76C8070A17C9}"/>
          </ac:spMkLst>
        </pc:spChg>
        <pc:spChg chg="mod">
          <ac:chgData name="VICTOR JOSE GONZALEZ RODRIGUEZ" userId="3fdd7208-0adc-40d2-a594-662a5d66d0ad" providerId="ADAL" clId="{359FD5A0-C0E1-4F46-AEB0-51555EFEF171}" dt="2025-11-24T07:57:29.501" v="283" actId="962"/>
          <ac:spMkLst>
            <pc:docMk/>
            <pc:sldMk cId="3170537832" sldId="2682"/>
            <ac:spMk id="9" creationId="{B28DDACD-5627-CC89-4DA5-847FBB098A58}"/>
          </ac:spMkLst>
        </pc:spChg>
        <pc:spChg chg="mod">
          <ac:chgData name="VICTOR JOSE GONZALEZ RODRIGUEZ" userId="3fdd7208-0adc-40d2-a594-662a5d66d0ad" providerId="ADAL" clId="{359FD5A0-C0E1-4F46-AEB0-51555EFEF171}" dt="2025-11-24T07:57:29.501" v="283" actId="962"/>
          <ac:spMkLst>
            <pc:docMk/>
            <pc:sldMk cId="3170537832" sldId="2682"/>
            <ac:spMk id="12" creationId="{4380A924-F295-F584-AD4F-76EEC4BCEE22}"/>
          </ac:spMkLst>
        </pc:spChg>
        <pc:spChg chg="mod">
          <ac:chgData name="VICTOR JOSE GONZALEZ RODRIGUEZ" userId="3fdd7208-0adc-40d2-a594-662a5d66d0ad" providerId="ADAL" clId="{359FD5A0-C0E1-4F46-AEB0-51555EFEF171}" dt="2025-11-24T07:57:29.501" v="283" actId="962"/>
          <ac:spMkLst>
            <pc:docMk/>
            <pc:sldMk cId="3170537832" sldId="2682"/>
            <ac:spMk id="13" creationId="{3BF558C4-8368-3549-4183-BC9EE27C26DE}"/>
          </ac:spMkLst>
        </pc:spChg>
        <pc:picChg chg="mod">
          <ac:chgData name="VICTOR JOSE GONZALEZ RODRIGUEZ" userId="3fdd7208-0adc-40d2-a594-662a5d66d0ad" providerId="ADAL" clId="{359FD5A0-C0E1-4F46-AEB0-51555EFEF171}" dt="2025-11-24T07:57:29.501" v="283" actId="962"/>
          <ac:picMkLst>
            <pc:docMk/>
            <pc:sldMk cId="3170537832" sldId="2682"/>
            <ac:picMk id="17" creationId="{EAC6FF06-1A86-A95E-A077-EFF5253B63ED}"/>
          </ac:picMkLst>
        </pc:picChg>
        <pc:picChg chg="mod">
          <ac:chgData name="VICTOR JOSE GONZALEZ RODRIGUEZ" userId="3fdd7208-0adc-40d2-a594-662a5d66d0ad" providerId="ADAL" clId="{359FD5A0-C0E1-4F46-AEB0-51555EFEF171}" dt="2025-11-24T07:57:29.501" v="283" actId="962"/>
          <ac:picMkLst>
            <pc:docMk/>
            <pc:sldMk cId="3170537832" sldId="2682"/>
            <ac:picMk id="19" creationId="{BB79EBB6-21E3-B5E4-5011-142FABEDEB42}"/>
          </ac:picMkLst>
        </pc:picChg>
      </pc:sldChg>
      <pc:sldChg chg="modSp mod">
        <pc:chgData name="VICTOR JOSE GONZALEZ RODRIGUEZ" userId="3fdd7208-0adc-40d2-a594-662a5d66d0ad" providerId="ADAL" clId="{359FD5A0-C0E1-4F46-AEB0-51555EFEF171}" dt="2025-11-24T07:57:37.793" v="284" actId="962"/>
        <pc:sldMkLst>
          <pc:docMk/>
          <pc:sldMk cId="4075690301" sldId="2683"/>
        </pc:sldMkLst>
        <pc:spChg chg="mod">
          <ac:chgData name="VICTOR JOSE GONZALEZ RODRIGUEZ" userId="3fdd7208-0adc-40d2-a594-662a5d66d0ad" providerId="ADAL" clId="{359FD5A0-C0E1-4F46-AEB0-51555EFEF171}" dt="2025-11-24T07:57:37.793" v="284" actId="962"/>
          <ac:spMkLst>
            <pc:docMk/>
            <pc:sldMk cId="4075690301" sldId="2683"/>
            <ac:spMk id="3" creationId="{535F74B8-D405-B349-4287-2B62B73B8C1C}"/>
          </ac:spMkLst>
        </pc:spChg>
        <pc:spChg chg="mod">
          <ac:chgData name="VICTOR JOSE GONZALEZ RODRIGUEZ" userId="3fdd7208-0adc-40d2-a594-662a5d66d0ad" providerId="ADAL" clId="{359FD5A0-C0E1-4F46-AEB0-51555EFEF171}" dt="2025-11-24T07:57:37.793" v="284" actId="962"/>
          <ac:spMkLst>
            <pc:docMk/>
            <pc:sldMk cId="4075690301" sldId="2683"/>
            <ac:spMk id="4" creationId="{0536C9DA-0AE7-A328-8C64-74DAB02C012B}"/>
          </ac:spMkLst>
        </pc:spChg>
        <pc:spChg chg="mod">
          <ac:chgData name="VICTOR JOSE GONZALEZ RODRIGUEZ" userId="3fdd7208-0adc-40d2-a594-662a5d66d0ad" providerId="ADAL" clId="{359FD5A0-C0E1-4F46-AEB0-51555EFEF171}" dt="2025-11-24T07:57:37.793" v="284" actId="962"/>
          <ac:spMkLst>
            <pc:docMk/>
            <pc:sldMk cId="4075690301" sldId="2683"/>
            <ac:spMk id="5" creationId="{85730394-5E3C-028E-3093-5B0057231CF4}"/>
          </ac:spMkLst>
        </pc:spChg>
        <pc:spChg chg="mod">
          <ac:chgData name="VICTOR JOSE GONZALEZ RODRIGUEZ" userId="3fdd7208-0adc-40d2-a594-662a5d66d0ad" providerId="ADAL" clId="{359FD5A0-C0E1-4F46-AEB0-51555EFEF171}" dt="2025-11-24T07:57:37.793" v="284" actId="962"/>
          <ac:spMkLst>
            <pc:docMk/>
            <pc:sldMk cId="4075690301" sldId="2683"/>
            <ac:spMk id="6" creationId="{EDE7356C-08F2-2612-1229-E7BE88415A0F}"/>
          </ac:spMkLst>
        </pc:spChg>
        <pc:spChg chg="mod">
          <ac:chgData name="VICTOR JOSE GONZALEZ RODRIGUEZ" userId="3fdd7208-0adc-40d2-a594-662a5d66d0ad" providerId="ADAL" clId="{359FD5A0-C0E1-4F46-AEB0-51555EFEF171}" dt="2025-11-24T07:57:37.793" v="284" actId="962"/>
          <ac:spMkLst>
            <pc:docMk/>
            <pc:sldMk cId="4075690301" sldId="2683"/>
            <ac:spMk id="7" creationId="{82920684-B836-3C70-C25D-199F26664F66}"/>
          </ac:spMkLst>
        </pc:spChg>
        <pc:spChg chg="mod">
          <ac:chgData name="VICTOR JOSE GONZALEZ RODRIGUEZ" userId="3fdd7208-0adc-40d2-a594-662a5d66d0ad" providerId="ADAL" clId="{359FD5A0-C0E1-4F46-AEB0-51555EFEF171}" dt="2025-11-24T07:57:37.793" v="284" actId="962"/>
          <ac:spMkLst>
            <pc:docMk/>
            <pc:sldMk cId="4075690301" sldId="2683"/>
            <ac:spMk id="11" creationId="{3C7D8719-6BBA-E782-CE4E-A60D9A793F28}"/>
          </ac:spMkLst>
        </pc:spChg>
        <pc:spChg chg="mod">
          <ac:chgData name="VICTOR JOSE GONZALEZ RODRIGUEZ" userId="3fdd7208-0adc-40d2-a594-662a5d66d0ad" providerId="ADAL" clId="{359FD5A0-C0E1-4F46-AEB0-51555EFEF171}" dt="2025-11-24T07:57:37.793" v="284" actId="962"/>
          <ac:spMkLst>
            <pc:docMk/>
            <pc:sldMk cId="4075690301" sldId="2683"/>
            <ac:spMk id="14" creationId="{2E8E247B-C146-499C-E97F-FBF39E9F2B29}"/>
          </ac:spMkLst>
        </pc:spChg>
        <pc:picChg chg="mod">
          <ac:chgData name="VICTOR JOSE GONZALEZ RODRIGUEZ" userId="3fdd7208-0adc-40d2-a594-662a5d66d0ad" providerId="ADAL" clId="{359FD5A0-C0E1-4F46-AEB0-51555EFEF171}" dt="2025-11-24T07:57:37.793" v="284" actId="962"/>
          <ac:picMkLst>
            <pc:docMk/>
            <pc:sldMk cId="4075690301" sldId="2683"/>
            <ac:picMk id="12" creationId="{CC1AF9C9-861C-81CC-D06E-36D13C89AA5C}"/>
          </ac:picMkLst>
        </pc:picChg>
        <pc:picChg chg="mod">
          <ac:chgData name="VICTOR JOSE GONZALEZ RODRIGUEZ" userId="3fdd7208-0adc-40d2-a594-662a5d66d0ad" providerId="ADAL" clId="{359FD5A0-C0E1-4F46-AEB0-51555EFEF171}" dt="2025-11-24T07:57:37.793" v="284" actId="962"/>
          <ac:picMkLst>
            <pc:docMk/>
            <pc:sldMk cId="4075690301" sldId="2683"/>
            <ac:picMk id="21" creationId="{097611E0-8321-9EAF-CAF3-C3DEF22226F7}"/>
          </ac:picMkLst>
        </pc:picChg>
        <pc:picChg chg="mod">
          <ac:chgData name="VICTOR JOSE GONZALEZ RODRIGUEZ" userId="3fdd7208-0adc-40d2-a594-662a5d66d0ad" providerId="ADAL" clId="{359FD5A0-C0E1-4F46-AEB0-51555EFEF171}" dt="2025-11-24T07:57:37.793" v="284" actId="962"/>
          <ac:picMkLst>
            <pc:docMk/>
            <pc:sldMk cId="4075690301" sldId="2683"/>
            <ac:picMk id="23" creationId="{9B498E6E-BF99-D598-91E5-F98424FC6A0C}"/>
          </ac:picMkLst>
        </pc:picChg>
      </pc:sldChg>
      <pc:sldChg chg="modSp mod">
        <pc:chgData name="VICTOR JOSE GONZALEZ RODRIGUEZ" userId="3fdd7208-0adc-40d2-a594-662a5d66d0ad" providerId="ADAL" clId="{359FD5A0-C0E1-4F46-AEB0-51555EFEF171}" dt="2025-11-24T07:48:26.466" v="8" actId="962"/>
        <pc:sldMkLst>
          <pc:docMk/>
          <pc:sldMk cId="3663637" sldId="2686"/>
        </pc:sldMkLst>
        <pc:spChg chg="mod">
          <ac:chgData name="VICTOR JOSE GONZALEZ RODRIGUEZ" userId="3fdd7208-0adc-40d2-a594-662a5d66d0ad" providerId="ADAL" clId="{359FD5A0-C0E1-4F46-AEB0-51555EFEF171}" dt="2025-11-24T07:48:26.466" v="8" actId="962"/>
          <ac:spMkLst>
            <pc:docMk/>
            <pc:sldMk cId="3663637" sldId="2686"/>
            <ac:spMk id="2" creationId="{5A963734-E7A4-268A-F4F7-CD1D05E2EA53}"/>
          </ac:spMkLst>
        </pc:spChg>
        <pc:spChg chg="mod">
          <ac:chgData name="VICTOR JOSE GONZALEZ RODRIGUEZ" userId="3fdd7208-0adc-40d2-a594-662a5d66d0ad" providerId="ADAL" clId="{359FD5A0-C0E1-4F46-AEB0-51555EFEF171}" dt="2025-11-24T07:48:26.466" v="8" actId="962"/>
          <ac:spMkLst>
            <pc:docMk/>
            <pc:sldMk cId="3663637" sldId="2686"/>
            <ac:spMk id="13" creationId="{4A3FE7D6-2668-4468-B863-4B50AD9A7633}"/>
          </ac:spMkLst>
        </pc:spChg>
        <pc:picChg chg="mod">
          <ac:chgData name="VICTOR JOSE GONZALEZ RODRIGUEZ" userId="3fdd7208-0adc-40d2-a594-662a5d66d0ad" providerId="ADAL" clId="{359FD5A0-C0E1-4F46-AEB0-51555EFEF171}" dt="2025-11-24T07:48:26.466" v="8" actId="962"/>
          <ac:picMkLst>
            <pc:docMk/>
            <pc:sldMk cId="3663637" sldId="2686"/>
            <ac:picMk id="5" creationId="{6EB87910-BD52-7B66-6ECE-FD5AB3648D7D}"/>
          </ac:picMkLst>
        </pc:picChg>
      </pc:sldChg>
      <pc:sldChg chg="modSp mod">
        <pc:chgData name="VICTOR JOSE GONZALEZ RODRIGUEZ" userId="3fdd7208-0adc-40d2-a594-662a5d66d0ad" providerId="ADAL" clId="{359FD5A0-C0E1-4F46-AEB0-51555EFEF171}" dt="2025-11-24T07:48:39.224" v="10" actId="962"/>
        <pc:sldMkLst>
          <pc:docMk/>
          <pc:sldMk cId="2919348967" sldId="2687"/>
        </pc:sldMkLst>
        <pc:spChg chg="mod">
          <ac:chgData name="VICTOR JOSE GONZALEZ RODRIGUEZ" userId="3fdd7208-0adc-40d2-a594-662a5d66d0ad" providerId="ADAL" clId="{359FD5A0-C0E1-4F46-AEB0-51555EFEF171}" dt="2025-11-24T07:48:39.224" v="10" actId="962"/>
          <ac:spMkLst>
            <pc:docMk/>
            <pc:sldMk cId="2919348967" sldId="2687"/>
            <ac:spMk id="3" creationId="{05D9310F-A24A-2728-643C-00697D748240}"/>
          </ac:spMkLst>
        </pc:spChg>
        <pc:spChg chg="mod">
          <ac:chgData name="VICTOR JOSE GONZALEZ RODRIGUEZ" userId="3fdd7208-0adc-40d2-a594-662a5d66d0ad" providerId="ADAL" clId="{359FD5A0-C0E1-4F46-AEB0-51555EFEF171}" dt="2025-11-24T07:48:39.224" v="10" actId="962"/>
          <ac:spMkLst>
            <pc:docMk/>
            <pc:sldMk cId="2919348967" sldId="2687"/>
            <ac:spMk id="4" creationId="{D4F9FE0B-3349-3539-51D3-1BAFFA2F91D5}"/>
          </ac:spMkLst>
        </pc:spChg>
        <pc:spChg chg="mod">
          <ac:chgData name="VICTOR JOSE GONZALEZ RODRIGUEZ" userId="3fdd7208-0adc-40d2-a594-662a5d66d0ad" providerId="ADAL" clId="{359FD5A0-C0E1-4F46-AEB0-51555EFEF171}" dt="2025-11-24T07:48:39.224" v="10" actId="962"/>
          <ac:spMkLst>
            <pc:docMk/>
            <pc:sldMk cId="2919348967" sldId="2687"/>
            <ac:spMk id="5" creationId="{C988FCA0-D2F1-F88D-0AA9-5704BE24FDA6}"/>
          </ac:spMkLst>
        </pc:spChg>
        <pc:spChg chg="mod">
          <ac:chgData name="VICTOR JOSE GONZALEZ RODRIGUEZ" userId="3fdd7208-0adc-40d2-a594-662a5d66d0ad" providerId="ADAL" clId="{359FD5A0-C0E1-4F46-AEB0-51555EFEF171}" dt="2025-11-24T07:48:39.224" v="10" actId="962"/>
          <ac:spMkLst>
            <pc:docMk/>
            <pc:sldMk cId="2919348967" sldId="2687"/>
            <ac:spMk id="6" creationId="{9415BCB8-1A18-EAEE-CDA7-2A84CB1C7F3D}"/>
          </ac:spMkLst>
        </pc:spChg>
        <pc:spChg chg="mod">
          <ac:chgData name="VICTOR JOSE GONZALEZ RODRIGUEZ" userId="3fdd7208-0adc-40d2-a594-662a5d66d0ad" providerId="ADAL" clId="{359FD5A0-C0E1-4F46-AEB0-51555EFEF171}" dt="2025-11-24T07:48:39.224" v="10" actId="962"/>
          <ac:spMkLst>
            <pc:docMk/>
            <pc:sldMk cId="2919348967" sldId="2687"/>
            <ac:spMk id="7" creationId="{AA43ED8A-F229-B11B-E761-3B9EE018B93B}"/>
          </ac:spMkLst>
        </pc:spChg>
        <pc:spChg chg="mod">
          <ac:chgData name="VICTOR JOSE GONZALEZ RODRIGUEZ" userId="3fdd7208-0adc-40d2-a594-662a5d66d0ad" providerId="ADAL" clId="{359FD5A0-C0E1-4F46-AEB0-51555EFEF171}" dt="2025-11-24T07:48:39.224" v="10" actId="962"/>
          <ac:spMkLst>
            <pc:docMk/>
            <pc:sldMk cId="2919348967" sldId="2687"/>
            <ac:spMk id="10" creationId="{1878DA2F-0813-FEA2-1224-FDA577CC6D1E}"/>
          </ac:spMkLst>
        </pc:spChg>
        <pc:spChg chg="mod">
          <ac:chgData name="VICTOR JOSE GONZALEZ RODRIGUEZ" userId="3fdd7208-0adc-40d2-a594-662a5d66d0ad" providerId="ADAL" clId="{359FD5A0-C0E1-4F46-AEB0-51555EFEF171}" dt="2025-11-24T07:48:39.224" v="10" actId="962"/>
          <ac:spMkLst>
            <pc:docMk/>
            <pc:sldMk cId="2919348967" sldId="2687"/>
            <ac:spMk id="11" creationId="{8F571969-5716-C31F-6823-D5B88EB06CFA}"/>
          </ac:spMkLst>
        </pc:spChg>
        <pc:picChg chg="mod">
          <ac:chgData name="VICTOR JOSE GONZALEZ RODRIGUEZ" userId="3fdd7208-0adc-40d2-a594-662a5d66d0ad" providerId="ADAL" clId="{359FD5A0-C0E1-4F46-AEB0-51555EFEF171}" dt="2025-11-24T07:48:39.224" v="10" actId="962"/>
          <ac:picMkLst>
            <pc:docMk/>
            <pc:sldMk cId="2919348967" sldId="2687"/>
            <ac:picMk id="12" creationId="{44470F93-5F6F-B5E1-5628-DD2B78B18B16}"/>
          </ac:picMkLst>
        </pc:picChg>
      </pc:sldChg>
      <pc:sldChg chg="modSp mod">
        <pc:chgData name="VICTOR JOSE GONZALEZ RODRIGUEZ" userId="3fdd7208-0adc-40d2-a594-662a5d66d0ad" providerId="ADAL" clId="{359FD5A0-C0E1-4F46-AEB0-51555EFEF171}" dt="2025-11-24T07:49:08.305" v="13" actId="13244"/>
        <pc:sldMkLst>
          <pc:docMk/>
          <pc:sldMk cId="2598259651" sldId="2688"/>
        </pc:sldMkLst>
        <pc:spChg chg="mod">
          <ac:chgData name="VICTOR JOSE GONZALEZ RODRIGUEZ" userId="3fdd7208-0adc-40d2-a594-662a5d66d0ad" providerId="ADAL" clId="{359FD5A0-C0E1-4F46-AEB0-51555EFEF171}" dt="2025-11-24T07:48:54.939" v="11" actId="962"/>
          <ac:spMkLst>
            <pc:docMk/>
            <pc:sldMk cId="2598259651" sldId="2688"/>
            <ac:spMk id="3" creationId="{9E16031A-28AD-1CC8-A301-5B7F15E76CBA}"/>
          </ac:spMkLst>
        </pc:spChg>
        <pc:spChg chg="mod">
          <ac:chgData name="VICTOR JOSE GONZALEZ RODRIGUEZ" userId="3fdd7208-0adc-40d2-a594-662a5d66d0ad" providerId="ADAL" clId="{359FD5A0-C0E1-4F46-AEB0-51555EFEF171}" dt="2025-11-24T07:48:54.939" v="11" actId="962"/>
          <ac:spMkLst>
            <pc:docMk/>
            <pc:sldMk cId="2598259651" sldId="2688"/>
            <ac:spMk id="4" creationId="{DA52FF6D-640E-E5CB-2AFD-FA24BBBE74D2}"/>
          </ac:spMkLst>
        </pc:spChg>
        <pc:spChg chg="mod">
          <ac:chgData name="VICTOR JOSE GONZALEZ RODRIGUEZ" userId="3fdd7208-0adc-40d2-a594-662a5d66d0ad" providerId="ADAL" clId="{359FD5A0-C0E1-4F46-AEB0-51555EFEF171}" dt="2025-11-24T07:48:54.939" v="11" actId="962"/>
          <ac:spMkLst>
            <pc:docMk/>
            <pc:sldMk cId="2598259651" sldId="2688"/>
            <ac:spMk id="5" creationId="{B3DCF899-A4CE-AD7D-C602-0E1145C64209}"/>
          </ac:spMkLst>
        </pc:spChg>
        <pc:spChg chg="mod">
          <ac:chgData name="VICTOR JOSE GONZALEZ RODRIGUEZ" userId="3fdd7208-0adc-40d2-a594-662a5d66d0ad" providerId="ADAL" clId="{359FD5A0-C0E1-4F46-AEB0-51555EFEF171}" dt="2025-11-24T07:48:54.939" v="11" actId="962"/>
          <ac:spMkLst>
            <pc:docMk/>
            <pc:sldMk cId="2598259651" sldId="2688"/>
            <ac:spMk id="6" creationId="{F2CAB900-95B6-41CB-DCBC-3D14F6084499}"/>
          </ac:spMkLst>
        </pc:spChg>
        <pc:spChg chg="mod">
          <ac:chgData name="VICTOR JOSE GONZALEZ RODRIGUEZ" userId="3fdd7208-0adc-40d2-a594-662a5d66d0ad" providerId="ADAL" clId="{359FD5A0-C0E1-4F46-AEB0-51555EFEF171}" dt="2025-11-24T07:48:54.939" v="11" actId="962"/>
          <ac:spMkLst>
            <pc:docMk/>
            <pc:sldMk cId="2598259651" sldId="2688"/>
            <ac:spMk id="7" creationId="{D97B4A4A-CB7B-65FB-1E84-0C25F0C4EFD6}"/>
          </ac:spMkLst>
        </pc:spChg>
        <pc:spChg chg="mod">
          <ac:chgData name="VICTOR JOSE GONZALEZ RODRIGUEZ" userId="3fdd7208-0adc-40d2-a594-662a5d66d0ad" providerId="ADAL" clId="{359FD5A0-C0E1-4F46-AEB0-51555EFEF171}" dt="2025-11-24T07:48:54.939" v="11" actId="962"/>
          <ac:spMkLst>
            <pc:docMk/>
            <pc:sldMk cId="2598259651" sldId="2688"/>
            <ac:spMk id="10" creationId="{EC1F835F-0E77-276F-1F37-181089FB5053}"/>
          </ac:spMkLst>
        </pc:spChg>
        <pc:spChg chg="mod">
          <ac:chgData name="VICTOR JOSE GONZALEZ RODRIGUEZ" userId="3fdd7208-0adc-40d2-a594-662a5d66d0ad" providerId="ADAL" clId="{359FD5A0-C0E1-4F46-AEB0-51555EFEF171}" dt="2025-11-24T07:48:54.939" v="11" actId="962"/>
          <ac:spMkLst>
            <pc:docMk/>
            <pc:sldMk cId="2598259651" sldId="2688"/>
            <ac:spMk id="11" creationId="{0BA1C127-F561-E75A-852F-717F76341E61}"/>
          </ac:spMkLst>
        </pc:spChg>
        <pc:spChg chg="ord">
          <ac:chgData name="VICTOR JOSE GONZALEZ RODRIGUEZ" userId="3fdd7208-0adc-40d2-a594-662a5d66d0ad" providerId="ADAL" clId="{359FD5A0-C0E1-4F46-AEB0-51555EFEF171}" dt="2025-11-24T07:49:01.008" v="12" actId="13244"/>
          <ac:spMkLst>
            <pc:docMk/>
            <pc:sldMk cId="2598259651" sldId="2688"/>
            <ac:spMk id="12" creationId="{BA7BB2ED-0E0D-41C0-BA34-A8EFF5DAF844}"/>
          </ac:spMkLst>
        </pc:spChg>
        <pc:spChg chg="ord">
          <ac:chgData name="VICTOR JOSE GONZALEZ RODRIGUEZ" userId="3fdd7208-0adc-40d2-a594-662a5d66d0ad" providerId="ADAL" clId="{359FD5A0-C0E1-4F46-AEB0-51555EFEF171}" dt="2025-11-24T07:49:08.305" v="13" actId="13244"/>
          <ac:spMkLst>
            <pc:docMk/>
            <pc:sldMk cId="2598259651" sldId="2688"/>
            <ac:spMk id="18" creationId="{59FCD823-FF7A-D5C4-AA1E-C3238492B385}"/>
          </ac:spMkLst>
        </pc:spChg>
        <pc:picChg chg="mod">
          <ac:chgData name="VICTOR JOSE GONZALEZ RODRIGUEZ" userId="3fdd7208-0adc-40d2-a594-662a5d66d0ad" providerId="ADAL" clId="{359FD5A0-C0E1-4F46-AEB0-51555EFEF171}" dt="2025-11-24T07:48:54.939" v="11" actId="962"/>
          <ac:picMkLst>
            <pc:docMk/>
            <pc:sldMk cId="2598259651" sldId="2688"/>
            <ac:picMk id="14" creationId="{A6E0286C-3B4A-4307-F892-1BCAF1514C1C}"/>
          </ac:picMkLst>
        </pc:picChg>
        <pc:picChg chg="mod">
          <ac:chgData name="VICTOR JOSE GONZALEZ RODRIGUEZ" userId="3fdd7208-0adc-40d2-a594-662a5d66d0ad" providerId="ADAL" clId="{359FD5A0-C0E1-4F46-AEB0-51555EFEF171}" dt="2025-11-24T07:48:54.939" v="11" actId="962"/>
          <ac:picMkLst>
            <pc:docMk/>
            <pc:sldMk cId="2598259651" sldId="2688"/>
            <ac:picMk id="17" creationId="{4CBD7ED0-8D17-5348-FBBB-1ADB9AA0BE5B}"/>
          </ac:picMkLst>
        </pc:picChg>
      </pc:sldChg>
      <pc:sldChg chg="modSp mod">
        <pc:chgData name="VICTOR JOSE GONZALEZ RODRIGUEZ" userId="3fdd7208-0adc-40d2-a594-662a5d66d0ad" providerId="ADAL" clId="{359FD5A0-C0E1-4F46-AEB0-51555EFEF171}" dt="2025-11-24T07:50:29.033" v="19" actId="13244"/>
        <pc:sldMkLst>
          <pc:docMk/>
          <pc:sldMk cId="2547884106" sldId="2689"/>
        </pc:sldMkLst>
        <pc:spChg chg="mod">
          <ac:chgData name="VICTOR JOSE GONZALEZ RODRIGUEZ" userId="3fdd7208-0adc-40d2-a594-662a5d66d0ad" providerId="ADAL" clId="{359FD5A0-C0E1-4F46-AEB0-51555EFEF171}" dt="2025-11-24T07:50:25.391" v="18" actId="962"/>
          <ac:spMkLst>
            <pc:docMk/>
            <pc:sldMk cId="2547884106" sldId="2689"/>
            <ac:spMk id="2" creationId="{5356708F-AE3F-8C26-6183-4AB699693DDB}"/>
          </ac:spMkLst>
        </pc:spChg>
        <pc:spChg chg="mod">
          <ac:chgData name="VICTOR JOSE GONZALEZ RODRIGUEZ" userId="3fdd7208-0adc-40d2-a594-662a5d66d0ad" providerId="ADAL" clId="{359FD5A0-C0E1-4F46-AEB0-51555EFEF171}" dt="2025-11-24T07:50:25.391" v="18" actId="962"/>
          <ac:spMkLst>
            <pc:docMk/>
            <pc:sldMk cId="2547884106" sldId="2689"/>
            <ac:spMk id="3" creationId="{DE691F28-742F-BC95-4086-70B56DF6B255}"/>
          </ac:spMkLst>
        </pc:spChg>
        <pc:spChg chg="mod">
          <ac:chgData name="VICTOR JOSE GONZALEZ RODRIGUEZ" userId="3fdd7208-0adc-40d2-a594-662a5d66d0ad" providerId="ADAL" clId="{359FD5A0-C0E1-4F46-AEB0-51555EFEF171}" dt="2025-11-24T07:50:25.391" v="18" actId="962"/>
          <ac:spMkLst>
            <pc:docMk/>
            <pc:sldMk cId="2547884106" sldId="2689"/>
            <ac:spMk id="6" creationId="{97C34F71-56E6-9E03-14BE-4DCE1464935A}"/>
          </ac:spMkLst>
        </pc:spChg>
        <pc:spChg chg="mod">
          <ac:chgData name="VICTOR JOSE GONZALEZ RODRIGUEZ" userId="3fdd7208-0adc-40d2-a594-662a5d66d0ad" providerId="ADAL" clId="{359FD5A0-C0E1-4F46-AEB0-51555EFEF171}" dt="2025-11-24T07:50:25.391" v="18" actId="962"/>
          <ac:spMkLst>
            <pc:docMk/>
            <pc:sldMk cId="2547884106" sldId="2689"/>
            <ac:spMk id="7" creationId="{2951F128-A392-B81D-8A9F-70FB0EF3FFFF}"/>
          </ac:spMkLst>
        </pc:spChg>
        <pc:spChg chg="mod">
          <ac:chgData name="VICTOR JOSE GONZALEZ RODRIGUEZ" userId="3fdd7208-0adc-40d2-a594-662a5d66d0ad" providerId="ADAL" clId="{359FD5A0-C0E1-4F46-AEB0-51555EFEF171}" dt="2025-11-24T07:50:25.391" v="18" actId="962"/>
          <ac:spMkLst>
            <pc:docMk/>
            <pc:sldMk cId="2547884106" sldId="2689"/>
            <ac:spMk id="8" creationId="{D1F6CFE7-D9BF-BD4D-C87F-3E0F3CE6E318}"/>
          </ac:spMkLst>
        </pc:spChg>
        <pc:spChg chg="mod">
          <ac:chgData name="VICTOR JOSE GONZALEZ RODRIGUEZ" userId="3fdd7208-0adc-40d2-a594-662a5d66d0ad" providerId="ADAL" clId="{359FD5A0-C0E1-4F46-AEB0-51555EFEF171}" dt="2025-11-24T07:50:25.391" v="18" actId="962"/>
          <ac:spMkLst>
            <pc:docMk/>
            <pc:sldMk cId="2547884106" sldId="2689"/>
            <ac:spMk id="9" creationId="{7D883524-C0FC-2530-C801-903F0DB37895}"/>
          </ac:spMkLst>
        </pc:spChg>
        <pc:spChg chg="mod">
          <ac:chgData name="VICTOR JOSE GONZALEZ RODRIGUEZ" userId="3fdd7208-0adc-40d2-a594-662a5d66d0ad" providerId="ADAL" clId="{359FD5A0-C0E1-4F46-AEB0-51555EFEF171}" dt="2025-11-24T07:50:25.391" v="18" actId="962"/>
          <ac:spMkLst>
            <pc:docMk/>
            <pc:sldMk cId="2547884106" sldId="2689"/>
            <ac:spMk id="10" creationId="{091FFA57-55CC-EB96-BF23-9130B694E447}"/>
          </ac:spMkLst>
        </pc:spChg>
        <pc:spChg chg="ord">
          <ac:chgData name="VICTOR JOSE GONZALEZ RODRIGUEZ" userId="3fdd7208-0adc-40d2-a594-662a5d66d0ad" providerId="ADAL" clId="{359FD5A0-C0E1-4F46-AEB0-51555EFEF171}" dt="2025-11-24T07:50:29.033" v="19" actId="13244"/>
          <ac:spMkLst>
            <pc:docMk/>
            <pc:sldMk cId="2547884106" sldId="2689"/>
            <ac:spMk id="13" creationId="{E8748A40-F688-492F-2D76-085A6CB984B7}"/>
          </ac:spMkLst>
        </pc:spChg>
        <pc:picChg chg="mod">
          <ac:chgData name="VICTOR JOSE GONZALEZ RODRIGUEZ" userId="3fdd7208-0adc-40d2-a594-662a5d66d0ad" providerId="ADAL" clId="{359FD5A0-C0E1-4F46-AEB0-51555EFEF171}" dt="2025-11-24T07:50:25.391" v="18" actId="962"/>
          <ac:picMkLst>
            <pc:docMk/>
            <pc:sldMk cId="2547884106" sldId="2689"/>
            <ac:picMk id="19" creationId="{1624FA9E-4124-D46B-C0B7-9404286CA3E8}"/>
          </ac:picMkLst>
        </pc:picChg>
      </pc:sldChg>
      <pc:sldChg chg="modSp mod">
        <pc:chgData name="VICTOR JOSE GONZALEZ RODRIGUEZ" userId="3fdd7208-0adc-40d2-a594-662a5d66d0ad" providerId="ADAL" clId="{359FD5A0-C0E1-4F46-AEB0-51555EFEF171}" dt="2025-11-24T07:49:23.550" v="15" actId="13244"/>
        <pc:sldMkLst>
          <pc:docMk/>
          <pc:sldMk cId="2238499087" sldId="2690"/>
        </pc:sldMkLst>
        <pc:spChg chg="mod">
          <ac:chgData name="VICTOR JOSE GONZALEZ RODRIGUEZ" userId="3fdd7208-0adc-40d2-a594-662a5d66d0ad" providerId="ADAL" clId="{359FD5A0-C0E1-4F46-AEB0-51555EFEF171}" dt="2025-11-24T07:49:18.257" v="14" actId="962"/>
          <ac:spMkLst>
            <pc:docMk/>
            <pc:sldMk cId="2238499087" sldId="2690"/>
            <ac:spMk id="3" creationId="{F60FB8E5-AD91-2956-2A40-569930555209}"/>
          </ac:spMkLst>
        </pc:spChg>
        <pc:spChg chg="mod">
          <ac:chgData name="VICTOR JOSE GONZALEZ RODRIGUEZ" userId="3fdd7208-0adc-40d2-a594-662a5d66d0ad" providerId="ADAL" clId="{359FD5A0-C0E1-4F46-AEB0-51555EFEF171}" dt="2025-11-24T07:49:18.257" v="14" actId="962"/>
          <ac:spMkLst>
            <pc:docMk/>
            <pc:sldMk cId="2238499087" sldId="2690"/>
            <ac:spMk id="4" creationId="{87A60D52-2A66-13A0-33D8-157BCD123139}"/>
          </ac:spMkLst>
        </pc:spChg>
        <pc:spChg chg="mod">
          <ac:chgData name="VICTOR JOSE GONZALEZ RODRIGUEZ" userId="3fdd7208-0adc-40d2-a594-662a5d66d0ad" providerId="ADAL" clId="{359FD5A0-C0E1-4F46-AEB0-51555EFEF171}" dt="2025-11-24T07:49:18.257" v="14" actId="962"/>
          <ac:spMkLst>
            <pc:docMk/>
            <pc:sldMk cId="2238499087" sldId="2690"/>
            <ac:spMk id="5" creationId="{0D44442C-63ED-F9D7-20A0-A54EF56A3732}"/>
          </ac:spMkLst>
        </pc:spChg>
        <pc:spChg chg="mod">
          <ac:chgData name="VICTOR JOSE GONZALEZ RODRIGUEZ" userId="3fdd7208-0adc-40d2-a594-662a5d66d0ad" providerId="ADAL" clId="{359FD5A0-C0E1-4F46-AEB0-51555EFEF171}" dt="2025-11-24T07:49:18.257" v="14" actId="962"/>
          <ac:spMkLst>
            <pc:docMk/>
            <pc:sldMk cId="2238499087" sldId="2690"/>
            <ac:spMk id="6" creationId="{B474718A-041D-16F0-F53C-3EB9E469C20E}"/>
          </ac:spMkLst>
        </pc:spChg>
        <pc:spChg chg="mod">
          <ac:chgData name="VICTOR JOSE GONZALEZ RODRIGUEZ" userId="3fdd7208-0adc-40d2-a594-662a5d66d0ad" providerId="ADAL" clId="{359FD5A0-C0E1-4F46-AEB0-51555EFEF171}" dt="2025-11-24T07:49:18.257" v="14" actId="962"/>
          <ac:spMkLst>
            <pc:docMk/>
            <pc:sldMk cId="2238499087" sldId="2690"/>
            <ac:spMk id="7" creationId="{F1118A5B-7858-55A6-7D33-012F8BBCFC02}"/>
          </ac:spMkLst>
        </pc:spChg>
        <pc:spChg chg="ord">
          <ac:chgData name="VICTOR JOSE GONZALEZ RODRIGUEZ" userId="3fdd7208-0adc-40d2-a594-662a5d66d0ad" providerId="ADAL" clId="{359FD5A0-C0E1-4F46-AEB0-51555EFEF171}" dt="2025-11-24T07:49:23.550" v="15" actId="13244"/>
          <ac:spMkLst>
            <pc:docMk/>
            <pc:sldMk cId="2238499087" sldId="2690"/>
            <ac:spMk id="10" creationId="{1CC74074-BD7D-C158-DC93-F3C6FD170C54}"/>
          </ac:spMkLst>
        </pc:spChg>
        <pc:spChg chg="mod">
          <ac:chgData name="VICTOR JOSE GONZALEZ RODRIGUEZ" userId="3fdd7208-0adc-40d2-a594-662a5d66d0ad" providerId="ADAL" clId="{359FD5A0-C0E1-4F46-AEB0-51555EFEF171}" dt="2025-11-24T07:49:18.257" v="14" actId="962"/>
          <ac:spMkLst>
            <pc:docMk/>
            <pc:sldMk cId="2238499087" sldId="2690"/>
            <ac:spMk id="11" creationId="{B3514613-3B19-2728-583A-3C2787DCF442}"/>
          </ac:spMkLst>
        </pc:spChg>
        <pc:spChg chg="mod">
          <ac:chgData name="VICTOR JOSE GONZALEZ RODRIGUEZ" userId="3fdd7208-0adc-40d2-a594-662a5d66d0ad" providerId="ADAL" clId="{359FD5A0-C0E1-4F46-AEB0-51555EFEF171}" dt="2025-11-24T07:49:18.257" v="14" actId="962"/>
          <ac:spMkLst>
            <pc:docMk/>
            <pc:sldMk cId="2238499087" sldId="2690"/>
            <ac:spMk id="12" creationId="{D74B5BA0-FF0C-E212-3F4C-6DA2FA4343DF}"/>
          </ac:spMkLst>
        </pc:spChg>
        <pc:picChg chg="mod">
          <ac:chgData name="VICTOR JOSE GONZALEZ RODRIGUEZ" userId="3fdd7208-0adc-40d2-a594-662a5d66d0ad" providerId="ADAL" clId="{359FD5A0-C0E1-4F46-AEB0-51555EFEF171}" dt="2025-11-24T07:49:18.257" v="14" actId="962"/>
          <ac:picMkLst>
            <pc:docMk/>
            <pc:sldMk cId="2238499087" sldId="2690"/>
            <ac:picMk id="16" creationId="{B7291119-4B9C-F540-D280-6A878895D68E}"/>
          </ac:picMkLst>
        </pc:picChg>
        <pc:picChg chg="mod">
          <ac:chgData name="VICTOR JOSE GONZALEZ RODRIGUEZ" userId="3fdd7208-0adc-40d2-a594-662a5d66d0ad" providerId="ADAL" clId="{359FD5A0-C0E1-4F46-AEB0-51555EFEF171}" dt="2025-11-24T07:49:18.257" v="14" actId="962"/>
          <ac:picMkLst>
            <pc:docMk/>
            <pc:sldMk cId="2238499087" sldId="2690"/>
            <ac:picMk id="17" creationId="{3E4B2CC5-54C6-E62D-98DF-9575EF4FC48D}"/>
          </ac:picMkLst>
        </pc:picChg>
      </pc:sldChg>
      <pc:sldChg chg="modSp mod">
        <pc:chgData name="VICTOR JOSE GONZALEZ RODRIGUEZ" userId="3fdd7208-0adc-40d2-a594-662a5d66d0ad" providerId="ADAL" clId="{359FD5A0-C0E1-4F46-AEB0-51555EFEF171}" dt="2025-11-24T07:50:15.674" v="17" actId="13244"/>
        <pc:sldMkLst>
          <pc:docMk/>
          <pc:sldMk cId="2983660269" sldId="2691"/>
        </pc:sldMkLst>
        <pc:spChg chg="mod">
          <ac:chgData name="VICTOR JOSE GONZALEZ RODRIGUEZ" userId="3fdd7208-0adc-40d2-a594-662a5d66d0ad" providerId="ADAL" clId="{359FD5A0-C0E1-4F46-AEB0-51555EFEF171}" dt="2025-11-24T07:50:10.747" v="16" actId="962"/>
          <ac:spMkLst>
            <pc:docMk/>
            <pc:sldMk cId="2983660269" sldId="2691"/>
            <ac:spMk id="2" creationId="{F3857863-4EA9-5A7B-1438-A3570D6265B4}"/>
          </ac:spMkLst>
        </pc:spChg>
        <pc:spChg chg="mod">
          <ac:chgData name="VICTOR JOSE GONZALEZ RODRIGUEZ" userId="3fdd7208-0adc-40d2-a594-662a5d66d0ad" providerId="ADAL" clId="{359FD5A0-C0E1-4F46-AEB0-51555EFEF171}" dt="2025-11-24T07:50:10.747" v="16" actId="962"/>
          <ac:spMkLst>
            <pc:docMk/>
            <pc:sldMk cId="2983660269" sldId="2691"/>
            <ac:spMk id="3" creationId="{A6CC216E-9226-7B13-9991-E6DE828BAE1E}"/>
          </ac:spMkLst>
        </pc:spChg>
        <pc:spChg chg="mod">
          <ac:chgData name="VICTOR JOSE GONZALEZ RODRIGUEZ" userId="3fdd7208-0adc-40d2-a594-662a5d66d0ad" providerId="ADAL" clId="{359FD5A0-C0E1-4F46-AEB0-51555EFEF171}" dt="2025-11-24T07:50:10.747" v="16" actId="962"/>
          <ac:spMkLst>
            <pc:docMk/>
            <pc:sldMk cId="2983660269" sldId="2691"/>
            <ac:spMk id="6" creationId="{C64BC667-6AA7-7797-B27F-3184B651CF90}"/>
          </ac:spMkLst>
        </pc:spChg>
        <pc:spChg chg="mod">
          <ac:chgData name="VICTOR JOSE GONZALEZ RODRIGUEZ" userId="3fdd7208-0adc-40d2-a594-662a5d66d0ad" providerId="ADAL" clId="{359FD5A0-C0E1-4F46-AEB0-51555EFEF171}" dt="2025-11-24T07:50:10.747" v="16" actId="962"/>
          <ac:spMkLst>
            <pc:docMk/>
            <pc:sldMk cId="2983660269" sldId="2691"/>
            <ac:spMk id="9" creationId="{E7414A41-D2DD-E477-5209-1E1BE09440FA}"/>
          </ac:spMkLst>
        </pc:spChg>
        <pc:spChg chg="mod">
          <ac:chgData name="VICTOR JOSE GONZALEZ RODRIGUEZ" userId="3fdd7208-0adc-40d2-a594-662a5d66d0ad" providerId="ADAL" clId="{359FD5A0-C0E1-4F46-AEB0-51555EFEF171}" dt="2025-11-24T07:50:10.747" v="16" actId="962"/>
          <ac:spMkLst>
            <pc:docMk/>
            <pc:sldMk cId="2983660269" sldId="2691"/>
            <ac:spMk id="10" creationId="{C343378C-138D-86D6-D85F-63AE1C5BE5A0}"/>
          </ac:spMkLst>
        </pc:spChg>
        <pc:spChg chg="mod">
          <ac:chgData name="VICTOR JOSE GONZALEZ RODRIGUEZ" userId="3fdd7208-0adc-40d2-a594-662a5d66d0ad" providerId="ADAL" clId="{359FD5A0-C0E1-4F46-AEB0-51555EFEF171}" dt="2025-11-24T07:50:10.747" v="16" actId="962"/>
          <ac:spMkLst>
            <pc:docMk/>
            <pc:sldMk cId="2983660269" sldId="2691"/>
            <ac:spMk id="11" creationId="{6C2865FF-07DC-9FDA-B50A-B4EF355B4330}"/>
          </ac:spMkLst>
        </pc:spChg>
        <pc:spChg chg="mod">
          <ac:chgData name="VICTOR JOSE GONZALEZ RODRIGUEZ" userId="3fdd7208-0adc-40d2-a594-662a5d66d0ad" providerId="ADAL" clId="{359FD5A0-C0E1-4F46-AEB0-51555EFEF171}" dt="2025-11-24T07:50:10.747" v="16" actId="962"/>
          <ac:spMkLst>
            <pc:docMk/>
            <pc:sldMk cId="2983660269" sldId="2691"/>
            <ac:spMk id="12" creationId="{B761808E-99F4-E4DF-3C0B-2084CD2B4DD6}"/>
          </ac:spMkLst>
        </pc:spChg>
        <pc:spChg chg="mod">
          <ac:chgData name="VICTOR JOSE GONZALEZ RODRIGUEZ" userId="3fdd7208-0adc-40d2-a594-662a5d66d0ad" providerId="ADAL" clId="{359FD5A0-C0E1-4F46-AEB0-51555EFEF171}" dt="2025-11-24T07:50:10.747" v="16" actId="962"/>
          <ac:spMkLst>
            <pc:docMk/>
            <pc:sldMk cId="2983660269" sldId="2691"/>
            <ac:spMk id="13" creationId="{FB5E8013-53B4-3B70-FE74-58C196091CA7}"/>
          </ac:spMkLst>
        </pc:spChg>
        <pc:spChg chg="ord">
          <ac:chgData name="VICTOR JOSE GONZALEZ RODRIGUEZ" userId="3fdd7208-0adc-40d2-a594-662a5d66d0ad" providerId="ADAL" clId="{359FD5A0-C0E1-4F46-AEB0-51555EFEF171}" dt="2025-11-24T07:50:15.674" v="17" actId="13244"/>
          <ac:spMkLst>
            <pc:docMk/>
            <pc:sldMk cId="2983660269" sldId="2691"/>
            <ac:spMk id="16" creationId="{AEAEEFFE-F875-6D41-4701-A4EB90EACC14}"/>
          </ac:spMkLst>
        </pc:spChg>
        <pc:picChg chg="mod">
          <ac:chgData name="VICTOR JOSE GONZALEZ RODRIGUEZ" userId="3fdd7208-0adc-40d2-a594-662a5d66d0ad" providerId="ADAL" clId="{359FD5A0-C0E1-4F46-AEB0-51555EFEF171}" dt="2025-11-24T07:50:10.747" v="16" actId="962"/>
          <ac:picMkLst>
            <pc:docMk/>
            <pc:sldMk cId="2983660269" sldId="2691"/>
            <ac:picMk id="7" creationId="{2A1C8A7D-B664-433D-23C4-21C1DA30B321}"/>
          </ac:picMkLst>
        </pc:picChg>
        <pc:picChg chg="mod">
          <ac:chgData name="VICTOR JOSE GONZALEZ RODRIGUEZ" userId="3fdd7208-0adc-40d2-a594-662a5d66d0ad" providerId="ADAL" clId="{359FD5A0-C0E1-4F46-AEB0-51555EFEF171}" dt="2025-11-24T07:50:10.747" v="16" actId="962"/>
          <ac:picMkLst>
            <pc:docMk/>
            <pc:sldMk cId="2983660269" sldId="2691"/>
            <ac:picMk id="21" creationId="{0FE5C1B6-B60B-5FE8-684C-6211CFFA9234}"/>
          </ac:picMkLst>
        </pc:picChg>
      </pc:sldChg>
      <pc:sldChg chg="modSp mod">
        <pc:chgData name="VICTOR JOSE GONZALEZ RODRIGUEZ" userId="3fdd7208-0adc-40d2-a594-662a5d66d0ad" providerId="ADAL" clId="{359FD5A0-C0E1-4F46-AEB0-51555EFEF171}" dt="2025-11-24T07:50:39.035" v="21" actId="13244"/>
        <pc:sldMkLst>
          <pc:docMk/>
          <pc:sldMk cId="2559558632" sldId="2692"/>
        </pc:sldMkLst>
        <pc:spChg chg="mod">
          <ac:chgData name="VICTOR JOSE GONZALEZ RODRIGUEZ" userId="3fdd7208-0adc-40d2-a594-662a5d66d0ad" providerId="ADAL" clId="{359FD5A0-C0E1-4F46-AEB0-51555EFEF171}" dt="2025-11-24T07:50:35.414" v="20" actId="962"/>
          <ac:spMkLst>
            <pc:docMk/>
            <pc:sldMk cId="2559558632" sldId="2692"/>
            <ac:spMk id="3" creationId="{1F184312-CA5D-B0E6-F393-9769610118A3}"/>
          </ac:spMkLst>
        </pc:spChg>
        <pc:spChg chg="mod">
          <ac:chgData name="VICTOR JOSE GONZALEZ RODRIGUEZ" userId="3fdd7208-0adc-40d2-a594-662a5d66d0ad" providerId="ADAL" clId="{359FD5A0-C0E1-4F46-AEB0-51555EFEF171}" dt="2025-11-24T07:50:35.414" v="20" actId="962"/>
          <ac:spMkLst>
            <pc:docMk/>
            <pc:sldMk cId="2559558632" sldId="2692"/>
            <ac:spMk id="4" creationId="{AAD7D352-208A-D2D7-DBEF-49A98F9F9F00}"/>
          </ac:spMkLst>
        </pc:spChg>
        <pc:spChg chg="mod">
          <ac:chgData name="VICTOR JOSE GONZALEZ RODRIGUEZ" userId="3fdd7208-0adc-40d2-a594-662a5d66d0ad" providerId="ADAL" clId="{359FD5A0-C0E1-4F46-AEB0-51555EFEF171}" dt="2025-11-24T07:50:35.414" v="20" actId="962"/>
          <ac:spMkLst>
            <pc:docMk/>
            <pc:sldMk cId="2559558632" sldId="2692"/>
            <ac:spMk id="5" creationId="{0BCAC3BB-49DF-0582-E47A-46F52D779FB5}"/>
          </ac:spMkLst>
        </pc:spChg>
        <pc:spChg chg="mod">
          <ac:chgData name="VICTOR JOSE GONZALEZ RODRIGUEZ" userId="3fdd7208-0adc-40d2-a594-662a5d66d0ad" providerId="ADAL" clId="{359FD5A0-C0E1-4F46-AEB0-51555EFEF171}" dt="2025-11-24T07:50:35.414" v="20" actId="962"/>
          <ac:spMkLst>
            <pc:docMk/>
            <pc:sldMk cId="2559558632" sldId="2692"/>
            <ac:spMk id="6" creationId="{BDAB08DC-D512-03D9-E65E-6231DB53CBF3}"/>
          </ac:spMkLst>
        </pc:spChg>
        <pc:spChg chg="mod">
          <ac:chgData name="VICTOR JOSE GONZALEZ RODRIGUEZ" userId="3fdd7208-0adc-40d2-a594-662a5d66d0ad" providerId="ADAL" clId="{359FD5A0-C0E1-4F46-AEB0-51555EFEF171}" dt="2025-11-24T07:50:35.414" v="20" actId="962"/>
          <ac:spMkLst>
            <pc:docMk/>
            <pc:sldMk cId="2559558632" sldId="2692"/>
            <ac:spMk id="7" creationId="{3C38F698-1633-8C6B-531D-054A1BD28991}"/>
          </ac:spMkLst>
        </pc:spChg>
        <pc:spChg chg="ord">
          <ac:chgData name="VICTOR JOSE GONZALEZ RODRIGUEZ" userId="3fdd7208-0adc-40d2-a594-662a5d66d0ad" providerId="ADAL" clId="{359FD5A0-C0E1-4F46-AEB0-51555EFEF171}" dt="2025-11-24T07:50:39.035" v="21" actId="13244"/>
          <ac:spMkLst>
            <pc:docMk/>
            <pc:sldMk cId="2559558632" sldId="2692"/>
            <ac:spMk id="10" creationId="{D83661A8-2BDA-9A74-0C89-353D9F2E4F02}"/>
          </ac:spMkLst>
        </pc:spChg>
        <pc:spChg chg="mod">
          <ac:chgData name="VICTOR JOSE GONZALEZ RODRIGUEZ" userId="3fdd7208-0adc-40d2-a594-662a5d66d0ad" providerId="ADAL" clId="{359FD5A0-C0E1-4F46-AEB0-51555EFEF171}" dt="2025-11-24T07:50:35.414" v="20" actId="962"/>
          <ac:spMkLst>
            <pc:docMk/>
            <pc:sldMk cId="2559558632" sldId="2692"/>
            <ac:spMk id="11" creationId="{3C8DCD70-83E7-B7D6-303F-2534FB762C26}"/>
          </ac:spMkLst>
        </pc:spChg>
        <pc:spChg chg="mod">
          <ac:chgData name="VICTOR JOSE GONZALEZ RODRIGUEZ" userId="3fdd7208-0adc-40d2-a594-662a5d66d0ad" providerId="ADAL" clId="{359FD5A0-C0E1-4F46-AEB0-51555EFEF171}" dt="2025-11-24T07:50:35.414" v="20" actId="962"/>
          <ac:spMkLst>
            <pc:docMk/>
            <pc:sldMk cId="2559558632" sldId="2692"/>
            <ac:spMk id="12" creationId="{1A5865FC-4ADB-E666-D5A0-C6A7B4AA91F7}"/>
          </ac:spMkLst>
        </pc:spChg>
        <pc:picChg chg="mod">
          <ac:chgData name="VICTOR JOSE GONZALEZ RODRIGUEZ" userId="3fdd7208-0adc-40d2-a594-662a5d66d0ad" providerId="ADAL" clId="{359FD5A0-C0E1-4F46-AEB0-51555EFEF171}" dt="2025-11-24T07:50:35.414" v="20" actId="962"/>
          <ac:picMkLst>
            <pc:docMk/>
            <pc:sldMk cId="2559558632" sldId="2692"/>
            <ac:picMk id="13" creationId="{DCA34444-75F3-47C6-78AF-834668865342}"/>
          </ac:picMkLst>
        </pc:picChg>
      </pc:sldChg>
      <pc:sldChg chg="modSp mod">
        <pc:chgData name="VICTOR JOSE GONZALEZ RODRIGUEZ" userId="3fdd7208-0adc-40d2-a594-662a5d66d0ad" providerId="ADAL" clId="{359FD5A0-C0E1-4F46-AEB0-51555EFEF171}" dt="2025-11-24T07:50:52.095" v="24" actId="13244"/>
        <pc:sldMkLst>
          <pc:docMk/>
          <pc:sldMk cId="248940531" sldId="2693"/>
        </pc:sldMkLst>
        <pc:spChg chg="mod">
          <ac:chgData name="VICTOR JOSE GONZALEZ RODRIGUEZ" userId="3fdd7208-0adc-40d2-a594-662a5d66d0ad" providerId="ADAL" clId="{359FD5A0-C0E1-4F46-AEB0-51555EFEF171}" dt="2025-11-24T07:50:45.481" v="22" actId="962"/>
          <ac:spMkLst>
            <pc:docMk/>
            <pc:sldMk cId="248940531" sldId="2693"/>
            <ac:spMk id="3" creationId="{B8389532-9BB7-0ED5-D2A2-0162E18963EB}"/>
          </ac:spMkLst>
        </pc:spChg>
        <pc:spChg chg="mod">
          <ac:chgData name="VICTOR JOSE GONZALEZ RODRIGUEZ" userId="3fdd7208-0adc-40d2-a594-662a5d66d0ad" providerId="ADAL" clId="{359FD5A0-C0E1-4F46-AEB0-51555EFEF171}" dt="2025-11-24T07:50:45.481" v="22" actId="962"/>
          <ac:spMkLst>
            <pc:docMk/>
            <pc:sldMk cId="248940531" sldId="2693"/>
            <ac:spMk id="4" creationId="{DF9C1E56-26A1-67D2-BD02-4F2E947AB9B5}"/>
          </ac:spMkLst>
        </pc:spChg>
        <pc:spChg chg="mod">
          <ac:chgData name="VICTOR JOSE GONZALEZ RODRIGUEZ" userId="3fdd7208-0adc-40d2-a594-662a5d66d0ad" providerId="ADAL" clId="{359FD5A0-C0E1-4F46-AEB0-51555EFEF171}" dt="2025-11-24T07:50:45.481" v="22" actId="962"/>
          <ac:spMkLst>
            <pc:docMk/>
            <pc:sldMk cId="248940531" sldId="2693"/>
            <ac:spMk id="5" creationId="{E93B7C2A-2693-1DDF-AE9B-7825B1599E9C}"/>
          </ac:spMkLst>
        </pc:spChg>
        <pc:spChg chg="mod">
          <ac:chgData name="VICTOR JOSE GONZALEZ RODRIGUEZ" userId="3fdd7208-0adc-40d2-a594-662a5d66d0ad" providerId="ADAL" clId="{359FD5A0-C0E1-4F46-AEB0-51555EFEF171}" dt="2025-11-24T07:50:45.481" v="22" actId="962"/>
          <ac:spMkLst>
            <pc:docMk/>
            <pc:sldMk cId="248940531" sldId="2693"/>
            <ac:spMk id="6" creationId="{BED39446-9F21-82C3-58C1-578803EE0FCB}"/>
          </ac:spMkLst>
        </pc:spChg>
        <pc:spChg chg="mod">
          <ac:chgData name="VICTOR JOSE GONZALEZ RODRIGUEZ" userId="3fdd7208-0adc-40d2-a594-662a5d66d0ad" providerId="ADAL" clId="{359FD5A0-C0E1-4F46-AEB0-51555EFEF171}" dt="2025-11-24T07:50:45.481" v="22" actId="962"/>
          <ac:spMkLst>
            <pc:docMk/>
            <pc:sldMk cId="248940531" sldId="2693"/>
            <ac:spMk id="7" creationId="{7CFCF9C0-09BE-1D21-6496-AD51DC431F62}"/>
          </ac:spMkLst>
        </pc:spChg>
        <pc:spChg chg="ord">
          <ac:chgData name="VICTOR JOSE GONZALEZ RODRIGUEZ" userId="3fdd7208-0adc-40d2-a594-662a5d66d0ad" providerId="ADAL" clId="{359FD5A0-C0E1-4F46-AEB0-51555EFEF171}" dt="2025-11-24T07:50:52.095" v="24" actId="13244"/>
          <ac:spMkLst>
            <pc:docMk/>
            <pc:sldMk cId="248940531" sldId="2693"/>
            <ac:spMk id="10" creationId="{558AAC43-F9DF-7165-2D82-CE7CF5809B82}"/>
          </ac:spMkLst>
        </pc:spChg>
        <pc:spChg chg="mod">
          <ac:chgData name="VICTOR JOSE GONZALEZ RODRIGUEZ" userId="3fdd7208-0adc-40d2-a594-662a5d66d0ad" providerId="ADAL" clId="{359FD5A0-C0E1-4F46-AEB0-51555EFEF171}" dt="2025-11-24T07:50:45.481" v="22" actId="962"/>
          <ac:spMkLst>
            <pc:docMk/>
            <pc:sldMk cId="248940531" sldId="2693"/>
            <ac:spMk id="11" creationId="{3960139E-C73B-EE59-9240-65A5089E816E}"/>
          </ac:spMkLst>
        </pc:spChg>
        <pc:spChg chg="mod">
          <ac:chgData name="VICTOR JOSE GONZALEZ RODRIGUEZ" userId="3fdd7208-0adc-40d2-a594-662a5d66d0ad" providerId="ADAL" clId="{359FD5A0-C0E1-4F46-AEB0-51555EFEF171}" dt="2025-11-24T07:50:45.481" v="22" actId="962"/>
          <ac:spMkLst>
            <pc:docMk/>
            <pc:sldMk cId="248940531" sldId="2693"/>
            <ac:spMk id="12" creationId="{029FA53F-5793-0122-0B3C-BD7EFACF7C54}"/>
          </ac:spMkLst>
        </pc:spChg>
        <pc:picChg chg="mod">
          <ac:chgData name="VICTOR JOSE GONZALEZ RODRIGUEZ" userId="3fdd7208-0adc-40d2-a594-662a5d66d0ad" providerId="ADAL" clId="{359FD5A0-C0E1-4F46-AEB0-51555EFEF171}" dt="2025-11-24T07:50:45.481" v="22" actId="962"/>
          <ac:picMkLst>
            <pc:docMk/>
            <pc:sldMk cId="248940531" sldId="2693"/>
            <ac:picMk id="13" creationId="{19590B26-3C90-D809-6C79-EA1448F285B3}"/>
          </ac:picMkLst>
        </pc:picChg>
      </pc:sldChg>
      <pc:sldChg chg="modSp mod">
        <pc:chgData name="VICTOR JOSE GONZALEZ RODRIGUEZ" userId="3fdd7208-0adc-40d2-a594-662a5d66d0ad" providerId="ADAL" clId="{359FD5A0-C0E1-4F46-AEB0-51555EFEF171}" dt="2025-11-24T07:51:12.900" v="28" actId="13244"/>
        <pc:sldMkLst>
          <pc:docMk/>
          <pc:sldMk cId="2482010362" sldId="2694"/>
        </pc:sldMkLst>
        <pc:spChg chg="mod">
          <ac:chgData name="VICTOR JOSE GONZALEZ RODRIGUEZ" userId="3fdd7208-0adc-40d2-a594-662a5d66d0ad" providerId="ADAL" clId="{359FD5A0-C0E1-4F46-AEB0-51555EFEF171}" dt="2025-11-24T07:51:09.473" v="27" actId="962"/>
          <ac:spMkLst>
            <pc:docMk/>
            <pc:sldMk cId="2482010362" sldId="2694"/>
            <ac:spMk id="2" creationId="{154D6BA9-50FC-B3AA-F638-E445EF9A1068}"/>
          </ac:spMkLst>
        </pc:spChg>
        <pc:spChg chg="mod">
          <ac:chgData name="VICTOR JOSE GONZALEZ RODRIGUEZ" userId="3fdd7208-0adc-40d2-a594-662a5d66d0ad" providerId="ADAL" clId="{359FD5A0-C0E1-4F46-AEB0-51555EFEF171}" dt="2025-11-24T07:51:09.473" v="27" actId="962"/>
          <ac:spMkLst>
            <pc:docMk/>
            <pc:sldMk cId="2482010362" sldId="2694"/>
            <ac:spMk id="3" creationId="{B623027B-EC10-E7F6-EEC0-D298479B3C7A}"/>
          </ac:spMkLst>
        </pc:spChg>
        <pc:spChg chg="mod">
          <ac:chgData name="VICTOR JOSE GONZALEZ RODRIGUEZ" userId="3fdd7208-0adc-40d2-a594-662a5d66d0ad" providerId="ADAL" clId="{359FD5A0-C0E1-4F46-AEB0-51555EFEF171}" dt="2025-11-24T07:51:09.473" v="27" actId="962"/>
          <ac:spMkLst>
            <pc:docMk/>
            <pc:sldMk cId="2482010362" sldId="2694"/>
            <ac:spMk id="4" creationId="{3582DDC4-AE9A-2ED9-6C5D-9CE7FD6D0316}"/>
          </ac:spMkLst>
        </pc:spChg>
        <pc:spChg chg="mod">
          <ac:chgData name="VICTOR JOSE GONZALEZ RODRIGUEZ" userId="3fdd7208-0adc-40d2-a594-662a5d66d0ad" providerId="ADAL" clId="{359FD5A0-C0E1-4F46-AEB0-51555EFEF171}" dt="2025-11-24T07:51:09.473" v="27" actId="962"/>
          <ac:spMkLst>
            <pc:docMk/>
            <pc:sldMk cId="2482010362" sldId="2694"/>
            <ac:spMk id="5" creationId="{2D4D37C2-74F9-801C-A33A-1D233A16C117}"/>
          </ac:spMkLst>
        </pc:spChg>
        <pc:spChg chg="mod">
          <ac:chgData name="VICTOR JOSE GONZALEZ RODRIGUEZ" userId="3fdd7208-0adc-40d2-a594-662a5d66d0ad" providerId="ADAL" clId="{359FD5A0-C0E1-4F46-AEB0-51555EFEF171}" dt="2025-11-24T07:51:09.473" v="27" actId="962"/>
          <ac:spMkLst>
            <pc:docMk/>
            <pc:sldMk cId="2482010362" sldId="2694"/>
            <ac:spMk id="6" creationId="{11324219-5E49-8261-7927-88A1919909CA}"/>
          </ac:spMkLst>
        </pc:spChg>
        <pc:spChg chg="mod">
          <ac:chgData name="VICTOR JOSE GONZALEZ RODRIGUEZ" userId="3fdd7208-0adc-40d2-a594-662a5d66d0ad" providerId="ADAL" clId="{359FD5A0-C0E1-4F46-AEB0-51555EFEF171}" dt="2025-11-24T07:51:09.473" v="27" actId="962"/>
          <ac:spMkLst>
            <pc:docMk/>
            <pc:sldMk cId="2482010362" sldId="2694"/>
            <ac:spMk id="7" creationId="{CA935669-332E-1697-30E9-7F1D7DEEC590}"/>
          </ac:spMkLst>
        </pc:spChg>
        <pc:spChg chg="mod">
          <ac:chgData name="VICTOR JOSE GONZALEZ RODRIGUEZ" userId="3fdd7208-0adc-40d2-a594-662a5d66d0ad" providerId="ADAL" clId="{359FD5A0-C0E1-4F46-AEB0-51555EFEF171}" dt="2025-11-24T07:51:09.473" v="27" actId="962"/>
          <ac:spMkLst>
            <pc:docMk/>
            <pc:sldMk cId="2482010362" sldId="2694"/>
            <ac:spMk id="10" creationId="{2AF926AE-0B56-32A8-554F-BE1D01451A1B}"/>
          </ac:spMkLst>
        </pc:spChg>
        <pc:spChg chg="ord">
          <ac:chgData name="VICTOR JOSE GONZALEZ RODRIGUEZ" userId="3fdd7208-0adc-40d2-a594-662a5d66d0ad" providerId="ADAL" clId="{359FD5A0-C0E1-4F46-AEB0-51555EFEF171}" dt="2025-11-24T07:51:12.900" v="28" actId="13244"/>
          <ac:spMkLst>
            <pc:docMk/>
            <pc:sldMk cId="2482010362" sldId="2694"/>
            <ac:spMk id="15" creationId="{7D4107FD-6AF0-C7E4-D709-2363B139755A}"/>
          </ac:spMkLst>
        </pc:spChg>
        <pc:picChg chg="mod">
          <ac:chgData name="VICTOR JOSE GONZALEZ RODRIGUEZ" userId="3fdd7208-0adc-40d2-a594-662a5d66d0ad" providerId="ADAL" clId="{359FD5A0-C0E1-4F46-AEB0-51555EFEF171}" dt="2025-11-24T07:51:09.473" v="27" actId="962"/>
          <ac:picMkLst>
            <pc:docMk/>
            <pc:sldMk cId="2482010362" sldId="2694"/>
            <ac:picMk id="13" creationId="{59B485A0-26A8-2FF3-847A-BF5DBBAFE56B}"/>
          </ac:picMkLst>
        </pc:picChg>
      </pc:sldChg>
      <pc:sldChg chg="modSp mod">
        <pc:chgData name="VICTOR JOSE GONZALEZ RODRIGUEZ" userId="3fdd7208-0adc-40d2-a594-662a5d66d0ad" providerId="ADAL" clId="{359FD5A0-C0E1-4F46-AEB0-51555EFEF171}" dt="2025-11-24T07:51:02.002" v="26" actId="13244"/>
        <pc:sldMkLst>
          <pc:docMk/>
          <pc:sldMk cId="2539121397" sldId="2695"/>
        </pc:sldMkLst>
        <pc:spChg chg="mod">
          <ac:chgData name="VICTOR JOSE GONZALEZ RODRIGUEZ" userId="3fdd7208-0adc-40d2-a594-662a5d66d0ad" providerId="ADAL" clId="{359FD5A0-C0E1-4F46-AEB0-51555EFEF171}" dt="2025-11-24T07:50:58.018" v="25" actId="962"/>
          <ac:spMkLst>
            <pc:docMk/>
            <pc:sldMk cId="2539121397" sldId="2695"/>
            <ac:spMk id="3" creationId="{E807B276-C420-73A7-D01A-3241C7E8B564}"/>
          </ac:spMkLst>
        </pc:spChg>
        <pc:spChg chg="mod">
          <ac:chgData name="VICTOR JOSE GONZALEZ RODRIGUEZ" userId="3fdd7208-0adc-40d2-a594-662a5d66d0ad" providerId="ADAL" clId="{359FD5A0-C0E1-4F46-AEB0-51555EFEF171}" dt="2025-11-24T07:50:58.018" v="25" actId="962"/>
          <ac:spMkLst>
            <pc:docMk/>
            <pc:sldMk cId="2539121397" sldId="2695"/>
            <ac:spMk id="4" creationId="{0DFECFE8-C44A-A2A6-63DF-84286DBED9E4}"/>
          </ac:spMkLst>
        </pc:spChg>
        <pc:spChg chg="mod">
          <ac:chgData name="VICTOR JOSE GONZALEZ RODRIGUEZ" userId="3fdd7208-0adc-40d2-a594-662a5d66d0ad" providerId="ADAL" clId="{359FD5A0-C0E1-4F46-AEB0-51555EFEF171}" dt="2025-11-24T07:50:58.018" v="25" actId="962"/>
          <ac:spMkLst>
            <pc:docMk/>
            <pc:sldMk cId="2539121397" sldId="2695"/>
            <ac:spMk id="5" creationId="{EEAB4E55-8757-5920-1160-B4FFFFEE553E}"/>
          </ac:spMkLst>
        </pc:spChg>
        <pc:spChg chg="mod">
          <ac:chgData name="VICTOR JOSE GONZALEZ RODRIGUEZ" userId="3fdd7208-0adc-40d2-a594-662a5d66d0ad" providerId="ADAL" clId="{359FD5A0-C0E1-4F46-AEB0-51555EFEF171}" dt="2025-11-24T07:50:58.018" v="25" actId="962"/>
          <ac:spMkLst>
            <pc:docMk/>
            <pc:sldMk cId="2539121397" sldId="2695"/>
            <ac:spMk id="6" creationId="{F49F0F79-537B-830E-46BA-3FCE44CAD601}"/>
          </ac:spMkLst>
        </pc:spChg>
        <pc:spChg chg="mod">
          <ac:chgData name="VICTOR JOSE GONZALEZ RODRIGUEZ" userId="3fdd7208-0adc-40d2-a594-662a5d66d0ad" providerId="ADAL" clId="{359FD5A0-C0E1-4F46-AEB0-51555EFEF171}" dt="2025-11-24T07:50:58.018" v="25" actId="962"/>
          <ac:spMkLst>
            <pc:docMk/>
            <pc:sldMk cId="2539121397" sldId="2695"/>
            <ac:spMk id="7" creationId="{72DE2BED-2087-1BA4-96FF-27F52C8D931B}"/>
          </ac:spMkLst>
        </pc:spChg>
        <pc:spChg chg="ord">
          <ac:chgData name="VICTOR JOSE GONZALEZ RODRIGUEZ" userId="3fdd7208-0adc-40d2-a594-662a5d66d0ad" providerId="ADAL" clId="{359FD5A0-C0E1-4F46-AEB0-51555EFEF171}" dt="2025-11-24T07:51:02.002" v="26" actId="13244"/>
          <ac:spMkLst>
            <pc:docMk/>
            <pc:sldMk cId="2539121397" sldId="2695"/>
            <ac:spMk id="10" creationId="{2F0633DF-DFEE-A55C-D951-CFCFACD8C404}"/>
          </ac:spMkLst>
        </pc:spChg>
        <pc:spChg chg="mod">
          <ac:chgData name="VICTOR JOSE GONZALEZ RODRIGUEZ" userId="3fdd7208-0adc-40d2-a594-662a5d66d0ad" providerId="ADAL" clId="{359FD5A0-C0E1-4F46-AEB0-51555EFEF171}" dt="2025-11-24T07:50:58.018" v="25" actId="962"/>
          <ac:spMkLst>
            <pc:docMk/>
            <pc:sldMk cId="2539121397" sldId="2695"/>
            <ac:spMk id="11" creationId="{4DEA82B4-080B-26E3-7F4D-BC17F4A12BE8}"/>
          </ac:spMkLst>
        </pc:spChg>
        <pc:spChg chg="mod">
          <ac:chgData name="VICTOR JOSE GONZALEZ RODRIGUEZ" userId="3fdd7208-0adc-40d2-a594-662a5d66d0ad" providerId="ADAL" clId="{359FD5A0-C0E1-4F46-AEB0-51555EFEF171}" dt="2025-11-24T07:50:58.018" v="25" actId="962"/>
          <ac:spMkLst>
            <pc:docMk/>
            <pc:sldMk cId="2539121397" sldId="2695"/>
            <ac:spMk id="12" creationId="{1ECF48BE-40D7-631E-BF74-3B04CF65E122}"/>
          </ac:spMkLst>
        </pc:spChg>
        <pc:picChg chg="mod">
          <ac:chgData name="VICTOR JOSE GONZALEZ RODRIGUEZ" userId="3fdd7208-0adc-40d2-a594-662a5d66d0ad" providerId="ADAL" clId="{359FD5A0-C0E1-4F46-AEB0-51555EFEF171}" dt="2025-11-24T07:50:58.018" v="25" actId="962"/>
          <ac:picMkLst>
            <pc:docMk/>
            <pc:sldMk cId="2539121397" sldId="2695"/>
            <ac:picMk id="13" creationId="{0944B481-5989-315D-8226-34D07DA7C789}"/>
          </ac:picMkLst>
        </pc:picChg>
      </pc:sldChg>
      <pc:sldChg chg="modSp mod">
        <pc:chgData name="VICTOR JOSE GONZALEZ RODRIGUEZ" userId="3fdd7208-0adc-40d2-a594-662a5d66d0ad" providerId="ADAL" clId="{359FD5A0-C0E1-4F46-AEB0-51555EFEF171}" dt="2025-11-24T07:51:23.351" v="31" actId="13244"/>
        <pc:sldMkLst>
          <pc:docMk/>
          <pc:sldMk cId="1298176168" sldId="2696"/>
        </pc:sldMkLst>
        <pc:spChg chg="mod">
          <ac:chgData name="VICTOR JOSE GONZALEZ RODRIGUEZ" userId="3fdd7208-0adc-40d2-a594-662a5d66d0ad" providerId="ADAL" clId="{359FD5A0-C0E1-4F46-AEB0-51555EFEF171}" dt="2025-11-24T07:51:19.909" v="29" actId="962"/>
          <ac:spMkLst>
            <pc:docMk/>
            <pc:sldMk cId="1298176168" sldId="2696"/>
            <ac:spMk id="2" creationId="{58F37C91-A785-E526-A99C-176BD2BF4596}"/>
          </ac:spMkLst>
        </pc:spChg>
        <pc:spChg chg="mod">
          <ac:chgData name="VICTOR JOSE GONZALEZ RODRIGUEZ" userId="3fdd7208-0adc-40d2-a594-662a5d66d0ad" providerId="ADAL" clId="{359FD5A0-C0E1-4F46-AEB0-51555EFEF171}" dt="2025-11-24T07:51:19.909" v="29" actId="962"/>
          <ac:spMkLst>
            <pc:docMk/>
            <pc:sldMk cId="1298176168" sldId="2696"/>
            <ac:spMk id="3" creationId="{26424285-61D5-ADB3-8516-FCF4F6F873B8}"/>
          </ac:spMkLst>
        </pc:spChg>
        <pc:spChg chg="mod">
          <ac:chgData name="VICTOR JOSE GONZALEZ RODRIGUEZ" userId="3fdd7208-0adc-40d2-a594-662a5d66d0ad" providerId="ADAL" clId="{359FD5A0-C0E1-4F46-AEB0-51555EFEF171}" dt="2025-11-24T07:51:19.909" v="29" actId="962"/>
          <ac:spMkLst>
            <pc:docMk/>
            <pc:sldMk cId="1298176168" sldId="2696"/>
            <ac:spMk id="4" creationId="{AA46F0AC-A17A-6D58-71FB-F2078516D441}"/>
          </ac:spMkLst>
        </pc:spChg>
        <pc:spChg chg="mod">
          <ac:chgData name="VICTOR JOSE GONZALEZ RODRIGUEZ" userId="3fdd7208-0adc-40d2-a594-662a5d66d0ad" providerId="ADAL" clId="{359FD5A0-C0E1-4F46-AEB0-51555EFEF171}" dt="2025-11-24T07:51:19.909" v="29" actId="962"/>
          <ac:spMkLst>
            <pc:docMk/>
            <pc:sldMk cId="1298176168" sldId="2696"/>
            <ac:spMk id="5" creationId="{25AF3E8F-03FA-7901-EAE6-7669B2F2DA6C}"/>
          </ac:spMkLst>
        </pc:spChg>
        <pc:spChg chg="mod">
          <ac:chgData name="VICTOR JOSE GONZALEZ RODRIGUEZ" userId="3fdd7208-0adc-40d2-a594-662a5d66d0ad" providerId="ADAL" clId="{359FD5A0-C0E1-4F46-AEB0-51555EFEF171}" dt="2025-11-24T07:51:19.909" v="29" actId="962"/>
          <ac:spMkLst>
            <pc:docMk/>
            <pc:sldMk cId="1298176168" sldId="2696"/>
            <ac:spMk id="6" creationId="{BD4E3F8B-0D08-82E0-A27C-7E88840541DC}"/>
          </ac:spMkLst>
        </pc:spChg>
        <pc:spChg chg="mod">
          <ac:chgData name="VICTOR JOSE GONZALEZ RODRIGUEZ" userId="3fdd7208-0adc-40d2-a594-662a5d66d0ad" providerId="ADAL" clId="{359FD5A0-C0E1-4F46-AEB0-51555EFEF171}" dt="2025-11-24T07:51:19.909" v="29" actId="962"/>
          <ac:spMkLst>
            <pc:docMk/>
            <pc:sldMk cId="1298176168" sldId="2696"/>
            <ac:spMk id="9" creationId="{7BB7E5B5-10BB-4052-13F0-3D9A211724FE}"/>
          </ac:spMkLst>
        </pc:spChg>
        <pc:spChg chg="mod ord">
          <ac:chgData name="VICTOR JOSE GONZALEZ RODRIGUEZ" userId="3fdd7208-0adc-40d2-a594-662a5d66d0ad" providerId="ADAL" clId="{359FD5A0-C0E1-4F46-AEB0-51555EFEF171}" dt="2025-11-24T07:51:23.351" v="31" actId="13244"/>
          <ac:spMkLst>
            <pc:docMk/>
            <pc:sldMk cId="1298176168" sldId="2696"/>
            <ac:spMk id="11" creationId="{4006EC5A-C17C-E617-561F-B357F73B147E}"/>
          </ac:spMkLst>
        </pc:spChg>
        <pc:spChg chg="mod">
          <ac:chgData name="VICTOR JOSE GONZALEZ RODRIGUEZ" userId="3fdd7208-0adc-40d2-a594-662a5d66d0ad" providerId="ADAL" clId="{359FD5A0-C0E1-4F46-AEB0-51555EFEF171}" dt="2025-11-24T07:51:19.909" v="29" actId="962"/>
          <ac:spMkLst>
            <pc:docMk/>
            <pc:sldMk cId="1298176168" sldId="2696"/>
            <ac:spMk id="14" creationId="{D96E3F18-7A09-FE3C-A8EE-6EC2EA9C6768}"/>
          </ac:spMkLst>
        </pc:spChg>
      </pc:sldChg>
      <pc:sldChg chg="modSp mod">
        <pc:chgData name="VICTOR JOSE GONZALEZ RODRIGUEZ" userId="3fdd7208-0adc-40d2-a594-662a5d66d0ad" providerId="ADAL" clId="{359FD5A0-C0E1-4F46-AEB0-51555EFEF171}" dt="2025-11-24T07:51:58.749" v="36" actId="962"/>
        <pc:sldMkLst>
          <pc:docMk/>
          <pc:sldMk cId="3305384363" sldId="2975"/>
        </pc:sldMkLst>
        <pc:spChg chg="mod">
          <ac:chgData name="VICTOR JOSE GONZALEZ RODRIGUEZ" userId="3fdd7208-0adc-40d2-a594-662a5d66d0ad" providerId="ADAL" clId="{359FD5A0-C0E1-4F46-AEB0-51555EFEF171}" dt="2025-11-24T07:51:58.749" v="36" actId="962"/>
          <ac:spMkLst>
            <pc:docMk/>
            <pc:sldMk cId="3305384363" sldId="2975"/>
            <ac:spMk id="2" creationId="{7B9E6560-D6FF-E430-B69E-2DA7E2912372}"/>
          </ac:spMkLst>
        </pc:spChg>
        <pc:spChg chg="mod">
          <ac:chgData name="VICTOR JOSE GONZALEZ RODRIGUEZ" userId="3fdd7208-0adc-40d2-a594-662a5d66d0ad" providerId="ADAL" clId="{359FD5A0-C0E1-4F46-AEB0-51555EFEF171}" dt="2025-11-24T07:51:58.749" v="36" actId="962"/>
          <ac:spMkLst>
            <pc:docMk/>
            <pc:sldMk cId="3305384363" sldId="2975"/>
            <ac:spMk id="5" creationId="{3E355DDC-8CE1-4301-A6A4-32AF61713721}"/>
          </ac:spMkLst>
        </pc:spChg>
        <pc:spChg chg="mod">
          <ac:chgData name="VICTOR JOSE GONZALEZ RODRIGUEZ" userId="3fdd7208-0adc-40d2-a594-662a5d66d0ad" providerId="ADAL" clId="{359FD5A0-C0E1-4F46-AEB0-51555EFEF171}" dt="2025-11-24T07:51:58.749" v="36" actId="962"/>
          <ac:spMkLst>
            <pc:docMk/>
            <pc:sldMk cId="3305384363" sldId="2975"/>
            <ac:spMk id="6" creationId="{CFDD7F6E-C973-89F0-67F9-C4DF55908CA4}"/>
          </ac:spMkLst>
        </pc:spChg>
        <pc:spChg chg="mod">
          <ac:chgData name="VICTOR JOSE GONZALEZ RODRIGUEZ" userId="3fdd7208-0adc-40d2-a594-662a5d66d0ad" providerId="ADAL" clId="{359FD5A0-C0E1-4F46-AEB0-51555EFEF171}" dt="2025-11-24T07:51:58.749" v="36" actId="962"/>
          <ac:spMkLst>
            <pc:docMk/>
            <pc:sldMk cId="3305384363" sldId="2975"/>
            <ac:spMk id="7" creationId="{2295BE50-ACA9-1BC3-9543-7FBDF484070A}"/>
          </ac:spMkLst>
        </pc:spChg>
        <pc:spChg chg="mod">
          <ac:chgData name="VICTOR JOSE GONZALEZ RODRIGUEZ" userId="3fdd7208-0adc-40d2-a594-662a5d66d0ad" providerId="ADAL" clId="{359FD5A0-C0E1-4F46-AEB0-51555EFEF171}" dt="2025-11-24T07:51:58.749" v="36" actId="962"/>
          <ac:spMkLst>
            <pc:docMk/>
            <pc:sldMk cId="3305384363" sldId="2975"/>
            <ac:spMk id="8" creationId="{CF04666F-3054-7256-B821-67DE7233DF09}"/>
          </ac:spMkLst>
        </pc:spChg>
        <pc:spChg chg="mod">
          <ac:chgData name="VICTOR JOSE GONZALEZ RODRIGUEZ" userId="3fdd7208-0adc-40d2-a594-662a5d66d0ad" providerId="ADAL" clId="{359FD5A0-C0E1-4F46-AEB0-51555EFEF171}" dt="2025-11-24T07:51:58.749" v="36" actId="962"/>
          <ac:spMkLst>
            <pc:docMk/>
            <pc:sldMk cId="3305384363" sldId="2975"/>
            <ac:spMk id="9" creationId="{A0CCF34C-F077-F009-C067-AD1F3258F6F9}"/>
          </ac:spMkLst>
        </pc:spChg>
        <pc:spChg chg="mod">
          <ac:chgData name="VICTOR JOSE GONZALEZ RODRIGUEZ" userId="3fdd7208-0adc-40d2-a594-662a5d66d0ad" providerId="ADAL" clId="{359FD5A0-C0E1-4F46-AEB0-51555EFEF171}" dt="2025-11-24T07:51:58.749" v="36" actId="962"/>
          <ac:spMkLst>
            <pc:docMk/>
            <pc:sldMk cId="3305384363" sldId="2975"/>
            <ac:spMk id="12" creationId="{1B2AF8D2-47EA-3A31-5127-B0FC3A2C891F}"/>
          </ac:spMkLst>
        </pc:spChg>
        <pc:picChg chg="mod">
          <ac:chgData name="VICTOR JOSE GONZALEZ RODRIGUEZ" userId="3fdd7208-0adc-40d2-a594-662a5d66d0ad" providerId="ADAL" clId="{359FD5A0-C0E1-4F46-AEB0-51555EFEF171}" dt="2025-11-24T07:51:58.749" v="36" actId="962"/>
          <ac:picMkLst>
            <pc:docMk/>
            <pc:sldMk cId="3305384363" sldId="2975"/>
            <ac:picMk id="3" creationId="{DF67ADC9-EA91-F127-094D-0EBFEF1830A2}"/>
          </ac:picMkLst>
        </pc:picChg>
      </pc:sldChg>
      <pc:sldChg chg="modSp mod">
        <pc:chgData name="VICTOR JOSE GONZALEZ RODRIGUEZ" userId="3fdd7208-0adc-40d2-a594-662a5d66d0ad" providerId="ADAL" clId="{359FD5A0-C0E1-4F46-AEB0-51555EFEF171}" dt="2025-11-24T07:52:03.279" v="37" actId="962"/>
        <pc:sldMkLst>
          <pc:docMk/>
          <pc:sldMk cId="773569106" sldId="2976"/>
        </pc:sldMkLst>
        <pc:spChg chg="mod">
          <ac:chgData name="VICTOR JOSE GONZALEZ RODRIGUEZ" userId="3fdd7208-0adc-40d2-a594-662a5d66d0ad" providerId="ADAL" clId="{359FD5A0-C0E1-4F46-AEB0-51555EFEF171}" dt="2025-11-24T07:52:03.279" v="37" actId="962"/>
          <ac:spMkLst>
            <pc:docMk/>
            <pc:sldMk cId="773569106" sldId="2976"/>
            <ac:spMk id="2" creationId="{C7D3594A-D0E1-F45B-E75C-EB6469D1C7C8}"/>
          </ac:spMkLst>
        </pc:spChg>
        <pc:spChg chg="mod">
          <ac:chgData name="VICTOR JOSE GONZALEZ RODRIGUEZ" userId="3fdd7208-0adc-40d2-a594-662a5d66d0ad" providerId="ADAL" clId="{359FD5A0-C0E1-4F46-AEB0-51555EFEF171}" dt="2025-11-24T07:52:03.279" v="37" actId="962"/>
          <ac:spMkLst>
            <pc:docMk/>
            <pc:sldMk cId="773569106" sldId="2976"/>
            <ac:spMk id="5" creationId="{B94D1F4E-F517-17C5-7A0D-963C492EBD6F}"/>
          </ac:spMkLst>
        </pc:spChg>
        <pc:spChg chg="mod">
          <ac:chgData name="VICTOR JOSE GONZALEZ RODRIGUEZ" userId="3fdd7208-0adc-40d2-a594-662a5d66d0ad" providerId="ADAL" clId="{359FD5A0-C0E1-4F46-AEB0-51555EFEF171}" dt="2025-11-24T07:52:03.279" v="37" actId="962"/>
          <ac:spMkLst>
            <pc:docMk/>
            <pc:sldMk cId="773569106" sldId="2976"/>
            <ac:spMk id="6" creationId="{77604BDE-CA71-8EBB-7E30-A326BD184073}"/>
          </ac:spMkLst>
        </pc:spChg>
        <pc:spChg chg="mod">
          <ac:chgData name="VICTOR JOSE GONZALEZ RODRIGUEZ" userId="3fdd7208-0adc-40d2-a594-662a5d66d0ad" providerId="ADAL" clId="{359FD5A0-C0E1-4F46-AEB0-51555EFEF171}" dt="2025-11-24T07:52:03.279" v="37" actId="962"/>
          <ac:spMkLst>
            <pc:docMk/>
            <pc:sldMk cId="773569106" sldId="2976"/>
            <ac:spMk id="7" creationId="{FAED5CB6-FB3B-489B-0B18-C0C5AE898FF0}"/>
          </ac:spMkLst>
        </pc:spChg>
        <pc:spChg chg="mod">
          <ac:chgData name="VICTOR JOSE GONZALEZ RODRIGUEZ" userId="3fdd7208-0adc-40d2-a594-662a5d66d0ad" providerId="ADAL" clId="{359FD5A0-C0E1-4F46-AEB0-51555EFEF171}" dt="2025-11-24T07:52:03.279" v="37" actId="962"/>
          <ac:spMkLst>
            <pc:docMk/>
            <pc:sldMk cId="773569106" sldId="2976"/>
            <ac:spMk id="8" creationId="{EA6DF8E0-F664-C36B-30A4-A0AA6292859F}"/>
          </ac:spMkLst>
        </pc:spChg>
        <pc:spChg chg="mod">
          <ac:chgData name="VICTOR JOSE GONZALEZ RODRIGUEZ" userId="3fdd7208-0adc-40d2-a594-662a5d66d0ad" providerId="ADAL" clId="{359FD5A0-C0E1-4F46-AEB0-51555EFEF171}" dt="2025-11-24T07:52:03.279" v="37" actId="962"/>
          <ac:spMkLst>
            <pc:docMk/>
            <pc:sldMk cId="773569106" sldId="2976"/>
            <ac:spMk id="9" creationId="{68E61E8F-391F-A7FF-498C-ABA90560C215}"/>
          </ac:spMkLst>
        </pc:spChg>
        <pc:spChg chg="mod">
          <ac:chgData name="VICTOR JOSE GONZALEZ RODRIGUEZ" userId="3fdd7208-0adc-40d2-a594-662a5d66d0ad" providerId="ADAL" clId="{359FD5A0-C0E1-4F46-AEB0-51555EFEF171}" dt="2025-11-24T07:52:03.279" v="37" actId="962"/>
          <ac:spMkLst>
            <pc:docMk/>
            <pc:sldMk cId="773569106" sldId="2976"/>
            <ac:spMk id="12" creationId="{4AB2C7FC-931D-1C69-6522-D5D42F952CF3}"/>
          </ac:spMkLst>
        </pc:spChg>
        <pc:picChg chg="mod">
          <ac:chgData name="VICTOR JOSE GONZALEZ RODRIGUEZ" userId="3fdd7208-0adc-40d2-a594-662a5d66d0ad" providerId="ADAL" clId="{359FD5A0-C0E1-4F46-AEB0-51555EFEF171}" dt="2025-11-24T07:52:03.279" v="37" actId="962"/>
          <ac:picMkLst>
            <pc:docMk/>
            <pc:sldMk cId="773569106" sldId="2976"/>
            <ac:picMk id="3" creationId="{B80C2860-9E08-318A-D81B-D0782B4A7E1B}"/>
          </ac:picMkLst>
        </pc:picChg>
      </pc:sldChg>
      <pc:sldChg chg="modSp mod">
        <pc:chgData name="VICTOR JOSE GONZALEZ RODRIGUEZ" userId="3fdd7208-0adc-40d2-a594-662a5d66d0ad" providerId="ADAL" clId="{359FD5A0-C0E1-4F46-AEB0-51555EFEF171}" dt="2025-11-24T07:52:08.993" v="38" actId="962"/>
        <pc:sldMkLst>
          <pc:docMk/>
          <pc:sldMk cId="3886868913" sldId="2977"/>
        </pc:sldMkLst>
        <pc:spChg chg="mod">
          <ac:chgData name="VICTOR JOSE GONZALEZ RODRIGUEZ" userId="3fdd7208-0adc-40d2-a594-662a5d66d0ad" providerId="ADAL" clId="{359FD5A0-C0E1-4F46-AEB0-51555EFEF171}" dt="2025-11-24T07:52:08.993" v="38" actId="962"/>
          <ac:spMkLst>
            <pc:docMk/>
            <pc:sldMk cId="3886868913" sldId="2977"/>
            <ac:spMk id="2" creationId="{FD5F5429-7C2F-CD53-1F04-D677BC5B6860}"/>
          </ac:spMkLst>
        </pc:spChg>
        <pc:spChg chg="mod">
          <ac:chgData name="VICTOR JOSE GONZALEZ RODRIGUEZ" userId="3fdd7208-0adc-40d2-a594-662a5d66d0ad" providerId="ADAL" clId="{359FD5A0-C0E1-4F46-AEB0-51555EFEF171}" dt="2025-11-24T07:52:08.993" v="38" actId="962"/>
          <ac:spMkLst>
            <pc:docMk/>
            <pc:sldMk cId="3886868913" sldId="2977"/>
            <ac:spMk id="5" creationId="{634D8DF2-1CA8-4F9A-35A2-7DD19F5A8620}"/>
          </ac:spMkLst>
        </pc:spChg>
        <pc:spChg chg="mod">
          <ac:chgData name="VICTOR JOSE GONZALEZ RODRIGUEZ" userId="3fdd7208-0adc-40d2-a594-662a5d66d0ad" providerId="ADAL" clId="{359FD5A0-C0E1-4F46-AEB0-51555EFEF171}" dt="2025-11-24T07:52:08.993" v="38" actId="962"/>
          <ac:spMkLst>
            <pc:docMk/>
            <pc:sldMk cId="3886868913" sldId="2977"/>
            <ac:spMk id="6" creationId="{F5D5B6B8-8773-0898-9825-B55F6346D22A}"/>
          </ac:spMkLst>
        </pc:spChg>
        <pc:spChg chg="mod">
          <ac:chgData name="VICTOR JOSE GONZALEZ RODRIGUEZ" userId="3fdd7208-0adc-40d2-a594-662a5d66d0ad" providerId="ADAL" clId="{359FD5A0-C0E1-4F46-AEB0-51555EFEF171}" dt="2025-11-24T07:52:08.993" v="38" actId="962"/>
          <ac:spMkLst>
            <pc:docMk/>
            <pc:sldMk cId="3886868913" sldId="2977"/>
            <ac:spMk id="7" creationId="{0DCFDD71-D3C7-2672-9D35-92001238C055}"/>
          </ac:spMkLst>
        </pc:spChg>
        <pc:spChg chg="mod">
          <ac:chgData name="VICTOR JOSE GONZALEZ RODRIGUEZ" userId="3fdd7208-0adc-40d2-a594-662a5d66d0ad" providerId="ADAL" clId="{359FD5A0-C0E1-4F46-AEB0-51555EFEF171}" dt="2025-11-24T07:52:08.993" v="38" actId="962"/>
          <ac:spMkLst>
            <pc:docMk/>
            <pc:sldMk cId="3886868913" sldId="2977"/>
            <ac:spMk id="8" creationId="{14D74C8B-C5C6-E322-E8E6-469CF0A7A5AC}"/>
          </ac:spMkLst>
        </pc:spChg>
        <pc:spChg chg="mod">
          <ac:chgData name="VICTOR JOSE GONZALEZ RODRIGUEZ" userId="3fdd7208-0adc-40d2-a594-662a5d66d0ad" providerId="ADAL" clId="{359FD5A0-C0E1-4F46-AEB0-51555EFEF171}" dt="2025-11-24T07:52:08.993" v="38" actId="962"/>
          <ac:spMkLst>
            <pc:docMk/>
            <pc:sldMk cId="3886868913" sldId="2977"/>
            <ac:spMk id="9" creationId="{4DF31D2B-5A65-CFA0-6D8F-154235DAB6E2}"/>
          </ac:spMkLst>
        </pc:spChg>
        <pc:spChg chg="mod">
          <ac:chgData name="VICTOR JOSE GONZALEZ RODRIGUEZ" userId="3fdd7208-0adc-40d2-a594-662a5d66d0ad" providerId="ADAL" clId="{359FD5A0-C0E1-4F46-AEB0-51555EFEF171}" dt="2025-11-24T07:52:08.993" v="38" actId="962"/>
          <ac:spMkLst>
            <pc:docMk/>
            <pc:sldMk cId="3886868913" sldId="2977"/>
            <ac:spMk id="12" creationId="{90B5A611-A76F-4B44-E8D5-2AD3E9046F3C}"/>
          </ac:spMkLst>
        </pc:spChg>
        <pc:picChg chg="mod">
          <ac:chgData name="VICTOR JOSE GONZALEZ RODRIGUEZ" userId="3fdd7208-0adc-40d2-a594-662a5d66d0ad" providerId="ADAL" clId="{359FD5A0-C0E1-4F46-AEB0-51555EFEF171}" dt="2025-11-24T07:52:08.993" v="38" actId="962"/>
          <ac:picMkLst>
            <pc:docMk/>
            <pc:sldMk cId="3886868913" sldId="2977"/>
            <ac:picMk id="3" creationId="{DD77D90C-DFB9-CE6B-3092-83714B9D9DC1}"/>
          </ac:picMkLst>
        </pc:picChg>
        <pc:picChg chg="mod">
          <ac:chgData name="VICTOR JOSE GONZALEZ RODRIGUEZ" userId="3fdd7208-0adc-40d2-a594-662a5d66d0ad" providerId="ADAL" clId="{359FD5A0-C0E1-4F46-AEB0-51555EFEF171}" dt="2025-11-24T07:52:08.993" v="38" actId="962"/>
          <ac:picMkLst>
            <pc:docMk/>
            <pc:sldMk cId="3886868913" sldId="2977"/>
            <ac:picMk id="13" creationId="{F382A8E8-27B3-E51C-E5CE-72770293C979}"/>
          </ac:picMkLst>
        </pc:picChg>
      </pc:sldChg>
      <pc:sldChg chg="modSp mod">
        <pc:chgData name="VICTOR JOSE GONZALEZ RODRIGUEZ" userId="3fdd7208-0adc-40d2-a594-662a5d66d0ad" providerId="ADAL" clId="{359FD5A0-C0E1-4F46-AEB0-51555EFEF171}" dt="2025-11-24T07:58:20.804" v="290" actId="962"/>
        <pc:sldMkLst>
          <pc:docMk/>
          <pc:sldMk cId="3788315295" sldId="2978"/>
        </pc:sldMkLst>
        <pc:spChg chg="mod">
          <ac:chgData name="VICTOR JOSE GONZALEZ RODRIGUEZ" userId="3fdd7208-0adc-40d2-a594-662a5d66d0ad" providerId="ADAL" clId="{359FD5A0-C0E1-4F46-AEB0-51555EFEF171}" dt="2025-11-24T07:58:20.804" v="290" actId="962"/>
          <ac:spMkLst>
            <pc:docMk/>
            <pc:sldMk cId="3788315295" sldId="2978"/>
            <ac:spMk id="3" creationId="{36125358-1F01-750A-93E0-FACAA9AA2E8B}"/>
          </ac:spMkLst>
        </pc:spChg>
        <pc:spChg chg="mod">
          <ac:chgData name="VICTOR JOSE GONZALEZ RODRIGUEZ" userId="3fdd7208-0adc-40d2-a594-662a5d66d0ad" providerId="ADAL" clId="{359FD5A0-C0E1-4F46-AEB0-51555EFEF171}" dt="2025-11-24T07:58:20.804" v="290" actId="962"/>
          <ac:spMkLst>
            <pc:docMk/>
            <pc:sldMk cId="3788315295" sldId="2978"/>
            <ac:spMk id="4" creationId="{1317BC30-2DB6-DB8E-C570-C55D53CD9E74}"/>
          </ac:spMkLst>
        </pc:spChg>
        <pc:spChg chg="mod">
          <ac:chgData name="VICTOR JOSE GONZALEZ RODRIGUEZ" userId="3fdd7208-0adc-40d2-a594-662a5d66d0ad" providerId="ADAL" clId="{359FD5A0-C0E1-4F46-AEB0-51555EFEF171}" dt="2025-11-24T07:58:20.804" v="290" actId="962"/>
          <ac:spMkLst>
            <pc:docMk/>
            <pc:sldMk cId="3788315295" sldId="2978"/>
            <ac:spMk id="5" creationId="{3D7C6CBC-0C39-0993-92F0-EB97E19B98E8}"/>
          </ac:spMkLst>
        </pc:spChg>
        <pc:spChg chg="mod">
          <ac:chgData name="VICTOR JOSE GONZALEZ RODRIGUEZ" userId="3fdd7208-0adc-40d2-a594-662a5d66d0ad" providerId="ADAL" clId="{359FD5A0-C0E1-4F46-AEB0-51555EFEF171}" dt="2025-11-24T07:58:20.804" v="290" actId="962"/>
          <ac:spMkLst>
            <pc:docMk/>
            <pc:sldMk cId="3788315295" sldId="2978"/>
            <ac:spMk id="6" creationId="{0D4094AE-EC54-FE5B-2634-63E3A7871E86}"/>
          </ac:spMkLst>
        </pc:spChg>
        <pc:spChg chg="mod">
          <ac:chgData name="VICTOR JOSE GONZALEZ RODRIGUEZ" userId="3fdd7208-0adc-40d2-a594-662a5d66d0ad" providerId="ADAL" clId="{359FD5A0-C0E1-4F46-AEB0-51555EFEF171}" dt="2025-11-24T07:58:20.804" v="290" actId="962"/>
          <ac:spMkLst>
            <pc:docMk/>
            <pc:sldMk cId="3788315295" sldId="2978"/>
            <ac:spMk id="7" creationId="{5C5CF5F4-8DF7-A908-093F-5D1412015A5F}"/>
          </ac:spMkLst>
        </pc:spChg>
        <pc:spChg chg="mod">
          <ac:chgData name="VICTOR JOSE GONZALEZ RODRIGUEZ" userId="3fdd7208-0adc-40d2-a594-662a5d66d0ad" providerId="ADAL" clId="{359FD5A0-C0E1-4F46-AEB0-51555EFEF171}" dt="2025-11-24T07:58:20.804" v="290" actId="962"/>
          <ac:spMkLst>
            <pc:docMk/>
            <pc:sldMk cId="3788315295" sldId="2978"/>
            <ac:spMk id="8" creationId="{B089A076-DA1E-E21D-1C47-BFACBE036C0B}"/>
          </ac:spMkLst>
        </pc:spChg>
        <pc:spChg chg="mod">
          <ac:chgData name="VICTOR JOSE GONZALEZ RODRIGUEZ" userId="3fdd7208-0adc-40d2-a594-662a5d66d0ad" providerId="ADAL" clId="{359FD5A0-C0E1-4F46-AEB0-51555EFEF171}" dt="2025-11-24T07:58:20.804" v="290" actId="962"/>
          <ac:spMkLst>
            <pc:docMk/>
            <pc:sldMk cId="3788315295" sldId="2978"/>
            <ac:spMk id="9" creationId="{F1C0FF45-E6E4-49BB-7158-DBBD00F39299}"/>
          </ac:spMkLst>
        </pc:spChg>
      </pc:sldChg>
      <pc:sldChg chg="modSp mod">
        <pc:chgData name="VICTOR JOSE GONZALEZ RODRIGUEZ" userId="3fdd7208-0adc-40d2-a594-662a5d66d0ad" providerId="ADAL" clId="{359FD5A0-C0E1-4F46-AEB0-51555EFEF171}" dt="2025-11-24T07:58:28.410" v="291" actId="962"/>
        <pc:sldMkLst>
          <pc:docMk/>
          <pc:sldMk cId="2375637964" sldId="2979"/>
        </pc:sldMkLst>
        <pc:spChg chg="mod">
          <ac:chgData name="VICTOR JOSE GONZALEZ RODRIGUEZ" userId="3fdd7208-0adc-40d2-a594-662a5d66d0ad" providerId="ADAL" clId="{359FD5A0-C0E1-4F46-AEB0-51555EFEF171}" dt="2025-11-24T07:58:28.410" v="291" actId="962"/>
          <ac:spMkLst>
            <pc:docMk/>
            <pc:sldMk cId="2375637964" sldId="2979"/>
            <ac:spMk id="3" creationId="{63B8D7A9-4C99-D4E9-EE01-72ACD02F0E9F}"/>
          </ac:spMkLst>
        </pc:spChg>
        <pc:spChg chg="mod">
          <ac:chgData name="VICTOR JOSE GONZALEZ RODRIGUEZ" userId="3fdd7208-0adc-40d2-a594-662a5d66d0ad" providerId="ADAL" clId="{359FD5A0-C0E1-4F46-AEB0-51555EFEF171}" dt="2025-11-24T07:58:28.410" v="291" actId="962"/>
          <ac:spMkLst>
            <pc:docMk/>
            <pc:sldMk cId="2375637964" sldId="2979"/>
            <ac:spMk id="4" creationId="{E29A8B5F-61DE-9084-0E5E-8EAD646A06D1}"/>
          </ac:spMkLst>
        </pc:spChg>
        <pc:spChg chg="mod">
          <ac:chgData name="VICTOR JOSE GONZALEZ RODRIGUEZ" userId="3fdd7208-0adc-40d2-a594-662a5d66d0ad" providerId="ADAL" clId="{359FD5A0-C0E1-4F46-AEB0-51555EFEF171}" dt="2025-11-24T07:58:28.410" v="291" actId="962"/>
          <ac:spMkLst>
            <pc:docMk/>
            <pc:sldMk cId="2375637964" sldId="2979"/>
            <ac:spMk id="5" creationId="{B88FBD3A-304E-74B1-2EC1-1EE73B1321FE}"/>
          </ac:spMkLst>
        </pc:spChg>
        <pc:spChg chg="mod">
          <ac:chgData name="VICTOR JOSE GONZALEZ RODRIGUEZ" userId="3fdd7208-0adc-40d2-a594-662a5d66d0ad" providerId="ADAL" clId="{359FD5A0-C0E1-4F46-AEB0-51555EFEF171}" dt="2025-11-24T07:58:28.410" v="291" actId="962"/>
          <ac:spMkLst>
            <pc:docMk/>
            <pc:sldMk cId="2375637964" sldId="2979"/>
            <ac:spMk id="6" creationId="{C080D030-B580-F2D6-63E4-F9E9919806FD}"/>
          </ac:spMkLst>
        </pc:spChg>
        <pc:spChg chg="mod">
          <ac:chgData name="VICTOR JOSE GONZALEZ RODRIGUEZ" userId="3fdd7208-0adc-40d2-a594-662a5d66d0ad" providerId="ADAL" clId="{359FD5A0-C0E1-4F46-AEB0-51555EFEF171}" dt="2025-11-24T07:58:28.410" v="291" actId="962"/>
          <ac:spMkLst>
            <pc:docMk/>
            <pc:sldMk cId="2375637964" sldId="2979"/>
            <ac:spMk id="7" creationId="{8AC3E98F-4965-EC97-F58A-BDD802437FF8}"/>
          </ac:spMkLst>
        </pc:spChg>
        <pc:spChg chg="mod">
          <ac:chgData name="VICTOR JOSE GONZALEZ RODRIGUEZ" userId="3fdd7208-0adc-40d2-a594-662a5d66d0ad" providerId="ADAL" clId="{359FD5A0-C0E1-4F46-AEB0-51555EFEF171}" dt="2025-11-24T07:58:28.410" v="291" actId="962"/>
          <ac:spMkLst>
            <pc:docMk/>
            <pc:sldMk cId="2375637964" sldId="2979"/>
            <ac:spMk id="8" creationId="{BBCB1313-A7D7-46B4-FFFC-983A31AE5361}"/>
          </ac:spMkLst>
        </pc:spChg>
        <pc:spChg chg="mod">
          <ac:chgData name="VICTOR JOSE GONZALEZ RODRIGUEZ" userId="3fdd7208-0adc-40d2-a594-662a5d66d0ad" providerId="ADAL" clId="{359FD5A0-C0E1-4F46-AEB0-51555EFEF171}" dt="2025-11-24T07:58:28.410" v="291" actId="962"/>
          <ac:spMkLst>
            <pc:docMk/>
            <pc:sldMk cId="2375637964" sldId="2979"/>
            <ac:spMk id="9" creationId="{0E638738-5356-208D-EEB8-1929171CD6E1}"/>
          </ac:spMkLst>
        </pc:spChg>
      </pc:sldChg>
      <pc:sldChg chg="modSp mod">
        <pc:chgData name="VICTOR JOSE GONZALEZ RODRIGUEZ" userId="3fdd7208-0adc-40d2-a594-662a5d66d0ad" providerId="ADAL" clId="{359FD5A0-C0E1-4F46-AEB0-51555EFEF171}" dt="2025-11-24T07:58:43.250" v="292" actId="962"/>
        <pc:sldMkLst>
          <pc:docMk/>
          <pc:sldMk cId="891159552" sldId="2980"/>
        </pc:sldMkLst>
        <pc:spChg chg="mod">
          <ac:chgData name="VICTOR JOSE GONZALEZ RODRIGUEZ" userId="3fdd7208-0adc-40d2-a594-662a5d66d0ad" providerId="ADAL" clId="{359FD5A0-C0E1-4F46-AEB0-51555EFEF171}" dt="2025-11-24T07:58:43.250" v="292" actId="962"/>
          <ac:spMkLst>
            <pc:docMk/>
            <pc:sldMk cId="891159552" sldId="2980"/>
            <ac:spMk id="2" creationId="{9A02C2B3-56DB-9FA4-90E0-6DC9C3031BD5}"/>
          </ac:spMkLst>
        </pc:spChg>
        <pc:spChg chg="mod">
          <ac:chgData name="VICTOR JOSE GONZALEZ RODRIGUEZ" userId="3fdd7208-0adc-40d2-a594-662a5d66d0ad" providerId="ADAL" clId="{359FD5A0-C0E1-4F46-AEB0-51555EFEF171}" dt="2025-11-24T07:58:43.250" v="292" actId="962"/>
          <ac:spMkLst>
            <pc:docMk/>
            <pc:sldMk cId="891159552" sldId="2980"/>
            <ac:spMk id="3" creationId="{682653DF-CA1A-3285-AA95-54FCED04158A}"/>
          </ac:spMkLst>
        </pc:spChg>
        <pc:spChg chg="mod">
          <ac:chgData name="VICTOR JOSE GONZALEZ RODRIGUEZ" userId="3fdd7208-0adc-40d2-a594-662a5d66d0ad" providerId="ADAL" clId="{359FD5A0-C0E1-4F46-AEB0-51555EFEF171}" dt="2025-11-24T07:58:43.250" v="292" actId="962"/>
          <ac:spMkLst>
            <pc:docMk/>
            <pc:sldMk cId="891159552" sldId="2980"/>
            <ac:spMk id="4" creationId="{2A02E742-A676-43DF-C701-6ACB2CB0D160}"/>
          </ac:spMkLst>
        </pc:spChg>
        <pc:spChg chg="mod">
          <ac:chgData name="VICTOR JOSE GONZALEZ RODRIGUEZ" userId="3fdd7208-0adc-40d2-a594-662a5d66d0ad" providerId="ADAL" clId="{359FD5A0-C0E1-4F46-AEB0-51555EFEF171}" dt="2025-11-24T07:58:43.250" v="292" actId="962"/>
          <ac:spMkLst>
            <pc:docMk/>
            <pc:sldMk cId="891159552" sldId="2980"/>
            <ac:spMk id="5" creationId="{BCADB9F3-43B4-4C7F-B55D-B0ADE93410F1}"/>
          </ac:spMkLst>
        </pc:spChg>
        <pc:spChg chg="mod">
          <ac:chgData name="VICTOR JOSE GONZALEZ RODRIGUEZ" userId="3fdd7208-0adc-40d2-a594-662a5d66d0ad" providerId="ADAL" clId="{359FD5A0-C0E1-4F46-AEB0-51555EFEF171}" dt="2025-11-24T07:58:43.250" v="292" actId="962"/>
          <ac:spMkLst>
            <pc:docMk/>
            <pc:sldMk cId="891159552" sldId="2980"/>
            <ac:spMk id="6" creationId="{E1A337C8-345E-663F-4E93-17FD32DD4BA6}"/>
          </ac:spMkLst>
        </pc:spChg>
        <pc:spChg chg="mod">
          <ac:chgData name="VICTOR JOSE GONZALEZ RODRIGUEZ" userId="3fdd7208-0adc-40d2-a594-662a5d66d0ad" providerId="ADAL" clId="{359FD5A0-C0E1-4F46-AEB0-51555EFEF171}" dt="2025-11-24T07:58:43.250" v="292" actId="962"/>
          <ac:spMkLst>
            <pc:docMk/>
            <pc:sldMk cId="891159552" sldId="2980"/>
            <ac:spMk id="7" creationId="{5DDF23FE-6FD7-42F0-510C-74F14AD60E69}"/>
          </ac:spMkLst>
        </pc:spChg>
        <pc:spChg chg="mod">
          <ac:chgData name="VICTOR JOSE GONZALEZ RODRIGUEZ" userId="3fdd7208-0adc-40d2-a594-662a5d66d0ad" providerId="ADAL" clId="{359FD5A0-C0E1-4F46-AEB0-51555EFEF171}" dt="2025-11-24T07:58:43.250" v="292" actId="962"/>
          <ac:spMkLst>
            <pc:docMk/>
            <pc:sldMk cId="891159552" sldId="2980"/>
            <ac:spMk id="8" creationId="{15922835-5073-6422-CC6B-88C99666A609}"/>
          </ac:spMkLst>
        </pc:spChg>
      </pc:sldChg>
      <pc:sldChg chg="modSp mod">
        <pc:chgData name="VICTOR JOSE GONZALEZ RODRIGUEZ" userId="3fdd7208-0adc-40d2-a594-662a5d66d0ad" providerId="ADAL" clId="{359FD5A0-C0E1-4F46-AEB0-51555EFEF171}" dt="2025-11-24T07:58:50.542" v="293" actId="962"/>
        <pc:sldMkLst>
          <pc:docMk/>
          <pc:sldMk cId="1164112636" sldId="2981"/>
        </pc:sldMkLst>
        <pc:spChg chg="mod">
          <ac:chgData name="VICTOR JOSE GONZALEZ RODRIGUEZ" userId="3fdd7208-0adc-40d2-a594-662a5d66d0ad" providerId="ADAL" clId="{359FD5A0-C0E1-4F46-AEB0-51555EFEF171}" dt="2025-11-24T07:58:50.542" v="293" actId="962"/>
          <ac:spMkLst>
            <pc:docMk/>
            <pc:sldMk cId="1164112636" sldId="2981"/>
            <ac:spMk id="2" creationId="{7FD66DB8-5E64-5607-3E58-D99DFE57DD2A}"/>
          </ac:spMkLst>
        </pc:spChg>
        <pc:spChg chg="mod">
          <ac:chgData name="VICTOR JOSE GONZALEZ RODRIGUEZ" userId="3fdd7208-0adc-40d2-a594-662a5d66d0ad" providerId="ADAL" clId="{359FD5A0-C0E1-4F46-AEB0-51555EFEF171}" dt="2025-11-24T07:58:50.542" v="293" actId="962"/>
          <ac:spMkLst>
            <pc:docMk/>
            <pc:sldMk cId="1164112636" sldId="2981"/>
            <ac:spMk id="3" creationId="{E047FD30-7036-2373-357A-85369E9D2209}"/>
          </ac:spMkLst>
        </pc:spChg>
        <pc:spChg chg="mod">
          <ac:chgData name="VICTOR JOSE GONZALEZ RODRIGUEZ" userId="3fdd7208-0adc-40d2-a594-662a5d66d0ad" providerId="ADAL" clId="{359FD5A0-C0E1-4F46-AEB0-51555EFEF171}" dt="2025-11-24T07:58:50.542" v="293" actId="962"/>
          <ac:spMkLst>
            <pc:docMk/>
            <pc:sldMk cId="1164112636" sldId="2981"/>
            <ac:spMk id="4" creationId="{E2DD1E40-0349-5201-7477-9AD5AD78E0B4}"/>
          </ac:spMkLst>
        </pc:spChg>
        <pc:spChg chg="mod">
          <ac:chgData name="VICTOR JOSE GONZALEZ RODRIGUEZ" userId="3fdd7208-0adc-40d2-a594-662a5d66d0ad" providerId="ADAL" clId="{359FD5A0-C0E1-4F46-AEB0-51555EFEF171}" dt="2025-11-24T07:58:50.542" v="293" actId="962"/>
          <ac:spMkLst>
            <pc:docMk/>
            <pc:sldMk cId="1164112636" sldId="2981"/>
            <ac:spMk id="5" creationId="{1A0B4601-D990-4AEA-CC30-91CD23DC06DA}"/>
          </ac:spMkLst>
        </pc:spChg>
        <pc:spChg chg="mod">
          <ac:chgData name="VICTOR JOSE GONZALEZ RODRIGUEZ" userId="3fdd7208-0adc-40d2-a594-662a5d66d0ad" providerId="ADAL" clId="{359FD5A0-C0E1-4F46-AEB0-51555EFEF171}" dt="2025-11-24T07:58:50.542" v="293" actId="962"/>
          <ac:spMkLst>
            <pc:docMk/>
            <pc:sldMk cId="1164112636" sldId="2981"/>
            <ac:spMk id="6" creationId="{FA8B8680-3C71-7470-5665-E43A789F379F}"/>
          </ac:spMkLst>
        </pc:spChg>
        <pc:spChg chg="mod">
          <ac:chgData name="VICTOR JOSE GONZALEZ RODRIGUEZ" userId="3fdd7208-0adc-40d2-a594-662a5d66d0ad" providerId="ADAL" clId="{359FD5A0-C0E1-4F46-AEB0-51555EFEF171}" dt="2025-11-24T07:58:50.542" v="293" actId="962"/>
          <ac:spMkLst>
            <pc:docMk/>
            <pc:sldMk cId="1164112636" sldId="2981"/>
            <ac:spMk id="7" creationId="{CDF2DA28-3408-72B8-4617-ED26EAA6E7D2}"/>
          </ac:spMkLst>
        </pc:spChg>
        <pc:spChg chg="mod">
          <ac:chgData name="VICTOR JOSE GONZALEZ RODRIGUEZ" userId="3fdd7208-0adc-40d2-a594-662a5d66d0ad" providerId="ADAL" clId="{359FD5A0-C0E1-4F46-AEB0-51555EFEF171}" dt="2025-11-24T07:58:50.542" v="293" actId="962"/>
          <ac:spMkLst>
            <pc:docMk/>
            <pc:sldMk cId="1164112636" sldId="2981"/>
            <ac:spMk id="8" creationId="{5E54C386-013C-C408-4BCD-CADE25A3696A}"/>
          </ac:spMkLst>
        </pc:spChg>
      </pc:sldChg>
      <pc:sldChg chg="del">
        <pc:chgData name="VICTOR JOSE GONZALEZ RODRIGUEZ" userId="3fdd7208-0adc-40d2-a594-662a5d66d0ad" providerId="ADAL" clId="{359FD5A0-C0E1-4F46-AEB0-51555EFEF171}" dt="2025-11-24T07:58:55.073" v="294" actId="47"/>
        <pc:sldMkLst>
          <pc:docMk/>
          <pc:sldMk cId="2636305641" sldId="2982"/>
        </pc:sldMkLst>
      </pc:sldChg>
      <pc:sldChg chg="modSp mod">
        <pc:chgData name="VICTOR JOSE GONZALEZ RODRIGUEZ" userId="3fdd7208-0adc-40d2-a594-662a5d66d0ad" providerId="ADAL" clId="{359FD5A0-C0E1-4F46-AEB0-51555EFEF171}" dt="2025-11-24T07:58:14.617" v="289" actId="13244"/>
        <pc:sldMkLst>
          <pc:docMk/>
          <pc:sldMk cId="899273736" sldId="2983"/>
        </pc:sldMkLst>
        <pc:spChg chg="mod ord">
          <ac:chgData name="VICTOR JOSE GONZALEZ RODRIGUEZ" userId="3fdd7208-0adc-40d2-a594-662a5d66d0ad" providerId="ADAL" clId="{359FD5A0-C0E1-4F46-AEB0-51555EFEF171}" dt="2025-11-24T07:58:14.617" v="289" actId="13244"/>
          <ac:spMkLst>
            <pc:docMk/>
            <pc:sldMk cId="899273736" sldId="2983"/>
            <ac:spMk id="13" creationId="{2FF21D9D-2E8D-0261-AC80-305A7387FCB2}"/>
          </ac:spMkLst>
        </pc:spChg>
        <pc:picChg chg="mod ord">
          <ac:chgData name="VICTOR JOSE GONZALEZ RODRIGUEZ" userId="3fdd7208-0adc-40d2-a594-662a5d66d0ad" providerId="ADAL" clId="{359FD5A0-C0E1-4F46-AEB0-51555EFEF171}" dt="2025-11-24T07:58:14.617" v="289" actId="13244"/>
          <ac:picMkLst>
            <pc:docMk/>
            <pc:sldMk cId="899273736" sldId="2983"/>
            <ac:picMk id="5" creationId="{C8EEBDEF-A239-3ADF-000C-44627ADC0B3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B25BF10-871D-45BA-AB3E-70F6709124AD}" type="datetimeFigureOut">
              <a:rPr lang="es-ES" smtClean="0"/>
              <a:t>28/12/2025</a:t>
            </a:fld>
            <a:endParaRPr lang="es-E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F3F09F-0DAF-4002-8B88-D5D31C35E277}" type="slidenum">
              <a:rPr lang="es-ES" smtClean="0"/>
              <a:t>‹Nº›</a:t>
            </a:fld>
            <a:endParaRPr lang="es-ES"/>
          </a:p>
        </p:txBody>
      </p:sp>
    </p:spTree>
    <p:extLst>
      <p:ext uri="{BB962C8B-B14F-4D97-AF65-F5344CB8AC3E}">
        <p14:creationId xmlns:p14="http://schemas.microsoft.com/office/powerpoint/2010/main" val="1672118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16F3F09F-0DAF-4002-8B88-D5D31C35E277}" type="slidenum">
              <a:rPr lang="es-ES" smtClean="0"/>
              <a:t>1</a:t>
            </a:fld>
            <a:endParaRPr lang="es-ES"/>
          </a:p>
        </p:txBody>
      </p:sp>
    </p:spTree>
    <p:extLst>
      <p:ext uri="{BB962C8B-B14F-4D97-AF65-F5344CB8AC3E}">
        <p14:creationId xmlns:p14="http://schemas.microsoft.com/office/powerpoint/2010/main" val="1647113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16F3F09F-0DAF-4002-8B88-D5D31C35E277}" type="slidenum">
              <a:rPr lang="es-ES" smtClean="0"/>
              <a:t>2</a:t>
            </a:fld>
            <a:endParaRPr lang="es-ES"/>
          </a:p>
        </p:txBody>
      </p:sp>
    </p:spTree>
    <p:extLst>
      <p:ext uri="{BB962C8B-B14F-4D97-AF65-F5344CB8AC3E}">
        <p14:creationId xmlns:p14="http://schemas.microsoft.com/office/powerpoint/2010/main" val="680607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ólo el título">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ido con título">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n con título">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ítulo y texto vertical">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ítulo vertical y texto">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hackr.io/blog/best-vscode-themes" TargetMode="Externa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github.com/tonsky/FiraCode" TargetMode="Externa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udemy.com/course/vscode-mejora-tu-velocidad-para-codificar/"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www.odoo.com/documentation/16.0/es/applications/general/developer_mode.html"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odoo.com/documentation/16.0/es/developer/reference/backend/module.html" TargetMode="External"/><Relationship Id="rId2" Type="http://schemas.openxmlformats.org/officeDocument/2006/relationships/hyperlink" Target="https://semver.org/" TargetMode="External"/><Relationship Id="rId1" Type="http://schemas.openxmlformats.org/officeDocument/2006/relationships/slideLayout" Target="../slideLayouts/slideLayout2.xml"/><Relationship Id="rId4" Type="http://schemas.openxmlformats.org/officeDocument/2006/relationships/image" Target="../media/image38.jpeg"/></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hyperlink" Target="https://www.odoo.com/documentation/17.0/developer/reference/backend/orm.html#fields" TargetMode="External"/></Relationships>
</file>

<file path=ppt/slides/_rels/slide4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4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5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Imagen que contiene estacionaria, cuarto&#10;&#10;Descripción generada automáticamente">
            <a:extLst>
              <a:ext uri="{FF2B5EF4-FFF2-40B4-BE49-F238E27FC236}">
                <a16:creationId xmlns:a16="http://schemas.microsoft.com/office/drawing/2014/main" id="{43CBA727-04CA-3CA0-C180-786947FB14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34506"/>
            <a:ext cx="9144000" cy="5545778"/>
          </a:xfrm>
          <a:prstGeom prst="rect">
            <a:avLst/>
          </a:prstGeom>
        </p:spPr>
      </p:pic>
      <p:sp>
        <p:nvSpPr>
          <p:cNvPr id="8" name="2 Rectángulo">
            <a:extLst>
              <a:ext uri="{FF2B5EF4-FFF2-40B4-BE49-F238E27FC236}">
                <a16:creationId xmlns:a16="http://schemas.microsoft.com/office/drawing/2014/main" id="{F48D6D21-0A48-41C7-9578-19411F4E8035}"/>
              </a:ext>
            </a:extLst>
          </p:cNvPr>
          <p:cNvSpPr/>
          <p:nvPr/>
        </p:nvSpPr>
        <p:spPr>
          <a:xfrm>
            <a:off x="-5092" y="4725143"/>
            <a:ext cx="9149092" cy="2132856"/>
          </a:xfrm>
          <a:prstGeom prst="rect">
            <a:avLst/>
          </a:prstGeom>
          <a:solidFill>
            <a:schemeClr val="tx2">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ES"/>
          </a:p>
        </p:txBody>
      </p:sp>
      <p:sp>
        <p:nvSpPr>
          <p:cNvPr id="7" name="6 Rectángulo"/>
          <p:cNvSpPr/>
          <p:nvPr/>
        </p:nvSpPr>
        <p:spPr>
          <a:xfrm>
            <a:off x="-5092" y="-27384"/>
            <a:ext cx="9149092" cy="1068507"/>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CuadroTexto"/>
          <p:cNvSpPr txBox="1"/>
          <p:nvPr/>
        </p:nvSpPr>
        <p:spPr>
          <a:xfrm>
            <a:off x="2699792" y="184284"/>
            <a:ext cx="6048671" cy="338554"/>
          </a:xfrm>
          <a:prstGeom prst="rect">
            <a:avLst/>
          </a:prstGeom>
          <a:noFill/>
        </p:spPr>
        <p:txBody>
          <a:bodyPr wrap="square" rtlCol="0">
            <a:spAutoFit/>
          </a:bodyPr>
          <a:lstStyle/>
          <a:p>
            <a:pPr algn="ctr"/>
            <a:r>
              <a:rPr lang="es-ES" sz="1600" b="1" dirty="0">
                <a:solidFill>
                  <a:schemeClr val="bg1"/>
                </a:solidFill>
                <a:latin typeface="Roboto Condensed" panose="02000000000000000000" pitchFamily="2" charset="0"/>
                <a:ea typeface="Roboto Condensed" panose="02000000000000000000" pitchFamily="2" charset="0"/>
                <a:cs typeface="Roboto" pitchFamily="2" charset="0"/>
              </a:rPr>
              <a:t>DESARROLLO DE APLICACIONES MULTIPLATAFORMA</a:t>
            </a:r>
            <a:endParaRPr lang="es-ES" sz="1600" dirty="0">
              <a:solidFill>
                <a:schemeClr val="bg1">
                  <a:lumMod val="75000"/>
                </a:schemeClr>
              </a:solidFill>
              <a:latin typeface="Roboto Condensed" panose="02000000000000000000" pitchFamily="2" charset="0"/>
              <a:ea typeface="Roboto Condensed" panose="02000000000000000000" pitchFamily="2" charset="0"/>
              <a:cs typeface="Roboto" pitchFamily="2" charset="0"/>
            </a:endParaRPr>
          </a:p>
        </p:txBody>
      </p:sp>
      <p:sp>
        <p:nvSpPr>
          <p:cNvPr id="10" name="9 CuadroTexto"/>
          <p:cNvSpPr txBox="1"/>
          <p:nvPr/>
        </p:nvSpPr>
        <p:spPr>
          <a:xfrm>
            <a:off x="2555777" y="488285"/>
            <a:ext cx="6408712" cy="492443"/>
          </a:xfrm>
          <a:prstGeom prst="rect">
            <a:avLst/>
          </a:prstGeom>
          <a:noFill/>
        </p:spPr>
        <p:txBody>
          <a:bodyPr wrap="square" rtlCol="0">
            <a:spAutoFit/>
          </a:bodyPr>
          <a:lstStyle/>
          <a:p>
            <a:pPr algn="ctr"/>
            <a:r>
              <a:rPr lang="es-ES" sz="2600" b="1" dirty="0">
                <a:ln w="0"/>
                <a:solidFill>
                  <a:schemeClr val="accent1"/>
                </a:solidFill>
                <a:effectLst>
                  <a:outerShdw blurRad="38100" dist="25400" dir="5400000" algn="ctr" rotWithShape="0">
                    <a:srgbClr val="6E747A">
                      <a:alpha val="43000"/>
                    </a:srgbClr>
                  </a:outerShdw>
                </a:effectLst>
                <a:latin typeface="Roboto Condensed" panose="02000000000000000000" pitchFamily="2" charset="0"/>
                <a:ea typeface="Roboto Condensed" panose="02000000000000000000" pitchFamily="2" charset="0"/>
                <a:cs typeface="Roboto" pitchFamily="2" charset="0"/>
              </a:rPr>
              <a:t>SISTEMAS DE GESTIÓN EMPRESARIAL</a:t>
            </a:r>
          </a:p>
        </p:txBody>
      </p:sp>
      <p:pic>
        <p:nvPicPr>
          <p:cNvPr id="6" name="Imagen 5" descr="Imagen que contiene alimentos, camiseta, dibujo&#10;&#10;Descripción generada automáticamente">
            <a:extLst>
              <a:ext uri="{FF2B5EF4-FFF2-40B4-BE49-F238E27FC236}">
                <a16:creationId xmlns:a16="http://schemas.microsoft.com/office/drawing/2014/main" id="{4ED1804C-7D19-4AD9-9189-1E4202BC9EC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27902" b="26739"/>
          <a:stretch/>
        </p:blipFill>
        <p:spPr>
          <a:xfrm>
            <a:off x="323528" y="118373"/>
            <a:ext cx="1676354" cy="760384"/>
          </a:xfrm>
          <a:prstGeom prst="rect">
            <a:avLst/>
          </a:prstGeom>
        </p:spPr>
      </p:pic>
      <p:sp>
        <p:nvSpPr>
          <p:cNvPr id="12" name="3 CuadroTexto">
            <a:extLst>
              <a:ext uri="{FF2B5EF4-FFF2-40B4-BE49-F238E27FC236}">
                <a16:creationId xmlns:a16="http://schemas.microsoft.com/office/drawing/2014/main" id="{A880FF05-18F2-4387-ABE0-6C9765983AE0}"/>
              </a:ext>
            </a:extLst>
          </p:cNvPr>
          <p:cNvSpPr txBox="1"/>
          <p:nvPr/>
        </p:nvSpPr>
        <p:spPr>
          <a:xfrm>
            <a:off x="251520" y="5068341"/>
            <a:ext cx="8568952" cy="1384995"/>
          </a:xfrm>
          <a:prstGeom prst="rect">
            <a:avLst/>
          </a:prstGeom>
          <a:noFill/>
        </p:spPr>
        <p:txBody>
          <a:bodyPr wrap="square" rtlCol="0">
            <a:spAutoFit/>
          </a:bodyPr>
          <a:lstStyle/>
          <a:p>
            <a:pPr algn="ctr"/>
            <a:r>
              <a:rPr lang="es-ES" sz="4200" dirty="0">
                <a:solidFill>
                  <a:schemeClr val="bg1"/>
                </a:solidFill>
                <a:effectLst>
                  <a:outerShdw blurRad="50800" dist="76200" dir="2700000" algn="tl" rotWithShape="0">
                    <a:prstClr val="black">
                      <a:alpha val="90000"/>
                    </a:prstClr>
                  </a:outerShdw>
                </a:effectLst>
                <a:latin typeface="Univers Condensed" panose="020B0506020202050204" pitchFamily="34" charset="0"/>
              </a:rPr>
              <a:t>UT05: DESARROLLO DE COMPONENTES</a:t>
            </a:r>
          </a:p>
        </p:txBody>
      </p:sp>
    </p:spTree>
    <p:extLst>
      <p:ext uri="{BB962C8B-B14F-4D97-AF65-F5344CB8AC3E}">
        <p14:creationId xmlns:p14="http://schemas.microsoft.com/office/powerpoint/2010/main" val="1698760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A4F52C1D-699D-6C02-1370-8DDD8B16573F}"/>
              </a:ext>
              <a:ext uri="{C183D7F6-B498-43B3-948B-1728B52AA6E4}">
                <adec:decorative xmlns:adec="http://schemas.microsoft.com/office/drawing/2017/decorative" val="1"/>
              </a:ext>
            </a:extLst>
          </p:cNvPr>
          <p:cNvSpPr/>
          <p:nvPr/>
        </p:nvSpPr>
        <p:spPr>
          <a:xfrm>
            <a:off x="7475754" y="0"/>
            <a:ext cx="1668246" cy="6858000"/>
          </a:xfrm>
          <a:prstGeom prst="rect">
            <a:avLst/>
          </a:prstGeom>
          <a:solidFill>
            <a:srgbClr val="363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2 Rectángulo">
            <a:extLst>
              <a:ext uri="{FF2B5EF4-FFF2-40B4-BE49-F238E27FC236}">
                <a16:creationId xmlns:a16="http://schemas.microsoft.com/office/drawing/2014/main" id="{99D6A242-A86D-71D3-F1DF-77512470FBDC}"/>
              </a:ext>
              <a:ext uri="{C183D7F6-B498-43B3-948B-1728B52AA6E4}">
                <adec:decorative xmlns:adec="http://schemas.microsoft.com/office/drawing/2017/decorative" val="1"/>
              </a:ext>
            </a:extLst>
          </p:cNvPr>
          <p:cNvSpPr/>
          <p:nvPr/>
        </p:nvSpPr>
        <p:spPr>
          <a:xfrm>
            <a:off x="-28558" y="0"/>
            <a:ext cx="7624894" cy="6857999"/>
          </a:xfrm>
          <a:prstGeom prst="rect">
            <a:avLst/>
          </a:prstGeom>
          <a:solidFill>
            <a:schemeClr val="tx2">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ES"/>
          </a:p>
        </p:txBody>
      </p:sp>
      <p:sp>
        <p:nvSpPr>
          <p:cNvPr id="11" name="CuadroTexto 10">
            <a:extLst>
              <a:ext uri="{FF2B5EF4-FFF2-40B4-BE49-F238E27FC236}">
                <a16:creationId xmlns:a16="http://schemas.microsoft.com/office/drawing/2014/main" id="{B5893D16-115D-D0CD-A6BD-D548A2200D7F}"/>
              </a:ext>
              <a:ext uri="{C183D7F6-B498-43B3-948B-1728B52AA6E4}">
                <adec:decorative xmlns:adec="http://schemas.microsoft.com/office/drawing/2017/decorative" val="0"/>
              </a:ext>
            </a:extLst>
          </p:cNvPr>
          <p:cNvSpPr txBox="1"/>
          <p:nvPr/>
        </p:nvSpPr>
        <p:spPr>
          <a:xfrm>
            <a:off x="323528" y="476672"/>
            <a:ext cx="5095898" cy="584775"/>
          </a:xfrm>
          <a:prstGeom prst="rect">
            <a:avLst/>
          </a:prstGeom>
          <a:noFill/>
        </p:spPr>
        <p:txBody>
          <a:bodyPr wrap="square" rtlCol="0">
            <a:spAutoFit/>
          </a:bodyPr>
          <a:lstStyle/>
          <a:p>
            <a:pPr>
              <a:spcBef>
                <a:spcPts val="1200"/>
              </a:spcBef>
            </a:pPr>
            <a:r>
              <a:rPr lang="es-ES" sz="3200" b="1" dirty="0">
                <a:solidFill>
                  <a:schemeClr val="accent2">
                    <a:lumMod val="75000"/>
                  </a:schemeClr>
                </a:solidFill>
                <a:latin typeface="Univers Condensed" panose="020B0604020202020204" pitchFamily="34" charset="0"/>
              </a:rPr>
              <a:t>ÍNDICE</a:t>
            </a:r>
          </a:p>
        </p:txBody>
      </p:sp>
      <p:sp>
        <p:nvSpPr>
          <p:cNvPr id="9" name="CuadroTexto 8">
            <a:extLst>
              <a:ext uri="{FF2B5EF4-FFF2-40B4-BE49-F238E27FC236}">
                <a16:creationId xmlns:a16="http://schemas.microsoft.com/office/drawing/2014/main" id="{5860BE32-A80F-6986-1305-47BB718AB2EC}"/>
              </a:ext>
            </a:extLst>
          </p:cNvPr>
          <p:cNvSpPr txBox="1"/>
          <p:nvPr/>
        </p:nvSpPr>
        <p:spPr>
          <a:xfrm>
            <a:off x="556222" y="1330310"/>
            <a:ext cx="6536058" cy="2800767"/>
          </a:xfrm>
          <a:prstGeom prst="rect">
            <a:avLst/>
          </a:prstGeom>
          <a:noFill/>
        </p:spPr>
        <p:txBody>
          <a:bodyPr wrap="square" rtlCol="0">
            <a:spAutoFit/>
          </a:bodyPr>
          <a:lstStyle/>
          <a:p>
            <a:pPr>
              <a:spcBef>
                <a:spcPts val="1200"/>
              </a:spcBef>
            </a:pPr>
            <a:r>
              <a:rPr lang="es-ES" sz="2100" dirty="0">
                <a:solidFill>
                  <a:schemeClr val="accent2">
                    <a:lumMod val="75000"/>
                  </a:schemeClr>
                </a:solidFill>
                <a:latin typeface="Univers Condensed" panose="020B0604020202020204" pitchFamily="34" charset="0"/>
              </a:rPr>
              <a:t>1.- </a:t>
            </a:r>
            <a:r>
              <a:rPr lang="es-ES" sz="2100" dirty="0">
                <a:solidFill>
                  <a:schemeClr val="bg1"/>
                </a:solidFill>
                <a:latin typeface="Univers Condensed" panose="020B0604020202020204" pitchFamily="34" charset="0"/>
              </a:rPr>
              <a:t>Instalación de las herramientas de desarrollo</a:t>
            </a:r>
          </a:p>
          <a:p>
            <a:pPr>
              <a:spcBef>
                <a:spcPts val="1200"/>
              </a:spcBef>
            </a:pPr>
            <a:r>
              <a:rPr lang="es-ES" sz="2100" dirty="0">
                <a:solidFill>
                  <a:schemeClr val="accent2">
                    <a:lumMod val="75000"/>
                  </a:schemeClr>
                </a:solidFill>
                <a:latin typeface="Univers Condensed" panose="020B0604020202020204" pitchFamily="34" charset="0"/>
              </a:rPr>
              <a:t>2.- </a:t>
            </a:r>
            <a:r>
              <a:rPr lang="es-ES" sz="2100" dirty="0">
                <a:solidFill>
                  <a:schemeClr val="bg1"/>
                </a:solidFill>
                <a:latin typeface="Univers Condensed" panose="020B0604020202020204" pitchFamily="34" charset="0"/>
              </a:rPr>
              <a:t>Primer módulo con </a:t>
            </a:r>
            <a:r>
              <a:rPr lang="es-ES" sz="2100" dirty="0" err="1">
                <a:solidFill>
                  <a:schemeClr val="bg1"/>
                </a:solidFill>
                <a:latin typeface="Univers Condensed" panose="020B0604020202020204" pitchFamily="34" charset="0"/>
              </a:rPr>
              <a:t>Odoo</a:t>
            </a:r>
            <a:endParaRPr lang="es-ES" sz="2100" dirty="0">
              <a:solidFill>
                <a:schemeClr val="bg1"/>
              </a:solidFill>
              <a:latin typeface="Univers Condensed" panose="020B0604020202020204" pitchFamily="34" charset="0"/>
            </a:endParaRPr>
          </a:p>
          <a:p>
            <a:pPr>
              <a:spcBef>
                <a:spcPts val="1200"/>
              </a:spcBef>
            </a:pPr>
            <a:r>
              <a:rPr lang="es-ES" sz="2100" dirty="0">
                <a:solidFill>
                  <a:schemeClr val="accent2">
                    <a:lumMod val="75000"/>
                  </a:schemeClr>
                </a:solidFill>
                <a:latin typeface="Univers Condensed" panose="020B0604020202020204" pitchFamily="34" charset="0"/>
              </a:rPr>
              <a:t>3.- </a:t>
            </a:r>
            <a:r>
              <a:rPr lang="es-ES" sz="2100" dirty="0">
                <a:solidFill>
                  <a:schemeClr val="bg1"/>
                </a:solidFill>
                <a:latin typeface="Univers Condensed" panose="020B0604020202020204" pitchFamily="34" charset="0"/>
              </a:rPr>
              <a:t>Estructura de un módulo en </a:t>
            </a:r>
            <a:r>
              <a:rPr lang="es-ES" sz="2100" dirty="0" err="1">
                <a:solidFill>
                  <a:schemeClr val="bg1"/>
                </a:solidFill>
                <a:latin typeface="Univers Condensed" panose="020B0604020202020204" pitchFamily="34" charset="0"/>
              </a:rPr>
              <a:t>Odoo</a:t>
            </a:r>
            <a:endParaRPr lang="es-ES" sz="2100" dirty="0">
              <a:solidFill>
                <a:schemeClr val="bg1"/>
              </a:solidFill>
              <a:latin typeface="Univers Condensed" panose="020B0604020202020204" pitchFamily="34" charset="0"/>
            </a:endParaRPr>
          </a:p>
          <a:p>
            <a:pPr>
              <a:spcBef>
                <a:spcPts val="1200"/>
              </a:spcBef>
            </a:pPr>
            <a:r>
              <a:rPr lang="es-ES" sz="2100" dirty="0">
                <a:solidFill>
                  <a:schemeClr val="accent2">
                    <a:lumMod val="75000"/>
                  </a:schemeClr>
                </a:solidFill>
                <a:latin typeface="Univers Condensed" panose="020B0604020202020204" pitchFamily="34" charset="0"/>
              </a:rPr>
              <a:t>4.- </a:t>
            </a:r>
            <a:r>
              <a:rPr lang="es-ES" sz="2100" dirty="0">
                <a:solidFill>
                  <a:schemeClr val="bg1"/>
                </a:solidFill>
                <a:latin typeface="Univers Condensed" panose="020B0604020202020204" pitchFamily="34" charset="0"/>
              </a:rPr>
              <a:t>Modelo en </a:t>
            </a:r>
            <a:r>
              <a:rPr lang="es-ES" sz="2100" dirty="0" err="1">
                <a:solidFill>
                  <a:schemeClr val="bg1"/>
                </a:solidFill>
                <a:latin typeface="Univers Condensed" panose="020B0604020202020204" pitchFamily="34" charset="0"/>
              </a:rPr>
              <a:t>Odoo</a:t>
            </a:r>
            <a:endParaRPr lang="es-ES" sz="2100" dirty="0">
              <a:solidFill>
                <a:schemeClr val="bg1"/>
              </a:solidFill>
              <a:latin typeface="Univers Condensed" panose="020B0604020202020204" pitchFamily="34" charset="0"/>
            </a:endParaRPr>
          </a:p>
          <a:p>
            <a:pPr>
              <a:spcBef>
                <a:spcPts val="1200"/>
              </a:spcBef>
            </a:pPr>
            <a:r>
              <a:rPr lang="es-ES" sz="2100" dirty="0">
                <a:solidFill>
                  <a:schemeClr val="accent2">
                    <a:lumMod val="75000"/>
                  </a:schemeClr>
                </a:solidFill>
                <a:latin typeface="Univers Condensed" panose="020B0604020202020204" pitchFamily="34" charset="0"/>
              </a:rPr>
              <a:t>5.- </a:t>
            </a:r>
            <a:r>
              <a:rPr lang="es-ES" sz="2100" dirty="0">
                <a:solidFill>
                  <a:schemeClr val="bg1"/>
                </a:solidFill>
                <a:latin typeface="Univers Condensed" panose="020B0604020202020204" pitchFamily="34" charset="0"/>
              </a:rPr>
              <a:t>Vistas en </a:t>
            </a:r>
            <a:r>
              <a:rPr lang="es-ES" sz="2100" dirty="0" err="1">
                <a:solidFill>
                  <a:schemeClr val="bg1"/>
                </a:solidFill>
                <a:latin typeface="Univers Condensed" panose="020B0604020202020204" pitchFamily="34" charset="0"/>
              </a:rPr>
              <a:t>Odoo</a:t>
            </a:r>
            <a:endParaRPr lang="es-ES" sz="2100" dirty="0">
              <a:solidFill>
                <a:schemeClr val="bg1"/>
              </a:solidFill>
              <a:latin typeface="Univers Condensed" panose="020B0604020202020204" pitchFamily="34" charset="0"/>
            </a:endParaRPr>
          </a:p>
          <a:p>
            <a:pPr>
              <a:spcBef>
                <a:spcPts val="1200"/>
              </a:spcBef>
            </a:pPr>
            <a:endParaRPr lang="es-ES" sz="2100" dirty="0">
              <a:solidFill>
                <a:schemeClr val="bg1"/>
              </a:solidFill>
              <a:latin typeface="Univers Condensed" panose="020B0604020202020204" pitchFamily="34" charset="0"/>
            </a:endParaRPr>
          </a:p>
        </p:txBody>
      </p:sp>
      <p:sp>
        <p:nvSpPr>
          <p:cNvPr id="13" name="Rectángulo 12">
            <a:extLst>
              <a:ext uri="{FF2B5EF4-FFF2-40B4-BE49-F238E27FC236}">
                <a16:creationId xmlns:a16="http://schemas.microsoft.com/office/drawing/2014/main" id="{D77E9B63-8C28-2EEB-54B4-34FF7DC71715}"/>
              </a:ext>
              <a:ext uri="{C183D7F6-B498-43B3-948B-1728B52AA6E4}">
                <adec:decorative xmlns:adec="http://schemas.microsoft.com/office/drawing/2017/decorative" val="1"/>
              </a:ext>
            </a:extLst>
          </p:cNvPr>
          <p:cNvSpPr/>
          <p:nvPr/>
        </p:nvSpPr>
        <p:spPr>
          <a:xfrm>
            <a:off x="395536" y="980728"/>
            <a:ext cx="6840760"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497462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2 Rectángulo">
            <a:extLst>
              <a:ext uri="{FF2B5EF4-FFF2-40B4-BE49-F238E27FC236}">
                <a16:creationId xmlns:a16="http://schemas.microsoft.com/office/drawing/2014/main" id="{4A3FE7D6-2668-4468-B863-4B50AD9A7633}"/>
              </a:ext>
              <a:ext uri="{C183D7F6-B498-43B3-948B-1728B52AA6E4}">
                <adec:decorative xmlns:adec="http://schemas.microsoft.com/office/drawing/2017/decorative" val="1"/>
              </a:ext>
            </a:extLst>
          </p:cNvPr>
          <p:cNvSpPr/>
          <p:nvPr/>
        </p:nvSpPr>
        <p:spPr>
          <a:xfrm>
            <a:off x="-28558" y="0"/>
            <a:ext cx="4600558" cy="6857999"/>
          </a:xfrm>
          <a:prstGeom prst="rect">
            <a:avLst/>
          </a:prstGeom>
          <a:solidFill>
            <a:schemeClr val="tx2">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ES"/>
          </a:p>
        </p:txBody>
      </p:sp>
      <p:sp>
        <p:nvSpPr>
          <p:cNvPr id="4" name="CuadroTexto 3">
            <a:extLst>
              <a:ext uri="{FF2B5EF4-FFF2-40B4-BE49-F238E27FC236}">
                <a16:creationId xmlns:a16="http://schemas.microsoft.com/office/drawing/2014/main" id="{9BD6ABD5-6F1D-43DE-C2FC-618FA0A061BD}"/>
              </a:ext>
            </a:extLst>
          </p:cNvPr>
          <p:cNvSpPr txBox="1"/>
          <p:nvPr/>
        </p:nvSpPr>
        <p:spPr>
          <a:xfrm>
            <a:off x="268190" y="3861048"/>
            <a:ext cx="4303809" cy="2862322"/>
          </a:xfrm>
          <a:prstGeom prst="rect">
            <a:avLst/>
          </a:prstGeom>
          <a:noFill/>
        </p:spPr>
        <p:txBody>
          <a:bodyPr wrap="square" rtlCol="0">
            <a:spAutoFit/>
          </a:bodyPr>
          <a:lstStyle/>
          <a:p>
            <a:r>
              <a:rPr lang="es-ES" sz="4500" dirty="0">
                <a:solidFill>
                  <a:schemeClr val="bg1"/>
                </a:solidFill>
                <a:latin typeface="Univers Condensed" panose="020B0604020202020204" pitchFamily="34" charset="0"/>
              </a:rPr>
              <a:t>INSTALACIÓN</a:t>
            </a:r>
          </a:p>
          <a:p>
            <a:r>
              <a:rPr lang="es-ES" sz="4500" dirty="0">
                <a:solidFill>
                  <a:schemeClr val="bg1"/>
                </a:solidFill>
                <a:latin typeface="Univers Condensed" panose="020B0604020202020204" pitchFamily="34" charset="0"/>
              </a:rPr>
              <a:t>DE LAS HERRAMIENTAS DE DESARROLLO</a:t>
            </a:r>
          </a:p>
        </p:txBody>
      </p:sp>
      <p:pic>
        <p:nvPicPr>
          <p:cNvPr id="5" name="Imagen 4">
            <a:extLst>
              <a:ext uri="{FF2B5EF4-FFF2-40B4-BE49-F238E27FC236}">
                <a16:creationId xmlns:a16="http://schemas.microsoft.com/office/drawing/2014/main" id="{6EB87910-BD52-7B66-6ECE-FD5AB3648D7D}"/>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12122" r="14091"/>
          <a:stretch/>
        </p:blipFill>
        <p:spPr>
          <a:xfrm>
            <a:off x="5121120" y="1997837"/>
            <a:ext cx="3754689" cy="2862323"/>
          </a:xfrm>
          <a:prstGeom prst="rect">
            <a:avLst/>
          </a:prstGeom>
        </p:spPr>
      </p:pic>
      <p:sp>
        <p:nvSpPr>
          <p:cNvPr id="2" name="1 CuadroTexto">
            <a:extLst>
              <a:ext uri="{FF2B5EF4-FFF2-40B4-BE49-F238E27FC236}">
                <a16:creationId xmlns:a16="http://schemas.microsoft.com/office/drawing/2014/main" id="{5A963734-E7A4-268A-F4F7-CD1D05E2EA53}"/>
              </a:ext>
              <a:ext uri="{C183D7F6-B498-43B3-948B-1728B52AA6E4}">
                <adec:decorative xmlns:adec="http://schemas.microsoft.com/office/drawing/2017/decorative" val="1"/>
              </a:ext>
            </a:extLst>
          </p:cNvPr>
          <p:cNvSpPr txBox="1"/>
          <p:nvPr/>
        </p:nvSpPr>
        <p:spPr>
          <a:xfrm>
            <a:off x="268191" y="272642"/>
            <a:ext cx="1109599" cy="2862322"/>
          </a:xfrm>
          <a:prstGeom prst="rect">
            <a:avLst/>
          </a:prstGeom>
          <a:noFill/>
        </p:spPr>
        <p:txBody>
          <a:bodyPr wrap="none" rtlCol="0">
            <a:spAutoFit/>
          </a:bodyPr>
          <a:lstStyle/>
          <a:p>
            <a:r>
              <a:rPr lang="es-ES" sz="18000" b="1" spc="50" dirty="0">
                <a:ln w="0"/>
                <a:solidFill>
                  <a:schemeClr val="bg2"/>
                </a:solidFill>
                <a:effectLst>
                  <a:innerShdw blurRad="63500" dist="50800" dir="13500000">
                    <a:srgbClr val="000000">
                      <a:alpha val="50000"/>
                    </a:srgbClr>
                  </a:innerShdw>
                </a:effectLst>
                <a:latin typeface="+mj-lt"/>
              </a:rPr>
              <a:t>1</a:t>
            </a:r>
          </a:p>
        </p:txBody>
      </p:sp>
    </p:spTree>
    <p:extLst>
      <p:ext uri="{BB962C8B-B14F-4D97-AF65-F5344CB8AC3E}">
        <p14:creationId xmlns:p14="http://schemas.microsoft.com/office/powerpoint/2010/main" val="3663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3 CuadroTexto">
            <a:extLst>
              <a:ext uri="{FF2B5EF4-FFF2-40B4-BE49-F238E27FC236}">
                <a16:creationId xmlns:a16="http://schemas.microsoft.com/office/drawing/2014/main" id="{E5715648-B739-F25B-5057-AF3B6330AF2E}"/>
              </a:ext>
            </a:extLst>
          </p:cNvPr>
          <p:cNvSpPr txBox="1"/>
          <p:nvPr/>
        </p:nvSpPr>
        <p:spPr>
          <a:xfrm>
            <a:off x="611559" y="908720"/>
            <a:ext cx="7920881" cy="697114"/>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Para desarrollar en </a:t>
            </a:r>
            <a:r>
              <a:rPr lang="es-ES" dirty="0" err="1">
                <a:latin typeface="Arial Nova Cond" panose="020B0604020202020204" pitchFamily="34" charset="0"/>
              </a:rPr>
              <a:t>Odoo</a:t>
            </a:r>
            <a:r>
              <a:rPr lang="es-ES" dirty="0">
                <a:latin typeface="Arial Nova Cond" panose="020B0604020202020204" pitchFamily="34" charset="0"/>
              </a:rPr>
              <a:t> no es necesario ningún entorno en particular, pero personalmente recomiendo utilizar </a:t>
            </a:r>
            <a:r>
              <a:rPr lang="es-ES" b="1" dirty="0">
                <a:latin typeface="Arial Nova Cond" panose="020B0604020202020204" pitchFamily="34" charset="0"/>
              </a:rPr>
              <a:t>Visual Studio </a:t>
            </a:r>
            <a:r>
              <a:rPr lang="es-ES" b="1" dirty="0" err="1">
                <a:latin typeface="Arial Nova Cond" panose="020B0604020202020204" pitchFamily="34" charset="0"/>
              </a:rPr>
              <a:t>Code</a:t>
            </a:r>
            <a:endParaRPr lang="es-ES" b="1" dirty="0">
              <a:latin typeface="Arial Nova Cond" panose="020B0604020202020204" pitchFamily="34" charset="0"/>
            </a:endParaRPr>
          </a:p>
        </p:txBody>
      </p:sp>
      <p:sp>
        <p:nvSpPr>
          <p:cNvPr id="4" name="5 Rectángulo">
            <a:extLst>
              <a:ext uri="{FF2B5EF4-FFF2-40B4-BE49-F238E27FC236}">
                <a16:creationId xmlns:a16="http://schemas.microsoft.com/office/drawing/2014/main" id="{98EB722E-3A4B-F593-95D0-CDA5A6B49557}"/>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6 Rectángulo">
            <a:extLst>
              <a:ext uri="{FF2B5EF4-FFF2-40B4-BE49-F238E27FC236}">
                <a16:creationId xmlns:a16="http://schemas.microsoft.com/office/drawing/2014/main" id="{B409572D-E412-B0A9-5EEC-6DDC9CB235DC}"/>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10 CuadroTexto">
            <a:extLst>
              <a:ext uri="{FF2B5EF4-FFF2-40B4-BE49-F238E27FC236}">
                <a16:creationId xmlns:a16="http://schemas.microsoft.com/office/drawing/2014/main" id="{38C2C092-6518-0505-7455-F6669CD34A35}"/>
              </a:ext>
              <a:ext uri="{C183D7F6-B498-43B3-948B-1728B52AA6E4}">
                <adec:decorative xmlns:adec="http://schemas.microsoft.com/office/drawing/2017/decorative" val="1"/>
              </a:ext>
            </a:extLst>
          </p:cNvPr>
          <p:cNvSpPr txBox="1"/>
          <p:nvPr/>
        </p:nvSpPr>
        <p:spPr>
          <a:xfrm>
            <a:off x="1043608" y="7820"/>
            <a:ext cx="5137432"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HERRAMIENTAS DE DESARROLLO</a:t>
            </a:r>
          </a:p>
        </p:txBody>
      </p:sp>
      <p:sp>
        <p:nvSpPr>
          <p:cNvPr id="7" name="6 CuadroTexto">
            <a:extLst>
              <a:ext uri="{FF2B5EF4-FFF2-40B4-BE49-F238E27FC236}">
                <a16:creationId xmlns:a16="http://schemas.microsoft.com/office/drawing/2014/main" id="{55C90526-551D-6DF6-8DEF-0CE2831915A4}"/>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8" name="10 CuadroTexto">
            <a:extLst>
              <a:ext uri="{FF2B5EF4-FFF2-40B4-BE49-F238E27FC236}">
                <a16:creationId xmlns:a16="http://schemas.microsoft.com/office/drawing/2014/main" id="{C161FD07-CDE4-182B-715D-E4FA6D633ACC}"/>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pic>
        <p:nvPicPr>
          <p:cNvPr id="12" name="Imagen 11">
            <a:extLst>
              <a:ext uri="{FF2B5EF4-FFF2-40B4-BE49-F238E27FC236}">
                <a16:creationId xmlns:a16="http://schemas.microsoft.com/office/drawing/2014/main" id="{96D02779-30C5-8B1F-7711-065A2453EDDE}"/>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11559" y="2088956"/>
            <a:ext cx="7920881" cy="3500284"/>
          </a:xfrm>
          <a:prstGeom prst="rect">
            <a:avLst/>
          </a:prstGeom>
        </p:spPr>
      </p:pic>
      <p:sp>
        <p:nvSpPr>
          <p:cNvPr id="2" name="8 Rectángulo">
            <a:extLst>
              <a:ext uri="{FF2B5EF4-FFF2-40B4-BE49-F238E27FC236}">
                <a16:creationId xmlns:a16="http://schemas.microsoft.com/office/drawing/2014/main" id="{6D20E88B-8E3A-AF43-9077-34E5B6CD236F}"/>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21 CuadroTexto">
            <a:extLst>
              <a:ext uri="{FF2B5EF4-FFF2-40B4-BE49-F238E27FC236}">
                <a16:creationId xmlns:a16="http://schemas.microsoft.com/office/drawing/2014/main" id="{3B9F9CAE-6C5C-BB9C-0943-6D866F88F523}"/>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HERRAMIENTAS DE DESARROLLO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VS CODE</a:t>
            </a:r>
          </a:p>
        </p:txBody>
      </p:sp>
    </p:spTree>
    <p:extLst>
      <p:ext uri="{BB962C8B-B14F-4D97-AF65-F5344CB8AC3E}">
        <p14:creationId xmlns:p14="http://schemas.microsoft.com/office/powerpoint/2010/main" val="3248207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3 CuadroTexto">
            <a:extLst>
              <a:ext uri="{FF2B5EF4-FFF2-40B4-BE49-F238E27FC236}">
                <a16:creationId xmlns:a16="http://schemas.microsoft.com/office/drawing/2014/main" id="{E547E2C3-EA3A-913A-66BF-AD3FBA11D008}"/>
              </a:ext>
            </a:extLst>
          </p:cNvPr>
          <p:cNvSpPr txBox="1"/>
          <p:nvPr/>
        </p:nvSpPr>
        <p:spPr>
          <a:xfrm>
            <a:off x="611559" y="908720"/>
            <a:ext cx="7920881" cy="2191113"/>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VS </a:t>
            </a:r>
            <a:r>
              <a:rPr lang="es-ES" dirty="0" err="1">
                <a:latin typeface="Arial Nova Cond" panose="020B0604020202020204" pitchFamily="34" charset="0"/>
              </a:rPr>
              <a:t>Code</a:t>
            </a:r>
            <a:r>
              <a:rPr lang="es-ES" dirty="0">
                <a:latin typeface="Arial Nova Cond" panose="020B0604020202020204" pitchFamily="34" charset="0"/>
              </a:rPr>
              <a:t> tiene una gran adaptabilidad gracias a sus múltiples </a:t>
            </a:r>
            <a:r>
              <a:rPr lang="es-ES" b="1" dirty="0">
                <a:latin typeface="Arial Nova Cond" panose="020B0604020202020204" pitchFamily="34" charset="0"/>
              </a:rPr>
              <a:t>extensiones</a:t>
            </a:r>
            <a:r>
              <a:rPr lang="es-ES" dirty="0">
                <a:latin typeface="Arial Nova Cond" panose="020B0604020202020204" pitchFamily="34" charset="0"/>
              </a:rPr>
              <a:t>, por lo que algo importante es seleccionar las extensiones más adecuadas para el trabajo que vas a desarrollar.</a:t>
            </a:r>
          </a:p>
          <a:p>
            <a:pPr algn="just">
              <a:lnSpc>
                <a:spcPct val="114000"/>
              </a:lnSpc>
              <a:spcBef>
                <a:spcPts val="600"/>
              </a:spcBef>
              <a:spcAft>
                <a:spcPts val="1200"/>
              </a:spcAft>
            </a:pPr>
            <a:r>
              <a:rPr lang="es-ES" dirty="0">
                <a:latin typeface="Arial Nova Cond" panose="020B0604020202020204" pitchFamily="34" charset="0"/>
              </a:rPr>
              <a:t>A continuación, voy a indicar algunas de las que utilizo, pero simplemente es una sugerencia y puedes sentirte libre de utilizar las que mejor se adecúen a tu modo de trabajo</a:t>
            </a:r>
          </a:p>
        </p:txBody>
      </p:sp>
      <p:sp>
        <p:nvSpPr>
          <p:cNvPr id="3" name="5 Rectángulo">
            <a:extLst>
              <a:ext uri="{FF2B5EF4-FFF2-40B4-BE49-F238E27FC236}">
                <a16:creationId xmlns:a16="http://schemas.microsoft.com/office/drawing/2014/main" id="{05D9310F-A24A-2728-643C-00697D748240}"/>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6 Rectángulo">
            <a:extLst>
              <a:ext uri="{FF2B5EF4-FFF2-40B4-BE49-F238E27FC236}">
                <a16:creationId xmlns:a16="http://schemas.microsoft.com/office/drawing/2014/main" id="{D4F9FE0B-3349-3539-51D3-1BAFFA2F91D5}"/>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10 CuadroTexto">
            <a:extLst>
              <a:ext uri="{FF2B5EF4-FFF2-40B4-BE49-F238E27FC236}">
                <a16:creationId xmlns:a16="http://schemas.microsoft.com/office/drawing/2014/main" id="{C988FCA0-D2F1-F88D-0AA9-5704BE24FDA6}"/>
              </a:ext>
              <a:ext uri="{C183D7F6-B498-43B3-948B-1728B52AA6E4}">
                <adec:decorative xmlns:adec="http://schemas.microsoft.com/office/drawing/2017/decorative" val="1"/>
              </a:ext>
            </a:extLst>
          </p:cNvPr>
          <p:cNvSpPr txBox="1"/>
          <p:nvPr/>
        </p:nvSpPr>
        <p:spPr>
          <a:xfrm>
            <a:off x="1043608" y="7820"/>
            <a:ext cx="5137432"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HERRAMIENTAS DE DESARROLLO</a:t>
            </a:r>
          </a:p>
        </p:txBody>
      </p:sp>
      <p:sp>
        <p:nvSpPr>
          <p:cNvPr id="6" name="6 CuadroTexto">
            <a:extLst>
              <a:ext uri="{FF2B5EF4-FFF2-40B4-BE49-F238E27FC236}">
                <a16:creationId xmlns:a16="http://schemas.microsoft.com/office/drawing/2014/main" id="{9415BCB8-1A18-EAEE-CDA7-2A84CB1C7F3D}"/>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7" name="10 CuadroTexto">
            <a:extLst>
              <a:ext uri="{FF2B5EF4-FFF2-40B4-BE49-F238E27FC236}">
                <a16:creationId xmlns:a16="http://schemas.microsoft.com/office/drawing/2014/main" id="{AA43ED8A-F229-B11B-E761-3B9EE018B93B}"/>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pic>
        <p:nvPicPr>
          <p:cNvPr id="12" name="Imagen 11">
            <a:extLst>
              <a:ext uri="{FF2B5EF4-FFF2-40B4-BE49-F238E27FC236}">
                <a16:creationId xmlns:a16="http://schemas.microsoft.com/office/drawing/2014/main" id="{44470F93-5F6F-B5E1-5628-DD2B78B18B16}"/>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35313" y="3334180"/>
            <a:ext cx="1653683" cy="2956816"/>
          </a:xfrm>
          <a:prstGeom prst="rect">
            <a:avLst/>
          </a:prstGeom>
        </p:spPr>
      </p:pic>
      <p:sp>
        <p:nvSpPr>
          <p:cNvPr id="13" name="3 CuadroTexto">
            <a:extLst>
              <a:ext uri="{FF2B5EF4-FFF2-40B4-BE49-F238E27FC236}">
                <a16:creationId xmlns:a16="http://schemas.microsoft.com/office/drawing/2014/main" id="{26CCFD90-C43E-7AFE-C77B-B4E35047E8DA}"/>
              </a:ext>
            </a:extLst>
          </p:cNvPr>
          <p:cNvSpPr txBox="1"/>
          <p:nvPr/>
        </p:nvSpPr>
        <p:spPr>
          <a:xfrm>
            <a:off x="3275856" y="4664831"/>
            <a:ext cx="3456384" cy="1644489"/>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Para gestionar las extensiones tienes que ir al menú de la izquierda y seleccionar el icono con los cuatro cuadrados (o bien con el atajo </a:t>
            </a:r>
            <a:r>
              <a:rPr lang="es-ES" b="1" i="1" dirty="0" err="1">
                <a:latin typeface="Arial Nova Cond" panose="020B0604020202020204" pitchFamily="34" charset="0"/>
              </a:rPr>
              <a:t>Ctrl</a:t>
            </a:r>
            <a:r>
              <a:rPr lang="es-ES" b="1" i="1" dirty="0">
                <a:latin typeface="Arial Nova Cond" panose="020B0604020202020204" pitchFamily="34" charset="0"/>
              </a:rPr>
              <a:t> + Shift + X</a:t>
            </a:r>
            <a:r>
              <a:rPr lang="es-ES" dirty="0">
                <a:latin typeface="Arial Nova Cond" panose="020B0604020202020204" pitchFamily="34" charset="0"/>
              </a:rPr>
              <a:t>)</a:t>
            </a:r>
          </a:p>
        </p:txBody>
      </p:sp>
      <p:sp>
        <p:nvSpPr>
          <p:cNvPr id="10" name="8 Rectángulo">
            <a:extLst>
              <a:ext uri="{FF2B5EF4-FFF2-40B4-BE49-F238E27FC236}">
                <a16:creationId xmlns:a16="http://schemas.microsoft.com/office/drawing/2014/main" id="{1878DA2F-0813-FEA2-1224-FDA577CC6D1E}"/>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21 CuadroTexto">
            <a:extLst>
              <a:ext uri="{FF2B5EF4-FFF2-40B4-BE49-F238E27FC236}">
                <a16:creationId xmlns:a16="http://schemas.microsoft.com/office/drawing/2014/main" id="{8F571969-5716-C31F-6823-D5B88EB06CFA}"/>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HERRAMIENTAS DE DESARROLLO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VS CODE</a:t>
            </a:r>
          </a:p>
        </p:txBody>
      </p:sp>
    </p:spTree>
    <p:extLst>
      <p:ext uri="{BB962C8B-B14F-4D97-AF65-F5344CB8AC3E}">
        <p14:creationId xmlns:p14="http://schemas.microsoft.com/office/powerpoint/2010/main" val="2919348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3 CuadroTexto">
            <a:extLst>
              <a:ext uri="{FF2B5EF4-FFF2-40B4-BE49-F238E27FC236}">
                <a16:creationId xmlns:a16="http://schemas.microsoft.com/office/drawing/2014/main" id="{BA7BB2ED-0E0D-41C0-BA34-A8EFF5DAF844}"/>
              </a:ext>
            </a:extLst>
          </p:cNvPr>
          <p:cNvSpPr txBox="1"/>
          <p:nvPr/>
        </p:nvSpPr>
        <p:spPr>
          <a:xfrm>
            <a:off x="611559" y="863169"/>
            <a:ext cx="7848873" cy="381323"/>
          </a:xfrm>
          <a:prstGeom prst="rect">
            <a:avLst/>
          </a:prstGeom>
          <a:solidFill>
            <a:schemeClr val="accent4">
              <a:lumMod val="75000"/>
            </a:schemeClr>
          </a:solidFill>
        </p:spPr>
        <p:txBody>
          <a:bodyPr wrap="square" rtlCol="0">
            <a:spAutoFit/>
          </a:bodyPr>
          <a:lstStyle/>
          <a:p>
            <a:pPr algn="just">
              <a:lnSpc>
                <a:spcPct val="114000"/>
              </a:lnSpc>
              <a:spcBef>
                <a:spcPts val="600"/>
              </a:spcBef>
              <a:spcAft>
                <a:spcPts val="1200"/>
              </a:spcAft>
            </a:pPr>
            <a:r>
              <a:rPr lang="es-ES" b="1" dirty="0">
                <a:solidFill>
                  <a:schemeClr val="bg1"/>
                </a:solidFill>
                <a:latin typeface="Arial Nova Cond" panose="020B0604020202020204" pitchFamily="34" charset="0"/>
              </a:rPr>
              <a:t>Tema</a:t>
            </a:r>
          </a:p>
        </p:txBody>
      </p:sp>
      <p:sp>
        <p:nvSpPr>
          <p:cNvPr id="2" name="3 CuadroTexto">
            <a:extLst>
              <a:ext uri="{FF2B5EF4-FFF2-40B4-BE49-F238E27FC236}">
                <a16:creationId xmlns:a16="http://schemas.microsoft.com/office/drawing/2014/main" id="{56D0D863-4D69-8243-3934-EBE77EA1D726}"/>
              </a:ext>
            </a:extLst>
          </p:cNvPr>
          <p:cNvSpPr txBox="1"/>
          <p:nvPr/>
        </p:nvSpPr>
        <p:spPr>
          <a:xfrm>
            <a:off x="611559" y="1412776"/>
            <a:ext cx="7920881" cy="1721433"/>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pPr>
            <a:r>
              <a:rPr lang="es-ES" dirty="0">
                <a:latin typeface="Arial Nova Cond" panose="020B0604020202020204" pitchFamily="34" charset="0"/>
              </a:rPr>
              <a:t>El tema determina los colores que se utilizarán en general para toda la interfaz y en particular para el resaltado de sintaxis.</a:t>
            </a:r>
          </a:p>
          <a:p>
            <a:pPr algn="just">
              <a:lnSpc>
                <a:spcPct val="114000"/>
              </a:lnSpc>
              <a:spcBef>
                <a:spcPts val="600"/>
              </a:spcBef>
            </a:pPr>
            <a:r>
              <a:rPr lang="es-ES" dirty="0">
                <a:latin typeface="Arial Nova Cond" panose="020B0604020202020204" pitchFamily="34" charset="0"/>
              </a:rPr>
              <a:t>Hay múltiples temas y la elección de uno u otro es una cuestión muy personal, por lo que lo mejor es </a:t>
            </a:r>
            <a:r>
              <a:rPr lang="es-ES" b="1" dirty="0">
                <a:latin typeface="Arial Nova Cond" panose="020B0604020202020204" pitchFamily="34" charset="0"/>
              </a:rPr>
              <a:t>probar unos cuantos </a:t>
            </a:r>
            <a:r>
              <a:rPr lang="es-ES" dirty="0">
                <a:latin typeface="Arial Nova Cond" panose="020B0604020202020204" pitchFamily="34" charset="0"/>
              </a:rPr>
              <a:t>hasta encontrar uno con el que nos encontremos a gusto.</a:t>
            </a:r>
          </a:p>
        </p:txBody>
      </p:sp>
      <p:sp>
        <p:nvSpPr>
          <p:cNvPr id="3" name="5 Rectángulo">
            <a:extLst>
              <a:ext uri="{FF2B5EF4-FFF2-40B4-BE49-F238E27FC236}">
                <a16:creationId xmlns:a16="http://schemas.microsoft.com/office/drawing/2014/main" id="{9E16031A-28AD-1CC8-A301-5B7F15E76CBA}"/>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6 Rectángulo">
            <a:extLst>
              <a:ext uri="{FF2B5EF4-FFF2-40B4-BE49-F238E27FC236}">
                <a16:creationId xmlns:a16="http://schemas.microsoft.com/office/drawing/2014/main" id="{DA52FF6D-640E-E5CB-2AFD-FA24BBBE74D2}"/>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10 CuadroTexto">
            <a:extLst>
              <a:ext uri="{FF2B5EF4-FFF2-40B4-BE49-F238E27FC236}">
                <a16:creationId xmlns:a16="http://schemas.microsoft.com/office/drawing/2014/main" id="{B3DCF899-A4CE-AD7D-C602-0E1145C64209}"/>
              </a:ext>
              <a:ext uri="{C183D7F6-B498-43B3-948B-1728B52AA6E4}">
                <adec:decorative xmlns:adec="http://schemas.microsoft.com/office/drawing/2017/decorative" val="1"/>
              </a:ext>
            </a:extLst>
          </p:cNvPr>
          <p:cNvSpPr txBox="1"/>
          <p:nvPr/>
        </p:nvSpPr>
        <p:spPr>
          <a:xfrm>
            <a:off x="1043608" y="7820"/>
            <a:ext cx="5137432"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HERRAMIENTAS DE DESARROLLO</a:t>
            </a:r>
          </a:p>
        </p:txBody>
      </p:sp>
      <p:sp>
        <p:nvSpPr>
          <p:cNvPr id="6" name="6 CuadroTexto">
            <a:extLst>
              <a:ext uri="{FF2B5EF4-FFF2-40B4-BE49-F238E27FC236}">
                <a16:creationId xmlns:a16="http://schemas.microsoft.com/office/drawing/2014/main" id="{F2CAB900-95B6-41CB-DCBC-3D14F6084499}"/>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7" name="10 CuadroTexto">
            <a:extLst>
              <a:ext uri="{FF2B5EF4-FFF2-40B4-BE49-F238E27FC236}">
                <a16:creationId xmlns:a16="http://schemas.microsoft.com/office/drawing/2014/main" id="{D97B4A4A-CB7B-65FB-1E84-0C25F0C4EFD6}"/>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pic>
        <p:nvPicPr>
          <p:cNvPr id="14" name="Imagen 13">
            <a:extLst>
              <a:ext uri="{FF2B5EF4-FFF2-40B4-BE49-F238E27FC236}">
                <a16:creationId xmlns:a16="http://schemas.microsoft.com/office/drawing/2014/main" id="{A6E0286C-3B4A-4307-F892-1BCAF1514C1C}"/>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44008" y="3920542"/>
            <a:ext cx="3816424" cy="2338896"/>
          </a:xfrm>
          <a:prstGeom prst="rect">
            <a:avLst/>
          </a:prstGeom>
        </p:spPr>
      </p:pic>
      <p:sp>
        <p:nvSpPr>
          <p:cNvPr id="18" name="3 CuadroTexto">
            <a:extLst>
              <a:ext uri="{FF2B5EF4-FFF2-40B4-BE49-F238E27FC236}">
                <a16:creationId xmlns:a16="http://schemas.microsoft.com/office/drawing/2014/main" id="{59FCD823-FF7A-D5C4-AA1E-C3238492B385}"/>
              </a:ext>
            </a:extLst>
          </p:cNvPr>
          <p:cNvSpPr txBox="1"/>
          <p:nvPr/>
        </p:nvSpPr>
        <p:spPr>
          <a:xfrm>
            <a:off x="635899" y="3140968"/>
            <a:ext cx="4512165" cy="697114"/>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pPr>
            <a:r>
              <a:rPr lang="es-ES" dirty="0">
                <a:latin typeface="Arial Nova Cond" panose="020B0604020202020204" pitchFamily="34" charset="0"/>
              </a:rPr>
              <a:t>Para comenzar por algún sitio, en el enlace tienes algunas sugerencias de temas.</a:t>
            </a:r>
          </a:p>
        </p:txBody>
      </p:sp>
      <p:sp>
        <p:nvSpPr>
          <p:cNvPr id="16" name="CuadroTexto 15">
            <a:extLst>
              <a:ext uri="{FF2B5EF4-FFF2-40B4-BE49-F238E27FC236}">
                <a16:creationId xmlns:a16="http://schemas.microsoft.com/office/drawing/2014/main" id="{0B70DEFE-D39F-F408-17D6-24CC92E0926D}"/>
              </a:ext>
            </a:extLst>
          </p:cNvPr>
          <p:cNvSpPr txBox="1"/>
          <p:nvPr/>
        </p:nvSpPr>
        <p:spPr>
          <a:xfrm>
            <a:off x="5292080" y="3111113"/>
            <a:ext cx="3168352" cy="280540"/>
          </a:xfrm>
          <a:prstGeom prst="rect">
            <a:avLst/>
          </a:prstGeom>
          <a:solidFill>
            <a:schemeClr val="accent1">
              <a:lumMod val="50000"/>
            </a:schemeClr>
          </a:solidFill>
        </p:spPr>
        <p:txBody>
          <a:bodyPr wrap="square">
            <a:spAutoFit/>
          </a:bodyPr>
          <a:lstStyle/>
          <a:p>
            <a:r>
              <a:rPr lang="es-ES" sz="1200" dirty="0">
                <a:latin typeface="Arial Nova Cond" panose="020B0506020202020204" pitchFamily="34" charset="0"/>
                <a:hlinkClick r:id="rId3"/>
              </a:rPr>
              <a:t>https://hackr.io/blog/best-vscode-themes</a:t>
            </a:r>
            <a:r>
              <a:rPr lang="es-ES" sz="1200" dirty="0">
                <a:latin typeface="Arial Nova Cond" panose="020B0506020202020204" pitchFamily="34" charset="0"/>
              </a:rPr>
              <a:t> </a:t>
            </a:r>
          </a:p>
        </p:txBody>
      </p:sp>
      <p:pic>
        <p:nvPicPr>
          <p:cNvPr id="17" name="Imagen 16">
            <a:extLst>
              <a:ext uri="{FF2B5EF4-FFF2-40B4-BE49-F238E27FC236}">
                <a16:creationId xmlns:a16="http://schemas.microsoft.com/office/drawing/2014/main" id="{4CBD7ED0-8D17-5348-FBBB-1ADB9AA0BE5B}"/>
              </a:ext>
              <a:ext uri="{C183D7F6-B498-43B3-948B-1728B52AA6E4}">
                <adec:decorative xmlns:adec="http://schemas.microsoft.com/office/drawing/2017/decorative" val="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8738" t="5901" r="28737" b="5901"/>
          <a:stretch/>
        </p:blipFill>
        <p:spPr>
          <a:xfrm>
            <a:off x="7884368" y="3012944"/>
            <a:ext cx="504056" cy="522725"/>
          </a:xfrm>
          <a:prstGeom prst="rect">
            <a:avLst/>
          </a:prstGeom>
        </p:spPr>
      </p:pic>
      <p:sp>
        <p:nvSpPr>
          <p:cNvPr id="19" name="3 CuadroTexto">
            <a:extLst>
              <a:ext uri="{FF2B5EF4-FFF2-40B4-BE49-F238E27FC236}">
                <a16:creationId xmlns:a16="http://schemas.microsoft.com/office/drawing/2014/main" id="{1961DC75-1BD4-5DA0-C1A6-894AAC01F858}"/>
              </a:ext>
            </a:extLst>
          </p:cNvPr>
          <p:cNvSpPr txBox="1"/>
          <p:nvPr/>
        </p:nvSpPr>
        <p:spPr>
          <a:xfrm>
            <a:off x="635899" y="5357069"/>
            <a:ext cx="3816424" cy="808235"/>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pPr>
            <a:r>
              <a:rPr lang="es-ES" sz="1400" dirty="0">
                <a:latin typeface="Arial Nova Cond" panose="020B0604020202020204" pitchFamily="34" charset="0"/>
              </a:rPr>
              <a:t>Para activar un tema una vez instalado pulsas </a:t>
            </a:r>
            <a:r>
              <a:rPr lang="es-ES" sz="1400" b="1" i="1" dirty="0" err="1">
                <a:latin typeface="Arial Nova Cond" panose="020B0604020202020204" pitchFamily="34" charset="0"/>
              </a:rPr>
              <a:t>Ctrl+Mayus+P</a:t>
            </a:r>
            <a:r>
              <a:rPr lang="es-ES" sz="1400" b="1" i="1" dirty="0">
                <a:latin typeface="Arial Nova Cond" panose="020B0604020202020204" pitchFamily="34" charset="0"/>
              </a:rPr>
              <a:t> </a:t>
            </a:r>
            <a:r>
              <a:rPr lang="es-ES" sz="1400" dirty="0">
                <a:latin typeface="Arial Nova Cond" panose="020B0604020202020204" pitchFamily="34" charset="0"/>
              </a:rPr>
              <a:t>y buscas </a:t>
            </a:r>
            <a:r>
              <a:rPr lang="es-ES" sz="1400" b="1" dirty="0" err="1">
                <a:latin typeface="Arial Nova Cond" panose="020B0604020202020204" pitchFamily="34" charset="0"/>
              </a:rPr>
              <a:t>Preferences</a:t>
            </a:r>
            <a:r>
              <a:rPr lang="es-ES" sz="1400" b="1" dirty="0">
                <a:latin typeface="Arial Nova Cond" panose="020B0604020202020204" pitchFamily="34" charset="0"/>
              </a:rPr>
              <a:t>: Color </a:t>
            </a:r>
            <a:r>
              <a:rPr lang="es-ES" sz="1400" b="1" dirty="0" err="1">
                <a:latin typeface="Arial Nova Cond" panose="020B0604020202020204" pitchFamily="34" charset="0"/>
              </a:rPr>
              <a:t>theme</a:t>
            </a:r>
            <a:r>
              <a:rPr lang="es-ES" sz="1400" dirty="0">
                <a:latin typeface="Arial Nova Cond" panose="020B0604020202020204" pitchFamily="34" charset="0"/>
              </a:rPr>
              <a:t> (en cuanto escribas </a:t>
            </a:r>
            <a:r>
              <a:rPr lang="es-ES" sz="1400" i="1" dirty="0" err="1">
                <a:latin typeface="Arial Nova Cond" panose="020B0604020202020204" pitchFamily="34" charset="0"/>
              </a:rPr>
              <a:t>theme</a:t>
            </a:r>
            <a:r>
              <a:rPr lang="es-ES" sz="1400" dirty="0">
                <a:latin typeface="Arial Nova Cond" panose="020B0604020202020204" pitchFamily="34" charset="0"/>
              </a:rPr>
              <a:t> te filtrará resultados) </a:t>
            </a:r>
          </a:p>
        </p:txBody>
      </p:sp>
      <p:sp>
        <p:nvSpPr>
          <p:cNvPr id="10" name="8 Rectángulo">
            <a:extLst>
              <a:ext uri="{FF2B5EF4-FFF2-40B4-BE49-F238E27FC236}">
                <a16:creationId xmlns:a16="http://schemas.microsoft.com/office/drawing/2014/main" id="{EC1F835F-0E77-276F-1F37-181089FB5053}"/>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21 CuadroTexto">
            <a:extLst>
              <a:ext uri="{FF2B5EF4-FFF2-40B4-BE49-F238E27FC236}">
                <a16:creationId xmlns:a16="http://schemas.microsoft.com/office/drawing/2014/main" id="{0BA1C127-F561-E75A-852F-717F76341E61}"/>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HERRAMIENTAS DE DESARROLLO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VS CODE</a:t>
            </a:r>
          </a:p>
        </p:txBody>
      </p:sp>
    </p:spTree>
    <p:extLst>
      <p:ext uri="{BB962C8B-B14F-4D97-AF65-F5344CB8AC3E}">
        <p14:creationId xmlns:p14="http://schemas.microsoft.com/office/powerpoint/2010/main" val="2598259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3 CuadroTexto">
            <a:extLst>
              <a:ext uri="{FF2B5EF4-FFF2-40B4-BE49-F238E27FC236}">
                <a16:creationId xmlns:a16="http://schemas.microsoft.com/office/drawing/2014/main" id="{1CC74074-BD7D-C158-DC93-F3C6FD170C54}"/>
              </a:ext>
            </a:extLst>
          </p:cNvPr>
          <p:cNvSpPr txBox="1"/>
          <p:nvPr/>
        </p:nvSpPr>
        <p:spPr>
          <a:xfrm>
            <a:off x="611559" y="863169"/>
            <a:ext cx="7848873" cy="381323"/>
          </a:xfrm>
          <a:prstGeom prst="rect">
            <a:avLst/>
          </a:prstGeom>
          <a:solidFill>
            <a:schemeClr val="accent4">
              <a:lumMod val="75000"/>
            </a:schemeClr>
          </a:solidFill>
        </p:spPr>
        <p:txBody>
          <a:bodyPr wrap="square" rtlCol="0">
            <a:spAutoFit/>
          </a:bodyPr>
          <a:lstStyle/>
          <a:p>
            <a:pPr algn="just">
              <a:lnSpc>
                <a:spcPct val="114000"/>
              </a:lnSpc>
              <a:spcBef>
                <a:spcPts val="600"/>
              </a:spcBef>
              <a:spcAft>
                <a:spcPts val="1200"/>
              </a:spcAft>
            </a:pPr>
            <a:r>
              <a:rPr lang="es-ES" b="1" dirty="0">
                <a:solidFill>
                  <a:schemeClr val="bg1"/>
                </a:solidFill>
                <a:latin typeface="Arial Nova Cond" panose="020B0604020202020204" pitchFamily="34" charset="0"/>
              </a:rPr>
              <a:t>Iconos</a:t>
            </a:r>
          </a:p>
        </p:txBody>
      </p:sp>
      <p:sp>
        <p:nvSpPr>
          <p:cNvPr id="2" name="3 CuadroTexto">
            <a:extLst>
              <a:ext uri="{FF2B5EF4-FFF2-40B4-BE49-F238E27FC236}">
                <a16:creationId xmlns:a16="http://schemas.microsoft.com/office/drawing/2014/main" id="{21102DCA-6437-E6F5-801E-4C9A3882C6D3}"/>
              </a:ext>
            </a:extLst>
          </p:cNvPr>
          <p:cNvSpPr txBox="1"/>
          <p:nvPr/>
        </p:nvSpPr>
        <p:spPr>
          <a:xfrm>
            <a:off x="611559" y="1412776"/>
            <a:ext cx="7920881" cy="1721433"/>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pPr>
            <a:r>
              <a:rPr lang="es-ES" dirty="0">
                <a:latin typeface="Arial Nova Cond" panose="020B0604020202020204" pitchFamily="34" charset="0"/>
              </a:rPr>
              <a:t>Por defecto, VS </a:t>
            </a:r>
            <a:r>
              <a:rPr lang="es-ES" dirty="0" err="1">
                <a:latin typeface="Arial Nova Cond" panose="020B0604020202020204" pitchFamily="34" charset="0"/>
              </a:rPr>
              <a:t>Code</a:t>
            </a:r>
            <a:r>
              <a:rPr lang="es-ES" dirty="0">
                <a:latin typeface="Arial Nova Cond" panose="020B0604020202020204" pitchFamily="34" charset="0"/>
              </a:rPr>
              <a:t> tiene una serie de iconos para identificar los tipos de archivos, pero hay extensiones que modifican estos iconos por otros más atractivos.</a:t>
            </a:r>
          </a:p>
          <a:p>
            <a:pPr algn="just">
              <a:lnSpc>
                <a:spcPct val="114000"/>
              </a:lnSpc>
              <a:spcBef>
                <a:spcPts val="600"/>
              </a:spcBef>
            </a:pPr>
            <a:r>
              <a:rPr lang="es-ES" dirty="0">
                <a:latin typeface="Arial Nova Cond" panose="020B0604020202020204" pitchFamily="34" charset="0"/>
              </a:rPr>
              <a:t>Personalmente, para este cometido, aconsejaría la instalación de </a:t>
            </a:r>
            <a:r>
              <a:rPr lang="es-ES" b="1" dirty="0">
                <a:latin typeface="Arial Nova Cond" panose="020B0604020202020204" pitchFamily="34" charset="0"/>
              </a:rPr>
              <a:t>Material </a:t>
            </a:r>
            <a:r>
              <a:rPr lang="es-ES" b="1" dirty="0" err="1">
                <a:latin typeface="Arial Nova Cond" panose="020B0604020202020204" pitchFamily="34" charset="0"/>
              </a:rPr>
              <a:t>Icon</a:t>
            </a:r>
            <a:r>
              <a:rPr lang="es-ES" b="1" dirty="0">
                <a:latin typeface="Arial Nova Cond" panose="020B0604020202020204" pitchFamily="34" charset="0"/>
              </a:rPr>
              <a:t> </a:t>
            </a:r>
            <a:r>
              <a:rPr lang="es-ES" b="1" dirty="0" err="1">
                <a:latin typeface="Arial Nova Cond" panose="020B0604020202020204" pitchFamily="34" charset="0"/>
              </a:rPr>
              <a:t>Theme</a:t>
            </a:r>
            <a:r>
              <a:rPr lang="es-ES" b="1" dirty="0">
                <a:latin typeface="Arial Nova Cond" panose="020B0604020202020204" pitchFamily="34" charset="0"/>
              </a:rPr>
              <a:t>. </a:t>
            </a:r>
            <a:r>
              <a:rPr lang="es-ES" dirty="0">
                <a:latin typeface="Arial Nova Cond" panose="020B0604020202020204" pitchFamily="34" charset="0"/>
              </a:rPr>
              <a:t>En las imágenes se ve la configuración por defecto (</a:t>
            </a:r>
            <a:r>
              <a:rPr lang="es-ES" dirty="0" err="1">
                <a:latin typeface="Arial Nova Cond" panose="020B0604020202020204" pitchFamily="34" charset="0"/>
              </a:rPr>
              <a:t>izq</a:t>
            </a:r>
            <a:r>
              <a:rPr lang="es-ES" dirty="0">
                <a:latin typeface="Arial Nova Cond" panose="020B0604020202020204" pitchFamily="34" charset="0"/>
              </a:rPr>
              <a:t>) y con Material (</a:t>
            </a:r>
            <a:r>
              <a:rPr lang="es-ES" dirty="0" err="1">
                <a:latin typeface="Arial Nova Cond" panose="020B0604020202020204" pitchFamily="34" charset="0"/>
              </a:rPr>
              <a:t>dcha</a:t>
            </a:r>
            <a:r>
              <a:rPr lang="es-ES" dirty="0">
                <a:latin typeface="Arial Nova Cond" panose="020B0604020202020204" pitchFamily="34" charset="0"/>
              </a:rPr>
              <a:t>).</a:t>
            </a:r>
            <a:endParaRPr lang="es-ES" b="1" dirty="0">
              <a:latin typeface="Arial Nova Cond" panose="020B0604020202020204" pitchFamily="34" charset="0"/>
            </a:endParaRPr>
          </a:p>
        </p:txBody>
      </p:sp>
      <p:sp>
        <p:nvSpPr>
          <p:cNvPr id="3" name="5 Rectángulo">
            <a:extLst>
              <a:ext uri="{FF2B5EF4-FFF2-40B4-BE49-F238E27FC236}">
                <a16:creationId xmlns:a16="http://schemas.microsoft.com/office/drawing/2014/main" id="{F60FB8E5-AD91-2956-2A40-569930555209}"/>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6 Rectángulo">
            <a:extLst>
              <a:ext uri="{FF2B5EF4-FFF2-40B4-BE49-F238E27FC236}">
                <a16:creationId xmlns:a16="http://schemas.microsoft.com/office/drawing/2014/main" id="{87A60D52-2A66-13A0-33D8-157BCD123139}"/>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10 CuadroTexto">
            <a:extLst>
              <a:ext uri="{FF2B5EF4-FFF2-40B4-BE49-F238E27FC236}">
                <a16:creationId xmlns:a16="http://schemas.microsoft.com/office/drawing/2014/main" id="{0D44442C-63ED-F9D7-20A0-A54EF56A3732}"/>
              </a:ext>
              <a:ext uri="{C183D7F6-B498-43B3-948B-1728B52AA6E4}">
                <adec:decorative xmlns:adec="http://schemas.microsoft.com/office/drawing/2017/decorative" val="1"/>
              </a:ext>
            </a:extLst>
          </p:cNvPr>
          <p:cNvSpPr txBox="1"/>
          <p:nvPr/>
        </p:nvSpPr>
        <p:spPr>
          <a:xfrm>
            <a:off x="1043608" y="7820"/>
            <a:ext cx="5137432"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HERRAMIENTAS DE DESARROLLO</a:t>
            </a:r>
          </a:p>
        </p:txBody>
      </p:sp>
      <p:sp>
        <p:nvSpPr>
          <p:cNvPr id="6" name="6 CuadroTexto">
            <a:extLst>
              <a:ext uri="{FF2B5EF4-FFF2-40B4-BE49-F238E27FC236}">
                <a16:creationId xmlns:a16="http://schemas.microsoft.com/office/drawing/2014/main" id="{B474718A-041D-16F0-F53C-3EB9E469C20E}"/>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7" name="10 CuadroTexto">
            <a:extLst>
              <a:ext uri="{FF2B5EF4-FFF2-40B4-BE49-F238E27FC236}">
                <a16:creationId xmlns:a16="http://schemas.microsoft.com/office/drawing/2014/main" id="{F1118A5B-7858-55A6-7D33-012F8BBCFC02}"/>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pic>
        <p:nvPicPr>
          <p:cNvPr id="16" name="Imagen 15">
            <a:extLst>
              <a:ext uri="{FF2B5EF4-FFF2-40B4-BE49-F238E27FC236}">
                <a16:creationId xmlns:a16="http://schemas.microsoft.com/office/drawing/2014/main" id="{B7291119-4B9C-F540-D280-6A878895D68E}"/>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148064" y="2985411"/>
            <a:ext cx="2592288" cy="3323909"/>
          </a:xfrm>
          <a:prstGeom prst="rect">
            <a:avLst/>
          </a:prstGeom>
        </p:spPr>
      </p:pic>
      <p:pic>
        <p:nvPicPr>
          <p:cNvPr id="17" name="Imagen 16">
            <a:extLst>
              <a:ext uri="{FF2B5EF4-FFF2-40B4-BE49-F238E27FC236}">
                <a16:creationId xmlns:a16="http://schemas.microsoft.com/office/drawing/2014/main" id="{3E4B2CC5-54C6-E62D-98DF-9575EF4FC48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391938" y="2989761"/>
            <a:ext cx="2651990" cy="3319559"/>
          </a:xfrm>
          <a:prstGeom prst="rect">
            <a:avLst/>
          </a:prstGeom>
        </p:spPr>
      </p:pic>
      <p:sp>
        <p:nvSpPr>
          <p:cNvPr id="11" name="8 Rectángulo">
            <a:extLst>
              <a:ext uri="{FF2B5EF4-FFF2-40B4-BE49-F238E27FC236}">
                <a16:creationId xmlns:a16="http://schemas.microsoft.com/office/drawing/2014/main" id="{B3514613-3B19-2728-583A-3C2787DCF442}"/>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21 CuadroTexto">
            <a:extLst>
              <a:ext uri="{FF2B5EF4-FFF2-40B4-BE49-F238E27FC236}">
                <a16:creationId xmlns:a16="http://schemas.microsoft.com/office/drawing/2014/main" id="{D74B5BA0-FF0C-E212-3F4C-6DA2FA4343DF}"/>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HERRAMIENTAS DE DESARROLLO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VS CODE</a:t>
            </a:r>
          </a:p>
        </p:txBody>
      </p:sp>
    </p:spTree>
    <p:extLst>
      <p:ext uri="{BB962C8B-B14F-4D97-AF65-F5344CB8AC3E}">
        <p14:creationId xmlns:p14="http://schemas.microsoft.com/office/powerpoint/2010/main" val="2238499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64BC667-6AA7-7797-B27F-3184B651CF90}"/>
              </a:ext>
              <a:ext uri="{C183D7F6-B498-43B3-948B-1728B52AA6E4}">
                <adec:decorative xmlns:adec="http://schemas.microsoft.com/office/drawing/2017/decorative" val="1"/>
              </a:ext>
            </a:extLst>
          </p:cNvPr>
          <p:cNvSpPr txBox="1"/>
          <p:nvPr/>
        </p:nvSpPr>
        <p:spPr>
          <a:xfrm>
            <a:off x="5508104" y="2212355"/>
            <a:ext cx="2952328" cy="276999"/>
          </a:xfrm>
          <a:prstGeom prst="rect">
            <a:avLst/>
          </a:prstGeom>
          <a:solidFill>
            <a:schemeClr val="accent1">
              <a:lumMod val="50000"/>
            </a:schemeClr>
          </a:solidFill>
        </p:spPr>
        <p:txBody>
          <a:bodyPr wrap="square">
            <a:spAutoFit/>
          </a:bodyPr>
          <a:lstStyle/>
          <a:p>
            <a:r>
              <a:rPr lang="es-ES" sz="1200" dirty="0">
                <a:latin typeface="Arial Nova Cond" panose="020B0506020202020204" pitchFamily="34" charset="0"/>
                <a:hlinkClick r:id="rId2"/>
              </a:rPr>
              <a:t>https://github.com/tonsky/FiraCode</a:t>
            </a:r>
            <a:r>
              <a:rPr lang="es-ES" sz="1200" dirty="0">
                <a:latin typeface="Arial Nova Cond" panose="020B0506020202020204" pitchFamily="34" charset="0"/>
              </a:rPr>
              <a:t> </a:t>
            </a:r>
          </a:p>
        </p:txBody>
      </p:sp>
      <p:pic>
        <p:nvPicPr>
          <p:cNvPr id="7" name="Imagen 6">
            <a:extLst>
              <a:ext uri="{FF2B5EF4-FFF2-40B4-BE49-F238E27FC236}">
                <a16:creationId xmlns:a16="http://schemas.microsoft.com/office/drawing/2014/main" id="{2A1C8A7D-B664-433D-23C4-21C1DA30B321}"/>
              </a:ext>
              <a:ext uri="{C183D7F6-B498-43B3-948B-1728B52AA6E4}">
                <adec:decorative xmlns:adec="http://schemas.microsoft.com/office/drawing/2017/decorative" val="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8738" t="5901" r="28737" b="5901"/>
          <a:stretch/>
        </p:blipFill>
        <p:spPr>
          <a:xfrm>
            <a:off x="7884368" y="2114187"/>
            <a:ext cx="504056" cy="522725"/>
          </a:xfrm>
          <a:prstGeom prst="rect">
            <a:avLst/>
          </a:prstGeom>
        </p:spPr>
      </p:pic>
      <p:sp>
        <p:nvSpPr>
          <p:cNvPr id="16" name="3 CuadroTexto">
            <a:extLst>
              <a:ext uri="{FF2B5EF4-FFF2-40B4-BE49-F238E27FC236}">
                <a16:creationId xmlns:a16="http://schemas.microsoft.com/office/drawing/2014/main" id="{AEAEEFFE-F875-6D41-4701-A4EB90EACC14}"/>
              </a:ext>
            </a:extLst>
          </p:cNvPr>
          <p:cNvSpPr txBox="1"/>
          <p:nvPr/>
        </p:nvSpPr>
        <p:spPr>
          <a:xfrm>
            <a:off x="611559" y="863169"/>
            <a:ext cx="7848873" cy="381323"/>
          </a:xfrm>
          <a:prstGeom prst="rect">
            <a:avLst/>
          </a:prstGeom>
          <a:solidFill>
            <a:schemeClr val="accent4">
              <a:lumMod val="75000"/>
            </a:schemeClr>
          </a:solidFill>
        </p:spPr>
        <p:txBody>
          <a:bodyPr wrap="square" rtlCol="0">
            <a:spAutoFit/>
          </a:bodyPr>
          <a:lstStyle/>
          <a:p>
            <a:pPr algn="just">
              <a:lnSpc>
                <a:spcPct val="114000"/>
              </a:lnSpc>
              <a:spcBef>
                <a:spcPts val="600"/>
              </a:spcBef>
              <a:spcAft>
                <a:spcPts val="1200"/>
              </a:spcAft>
            </a:pPr>
            <a:r>
              <a:rPr lang="es-ES" b="1" dirty="0">
                <a:solidFill>
                  <a:schemeClr val="bg1"/>
                </a:solidFill>
                <a:latin typeface="Arial Nova Cond" panose="020B0604020202020204" pitchFamily="34" charset="0"/>
              </a:rPr>
              <a:t>Fuente</a:t>
            </a:r>
          </a:p>
        </p:txBody>
      </p:sp>
      <p:sp>
        <p:nvSpPr>
          <p:cNvPr id="8" name="3 CuadroTexto">
            <a:extLst>
              <a:ext uri="{FF2B5EF4-FFF2-40B4-BE49-F238E27FC236}">
                <a16:creationId xmlns:a16="http://schemas.microsoft.com/office/drawing/2014/main" id="{EEB7FBBC-0764-4EEE-8631-DCBD999D7F21}"/>
              </a:ext>
            </a:extLst>
          </p:cNvPr>
          <p:cNvSpPr txBox="1"/>
          <p:nvPr/>
        </p:nvSpPr>
        <p:spPr>
          <a:xfrm>
            <a:off x="611559" y="1412776"/>
            <a:ext cx="7920881" cy="697114"/>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pPr>
            <a:r>
              <a:rPr lang="es-ES" dirty="0">
                <a:latin typeface="Arial Nova Cond" panose="020B0604020202020204" pitchFamily="34" charset="0"/>
              </a:rPr>
              <a:t>La fuente también es algo importante, una opción muy clara y legible es </a:t>
            </a:r>
            <a:r>
              <a:rPr lang="es-ES" b="1" dirty="0" err="1">
                <a:latin typeface="Arial Nova Cond" panose="020B0604020202020204" pitchFamily="34" charset="0"/>
              </a:rPr>
              <a:t>Fira</a:t>
            </a:r>
            <a:r>
              <a:rPr lang="es-ES" b="1" dirty="0">
                <a:latin typeface="Arial Nova Cond" panose="020B0604020202020204" pitchFamily="34" charset="0"/>
              </a:rPr>
              <a:t> </a:t>
            </a:r>
            <a:r>
              <a:rPr lang="es-ES" b="1" dirty="0" err="1">
                <a:latin typeface="Arial Nova Cond" panose="020B0604020202020204" pitchFamily="34" charset="0"/>
              </a:rPr>
              <a:t>Code</a:t>
            </a:r>
            <a:r>
              <a:rPr lang="es-ES" dirty="0">
                <a:latin typeface="Arial Nova Cond" panose="020B0604020202020204" pitchFamily="34" charset="0"/>
              </a:rPr>
              <a:t>, que se puede descargar del enlace adjunto.</a:t>
            </a:r>
            <a:endParaRPr lang="es-ES" b="1" dirty="0">
              <a:latin typeface="Arial Nova Cond" panose="020B0604020202020204" pitchFamily="34" charset="0"/>
            </a:endParaRPr>
          </a:p>
        </p:txBody>
      </p:sp>
      <p:sp>
        <p:nvSpPr>
          <p:cNvPr id="9" name="5 Rectángulo">
            <a:extLst>
              <a:ext uri="{FF2B5EF4-FFF2-40B4-BE49-F238E27FC236}">
                <a16:creationId xmlns:a16="http://schemas.microsoft.com/office/drawing/2014/main" id="{E7414A41-D2DD-E477-5209-1E1BE09440FA}"/>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6 Rectángulo">
            <a:extLst>
              <a:ext uri="{FF2B5EF4-FFF2-40B4-BE49-F238E27FC236}">
                <a16:creationId xmlns:a16="http://schemas.microsoft.com/office/drawing/2014/main" id="{C343378C-138D-86D6-D85F-63AE1C5BE5A0}"/>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0 CuadroTexto">
            <a:extLst>
              <a:ext uri="{FF2B5EF4-FFF2-40B4-BE49-F238E27FC236}">
                <a16:creationId xmlns:a16="http://schemas.microsoft.com/office/drawing/2014/main" id="{6C2865FF-07DC-9FDA-B50A-B4EF355B4330}"/>
              </a:ext>
              <a:ext uri="{C183D7F6-B498-43B3-948B-1728B52AA6E4}">
                <adec:decorative xmlns:adec="http://schemas.microsoft.com/office/drawing/2017/decorative" val="1"/>
              </a:ext>
            </a:extLst>
          </p:cNvPr>
          <p:cNvSpPr txBox="1"/>
          <p:nvPr/>
        </p:nvSpPr>
        <p:spPr>
          <a:xfrm>
            <a:off x="1043608" y="7820"/>
            <a:ext cx="5137432"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HERRAMIENTAS DE DESARROLLO</a:t>
            </a:r>
          </a:p>
        </p:txBody>
      </p:sp>
      <p:sp>
        <p:nvSpPr>
          <p:cNvPr id="12" name="6 CuadroTexto">
            <a:extLst>
              <a:ext uri="{FF2B5EF4-FFF2-40B4-BE49-F238E27FC236}">
                <a16:creationId xmlns:a16="http://schemas.microsoft.com/office/drawing/2014/main" id="{B761808E-99F4-E4DF-3C0B-2084CD2B4DD6}"/>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3" name="10 CuadroTexto">
            <a:extLst>
              <a:ext uri="{FF2B5EF4-FFF2-40B4-BE49-F238E27FC236}">
                <a16:creationId xmlns:a16="http://schemas.microsoft.com/office/drawing/2014/main" id="{FB5E8013-53B4-3B70-FE74-58C196091CA7}"/>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7" name="3 CuadroTexto">
            <a:extLst>
              <a:ext uri="{FF2B5EF4-FFF2-40B4-BE49-F238E27FC236}">
                <a16:creationId xmlns:a16="http://schemas.microsoft.com/office/drawing/2014/main" id="{79CCE067-AD6D-998C-7B86-7D101AABE840}"/>
              </a:ext>
            </a:extLst>
          </p:cNvPr>
          <p:cNvSpPr txBox="1"/>
          <p:nvPr/>
        </p:nvSpPr>
        <p:spPr>
          <a:xfrm>
            <a:off x="617847" y="2803894"/>
            <a:ext cx="3522105" cy="1328697"/>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pPr>
            <a:r>
              <a:rPr lang="es-ES" dirty="0">
                <a:latin typeface="Arial Nova Cond" panose="020B0604020202020204" pitchFamily="34" charset="0"/>
              </a:rPr>
              <a:t>Para activarla pulsamos </a:t>
            </a:r>
            <a:r>
              <a:rPr lang="es-ES" b="1" i="1" dirty="0" err="1">
                <a:latin typeface="Arial Nova Cond" panose="020B0604020202020204" pitchFamily="34" charset="0"/>
              </a:rPr>
              <a:t>Ctrl+Mayus+P</a:t>
            </a:r>
            <a:r>
              <a:rPr lang="es-ES" b="1" i="1" dirty="0">
                <a:latin typeface="Arial Nova Cond" panose="020B0604020202020204" pitchFamily="34" charset="0"/>
              </a:rPr>
              <a:t> </a:t>
            </a:r>
            <a:r>
              <a:rPr lang="es-ES" dirty="0">
                <a:latin typeface="Arial Nova Cond" panose="020B0604020202020204" pitchFamily="34" charset="0"/>
              </a:rPr>
              <a:t>y buscamos </a:t>
            </a:r>
            <a:r>
              <a:rPr lang="es-ES" b="1" dirty="0" err="1">
                <a:latin typeface="Arial Nova Cond" panose="020B0604020202020204" pitchFamily="34" charset="0"/>
              </a:rPr>
              <a:t>Preferences</a:t>
            </a:r>
            <a:r>
              <a:rPr lang="es-ES" b="1" dirty="0">
                <a:latin typeface="Arial Nova Cond" panose="020B0604020202020204" pitchFamily="34" charset="0"/>
              </a:rPr>
              <a:t>: Open </a:t>
            </a:r>
            <a:r>
              <a:rPr lang="es-ES" b="1" dirty="0" err="1">
                <a:latin typeface="Arial Nova Cond" panose="020B0604020202020204" pitchFamily="34" charset="0"/>
              </a:rPr>
              <a:t>User</a:t>
            </a:r>
            <a:r>
              <a:rPr lang="es-ES" b="1" dirty="0">
                <a:latin typeface="Arial Nova Cond" panose="020B0604020202020204" pitchFamily="34" charset="0"/>
              </a:rPr>
              <a:t> </a:t>
            </a:r>
            <a:r>
              <a:rPr lang="es-ES" b="1" dirty="0" err="1">
                <a:latin typeface="Arial Nova Cond" panose="020B0604020202020204" pitchFamily="34" charset="0"/>
              </a:rPr>
              <a:t>Settings</a:t>
            </a:r>
            <a:r>
              <a:rPr lang="es-ES" b="1" dirty="0">
                <a:latin typeface="Arial Nova Cond" panose="020B0604020202020204" pitchFamily="34" charset="0"/>
              </a:rPr>
              <a:t> (JSON)</a:t>
            </a:r>
            <a:r>
              <a:rPr lang="es-ES" dirty="0">
                <a:latin typeface="Arial Nova Cond" panose="020B0604020202020204" pitchFamily="34" charset="0"/>
              </a:rPr>
              <a:t> </a:t>
            </a:r>
            <a:endParaRPr lang="es-ES" b="1" dirty="0">
              <a:latin typeface="Arial Nova Cond" panose="020B0604020202020204" pitchFamily="34" charset="0"/>
            </a:endParaRPr>
          </a:p>
        </p:txBody>
      </p:sp>
      <p:pic>
        <p:nvPicPr>
          <p:cNvPr id="19" name="Imagen 18">
            <a:extLst>
              <a:ext uri="{FF2B5EF4-FFF2-40B4-BE49-F238E27FC236}">
                <a16:creationId xmlns:a16="http://schemas.microsoft.com/office/drawing/2014/main" id="{06090167-56E0-A680-EC82-5A0DA700355F}"/>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139952" y="2803895"/>
            <a:ext cx="4386201" cy="1016894"/>
          </a:xfrm>
          <a:prstGeom prst="rect">
            <a:avLst/>
          </a:prstGeom>
        </p:spPr>
      </p:pic>
      <p:pic>
        <p:nvPicPr>
          <p:cNvPr id="21" name="Imagen 20">
            <a:extLst>
              <a:ext uri="{FF2B5EF4-FFF2-40B4-BE49-F238E27FC236}">
                <a16:creationId xmlns:a16="http://schemas.microsoft.com/office/drawing/2014/main" id="{0FE5C1B6-B60B-5FE8-684C-6211CFFA9234}"/>
              </a:ext>
              <a:ext uri="{C183D7F6-B498-43B3-948B-1728B52AA6E4}">
                <adec:decorative xmlns:adec="http://schemas.microsoft.com/office/drawing/2017/decorative" val="1"/>
              </a:ext>
            </a:extLst>
          </p:cNvPr>
          <p:cNvPicPr>
            <a:picLocks noChangeAspect="1"/>
          </p:cNvPicPr>
          <p:nvPr/>
        </p:nvPicPr>
        <p:blipFill rotWithShape="1">
          <a:blip r:embed="rId5"/>
          <a:srcRect l="4549" t="17941" b="2720"/>
          <a:stretch/>
        </p:blipFill>
        <p:spPr>
          <a:xfrm>
            <a:off x="617847" y="5341467"/>
            <a:ext cx="7908305" cy="496480"/>
          </a:xfrm>
          <a:prstGeom prst="rect">
            <a:avLst/>
          </a:prstGeom>
        </p:spPr>
      </p:pic>
      <p:sp>
        <p:nvSpPr>
          <p:cNvPr id="22" name="3 CuadroTexto">
            <a:extLst>
              <a:ext uri="{FF2B5EF4-FFF2-40B4-BE49-F238E27FC236}">
                <a16:creationId xmlns:a16="http://schemas.microsoft.com/office/drawing/2014/main" id="{F1942AF8-B049-155D-99B1-5AE8FCB968D0}"/>
              </a:ext>
            </a:extLst>
          </p:cNvPr>
          <p:cNvSpPr txBox="1"/>
          <p:nvPr/>
        </p:nvSpPr>
        <p:spPr>
          <a:xfrm>
            <a:off x="605272" y="4703861"/>
            <a:ext cx="7920881" cy="381323"/>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pPr>
            <a:r>
              <a:rPr lang="es-ES" dirty="0">
                <a:latin typeface="Arial Nova Cond" panose="020B0604020202020204" pitchFamily="34" charset="0"/>
              </a:rPr>
              <a:t>Y añadimos estas dos líneas en el archivo JSON que se abre.</a:t>
            </a:r>
            <a:endParaRPr lang="es-ES" b="1" dirty="0">
              <a:latin typeface="Arial Nova Cond" panose="020B0604020202020204" pitchFamily="34" charset="0"/>
            </a:endParaRPr>
          </a:p>
        </p:txBody>
      </p:sp>
      <p:sp>
        <p:nvSpPr>
          <p:cNvPr id="2" name="8 Rectángulo">
            <a:extLst>
              <a:ext uri="{FF2B5EF4-FFF2-40B4-BE49-F238E27FC236}">
                <a16:creationId xmlns:a16="http://schemas.microsoft.com/office/drawing/2014/main" id="{F3857863-4EA9-5A7B-1438-A3570D6265B4}"/>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21 CuadroTexto">
            <a:extLst>
              <a:ext uri="{FF2B5EF4-FFF2-40B4-BE49-F238E27FC236}">
                <a16:creationId xmlns:a16="http://schemas.microsoft.com/office/drawing/2014/main" id="{A6CC216E-9226-7B13-9991-E6DE828BAE1E}"/>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HERRAMIENTAS DE DESARROLLO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VS CODE</a:t>
            </a:r>
          </a:p>
        </p:txBody>
      </p:sp>
    </p:spTree>
    <p:extLst>
      <p:ext uri="{BB962C8B-B14F-4D97-AF65-F5344CB8AC3E}">
        <p14:creationId xmlns:p14="http://schemas.microsoft.com/office/powerpoint/2010/main" val="2983660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3 CuadroTexto">
            <a:extLst>
              <a:ext uri="{FF2B5EF4-FFF2-40B4-BE49-F238E27FC236}">
                <a16:creationId xmlns:a16="http://schemas.microsoft.com/office/drawing/2014/main" id="{E8748A40-F688-492F-2D76-085A6CB984B7}"/>
              </a:ext>
            </a:extLst>
          </p:cNvPr>
          <p:cNvSpPr txBox="1"/>
          <p:nvPr/>
        </p:nvSpPr>
        <p:spPr>
          <a:xfrm>
            <a:off x="611559" y="863169"/>
            <a:ext cx="7848873" cy="381323"/>
          </a:xfrm>
          <a:prstGeom prst="rect">
            <a:avLst/>
          </a:prstGeom>
          <a:solidFill>
            <a:schemeClr val="accent4">
              <a:lumMod val="75000"/>
            </a:schemeClr>
          </a:solidFill>
        </p:spPr>
        <p:txBody>
          <a:bodyPr wrap="square" rtlCol="0">
            <a:spAutoFit/>
          </a:bodyPr>
          <a:lstStyle/>
          <a:p>
            <a:pPr algn="just">
              <a:lnSpc>
                <a:spcPct val="114000"/>
              </a:lnSpc>
              <a:spcBef>
                <a:spcPts val="600"/>
              </a:spcBef>
              <a:spcAft>
                <a:spcPts val="1200"/>
              </a:spcAft>
            </a:pPr>
            <a:r>
              <a:rPr lang="es-ES" b="1" dirty="0">
                <a:solidFill>
                  <a:schemeClr val="bg1"/>
                </a:solidFill>
                <a:latin typeface="Arial Nova Cond" panose="020B0604020202020204" pitchFamily="34" charset="0"/>
              </a:rPr>
              <a:t>Extensiones para </a:t>
            </a:r>
            <a:r>
              <a:rPr lang="es-ES" b="1" dirty="0" err="1">
                <a:solidFill>
                  <a:schemeClr val="bg1"/>
                </a:solidFill>
                <a:latin typeface="Arial Nova Cond" panose="020B0604020202020204" pitchFamily="34" charset="0"/>
              </a:rPr>
              <a:t>Odoo</a:t>
            </a:r>
            <a:endParaRPr lang="es-ES" b="1" dirty="0">
              <a:solidFill>
                <a:schemeClr val="bg1"/>
              </a:solidFill>
              <a:latin typeface="Arial Nova Cond" panose="020B0604020202020204" pitchFamily="34" charset="0"/>
            </a:endParaRPr>
          </a:p>
        </p:txBody>
      </p:sp>
      <p:sp>
        <p:nvSpPr>
          <p:cNvPr id="5" name="3 CuadroTexto">
            <a:extLst>
              <a:ext uri="{FF2B5EF4-FFF2-40B4-BE49-F238E27FC236}">
                <a16:creationId xmlns:a16="http://schemas.microsoft.com/office/drawing/2014/main" id="{FFE67B11-2957-BFE3-56CE-D3ADD402564F}"/>
              </a:ext>
            </a:extLst>
          </p:cNvPr>
          <p:cNvSpPr txBox="1"/>
          <p:nvPr/>
        </p:nvSpPr>
        <p:spPr>
          <a:xfrm>
            <a:off x="611559" y="1412776"/>
            <a:ext cx="7920881" cy="697114"/>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pPr>
            <a:r>
              <a:rPr lang="es-ES" dirty="0">
                <a:latin typeface="Arial Nova Cond" panose="020B0604020202020204" pitchFamily="34" charset="0"/>
              </a:rPr>
              <a:t>Hay varias extensiones específicas para </a:t>
            </a:r>
            <a:r>
              <a:rPr lang="es-ES" dirty="0" err="1">
                <a:latin typeface="Arial Nova Cond" panose="020B0604020202020204" pitchFamily="34" charset="0"/>
              </a:rPr>
              <a:t>Odoo</a:t>
            </a:r>
            <a:r>
              <a:rPr lang="es-ES" dirty="0">
                <a:latin typeface="Arial Nova Cond" panose="020B0604020202020204" pitchFamily="34" charset="0"/>
              </a:rPr>
              <a:t>. Por ahora instalaremos solo </a:t>
            </a:r>
            <a:r>
              <a:rPr lang="es-ES" b="1" dirty="0" err="1">
                <a:latin typeface="Arial Nova Cond" panose="020B0604020202020204" pitchFamily="34" charset="0"/>
              </a:rPr>
              <a:t>Odoo</a:t>
            </a:r>
            <a:r>
              <a:rPr lang="es-ES" b="1" dirty="0">
                <a:latin typeface="Arial Nova Cond" panose="020B0604020202020204" pitchFamily="34" charset="0"/>
              </a:rPr>
              <a:t> </a:t>
            </a:r>
            <a:r>
              <a:rPr lang="es-ES" b="1" dirty="0" err="1">
                <a:latin typeface="Arial Nova Cond" panose="020B0604020202020204" pitchFamily="34" charset="0"/>
              </a:rPr>
              <a:t>Snippets</a:t>
            </a:r>
            <a:r>
              <a:rPr lang="es-ES" dirty="0">
                <a:latin typeface="Arial Nova Cond" panose="020B0604020202020204" pitchFamily="34" charset="0"/>
              </a:rPr>
              <a:t>, que permite generar bloques de código a partir de una palabra clave.</a:t>
            </a:r>
            <a:endParaRPr lang="es-ES" b="1" dirty="0">
              <a:latin typeface="Arial Nova Cond" panose="020B0604020202020204" pitchFamily="34" charset="0"/>
            </a:endParaRPr>
          </a:p>
        </p:txBody>
      </p:sp>
      <p:sp>
        <p:nvSpPr>
          <p:cNvPr id="6" name="5 Rectángulo">
            <a:extLst>
              <a:ext uri="{FF2B5EF4-FFF2-40B4-BE49-F238E27FC236}">
                <a16:creationId xmlns:a16="http://schemas.microsoft.com/office/drawing/2014/main" id="{97C34F71-56E6-9E03-14BE-4DCE1464935A}"/>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Rectángulo">
            <a:extLst>
              <a:ext uri="{FF2B5EF4-FFF2-40B4-BE49-F238E27FC236}">
                <a16:creationId xmlns:a16="http://schemas.microsoft.com/office/drawing/2014/main" id="{2951F128-A392-B81D-8A9F-70FB0EF3FFFF}"/>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10 CuadroTexto">
            <a:extLst>
              <a:ext uri="{FF2B5EF4-FFF2-40B4-BE49-F238E27FC236}">
                <a16:creationId xmlns:a16="http://schemas.microsoft.com/office/drawing/2014/main" id="{D1F6CFE7-D9BF-BD4D-C87F-3E0F3CE6E318}"/>
              </a:ext>
              <a:ext uri="{C183D7F6-B498-43B3-948B-1728B52AA6E4}">
                <adec:decorative xmlns:adec="http://schemas.microsoft.com/office/drawing/2017/decorative" val="1"/>
              </a:ext>
            </a:extLst>
          </p:cNvPr>
          <p:cNvSpPr txBox="1"/>
          <p:nvPr/>
        </p:nvSpPr>
        <p:spPr>
          <a:xfrm>
            <a:off x="1043608" y="7820"/>
            <a:ext cx="5137432"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HERRAMIENTAS DE DESARROLLO</a:t>
            </a:r>
          </a:p>
        </p:txBody>
      </p:sp>
      <p:sp>
        <p:nvSpPr>
          <p:cNvPr id="9" name="6 CuadroTexto">
            <a:extLst>
              <a:ext uri="{FF2B5EF4-FFF2-40B4-BE49-F238E27FC236}">
                <a16:creationId xmlns:a16="http://schemas.microsoft.com/office/drawing/2014/main" id="{7D883524-C0FC-2530-C801-903F0DB37895}"/>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0" name="10 CuadroTexto">
            <a:extLst>
              <a:ext uri="{FF2B5EF4-FFF2-40B4-BE49-F238E27FC236}">
                <a16:creationId xmlns:a16="http://schemas.microsoft.com/office/drawing/2014/main" id="{091FFA57-55CC-EB96-BF23-9130B694E447}"/>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pic>
        <p:nvPicPr>
          <p:cNvPr id="19" name="Imagen 18">
            <a:extLst>
              <a:ext uri="{FF2B5EF4-FFF2-40B4-BE49-F238E27FC236}">
                <a16:creationId xmlns:a16="http://schemas.microsoft.com/office/drawing/2014/main" id="{1624FA9E-4124-D46B-C0B7-9404286CA3E8}"/>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136938" y="2772516"/>
            <a:ext cx="6870122" cy="2515819"/>
          </a:xfrm>
          <a:prstGeom prst="rect">
            <a:avLst/>
          </a:prstGeom>
        </p:spPr>
      </p:pic>
      <p:sp>
        <p:nvSpPr>
          <p:cNvPr id="2" name="8 Rectángulo">
            <a:extLst>
              <a:ext uri="{FF2B5EF4-FFF2-40B4-BE49-F238E27FC236}">
                <a16:creationId xmlns:a16="http://schemas.microsoft.com/office/drawing/2014/main" id="{5356708F-AE3F-8C26-6183-4AB699693DDB}"/>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21 CuadroTexto">
            <a:extLst>
              <a:ext uri="{FF2B5EF4-FFF2-40B4-BE49-F238E27FC236}">
                <a16:creationId xmlns:a16="http://schemas.microsoft.com/office/drawing/2014/main" id="{DE691F28-742F-BC95-4086-70B56DF6B255}"/>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HERRAMIENTAS DE DESARROLLO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VS CODE</a:t>
            </a:r>
          </a:p>
        </p:txBody>
      </p:sp>
    </p:spTree>
    <p:extLst>
      <p:ext uri="{BB962C8B-B14F-4D97-AF65-F5344CB8AC3E}">
        <p14:creationId xmlns:p14="http://schemas.microsoft.com/office/powerpoint/2010/main" val="2547884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3 CuadroTexto">
            <a:extLst>
              <a:ext uri="{FF2B5EF4-FFF2-40B4-BE49-F238E27FC236}">
                <a16:creationId xmlns:a16="http://schemas.microsoft.com/office/drawing/2014/main" id="{D83661A8-2BDA-9A74-0C89-353D9F2E4F02}"/>
              </a:ext>
            </a:extLst>
          </p:cNvPr>
          <p:cNvSpPr txBox="1"/>
          <p:nvPr/>
        </p:nvSpPr>
        <p:spPr>
          <a:xfrm>
            <a:off x="611559" y="863169"/>
            <a:ext cx="7848873" cy="381323"/>
          </a:xfrm>
          <a:prstGeom prst="rect">
            <a:avLst/>
          </a:prstGeom>
          <a:solidFill>
            <a:schemeClr val="accent4">
              <a:lumMod val="75000"/>
            </a:schemeClr>
          </a:solidFill>
        </p:spPr>
        <p:txBody>
          <a:bodyPr wrap="square" rtlCol="0">
            <a:spAutoFit/>
          </a:bodyPr>
          <a:lstStyle/>
          <a:p>
            <a:pPr algn="just">
              <a:lnSpc>
                <a:spcPct val="114000"/>
              </a:lnSpc>
              <a:spcBef>
                <a:spcPts val="600"/>
              </a:spcBef>
              <a:spcAft>
                <a:spcPts val="1200"/>
              </a:spcAft>
            </a:pPr>
            <a:r>
              <a:rPr lang="es-ES" b="1" dirty="0">
                <a:solidFill>
                  <a:schemeClr val="bg1"/>
                </a:solidFill>
                <a:latin typeface="Arial Nova Cond" panose="020B0604020202020204" pitchFamily="34" charset="0"/>
              </a:rPr>
              <a:t>Cierre de etiquetas XML</a:t>
            </a:r>
          </a:p>
        </p:txBody>
      </p:sp>
      <p:sp>
        <p:nvSpPr>
          <p:cNvPr id="2" name="3 CuadroTexto">
            <a:extLst>
              <a:ext uri="{FF2B5EF4-FFF2-40B4-BE49-F238E27FC236}">
                <a16:creationId xmlns:a16="http://schemas.microsoft.com/office/drawing/2014/main" id="{442D3094-BE11-8039-2A6E-A88F6A560D01}"/>
              </a:ext>
            </a:extLst>
          </p:cNvPr>
          <p:cNvSpPr txBox="1"/>
          <p:nvPr/>
        </p:nvSpPr>
        <p:spPr>
          <a:xfrm>
            <a:off x="611559" y="1412776"/>
            <a:ext cx="7920881" cy="1721433"/>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pPr>
            <a:r>
              <a:rPr lang="es-ES" dirty="0">
                <a:latin typeface="Arial Nova Cond" panose="020B0604020202020204" pitchFamily="34" charset="0"/>
              </a:rPr>
              <a:t>Parte de la programación en </a:t>
            </a:r>
            <a:r>
              <a:rPr lang="es-ES" dirty="0" err="1">
                <a:latin typeface="Arial Nova Cond" panose="020B0604020202020204" pitchFamily="34" charset="0"/>
              </a:rPr>
              <a:t>Odoo</a:t>
            </a:r>
            <a:r>
              <a:rPr lang="es-ES" dirty="0">
                <a:latin typeface="Arial Nova Cond" panose="020B0604020202020204" pitchFamily="34" charset="0"/>
              </a:rPr>
              <a:t> se hace en ficheros XML en los que puede ser complicado llevar un seguimiento de las etiquetas que hemos abierto y no están cerradas. </a:t>
            </a:r>
          </a:p>
          <a:p>
            <a:pPr algn="just">
              <a:lnSpc>
                <a:spcPct val="114000"/>
              </a:lnSpc>
              <a:spcBef>
                <a:spcPts val="600"/>
              </a:spcBef>
            </a:pPr>
            <a:r>
              <a:rPr lang="es-ES" dirty="0">
                <a:latin typeface="Arial Nova Cond" panose="020B0604020202020204" pitchFamily="34" charset="0"/>
              </a:rPr>
              <a:t>Para ayudarnos en esta tarea es muy útil la extensión </a:t>
            </a:r>
            <a:r>
              <a:rPr lang="es-ES" b="1" dirty="0">
                <a:latin typeface="Arial Nova Cond" panose="020B0604020202020204" pitchFamily="34" charset="0"/>
              </a:rPr>
              <a:t>Auto </a:t>
            </a:r>
            <a:r>
              <a:rPr lang="es-ES" b="1" dirty="0" err="1">
                <a:latin typeface="Arial Nova Cond" panose="020B0604020202020204" pitchFamily="34" charset="0"/>
              </a:rPr>
              <a:t>Close</a:t>
            </a:r>
            <a:r>
              <a:rPr lang="es-ES" b="1" dirty="0">
                <a:latin typeface="Arial Nova Cond" panose="020B0604020202020204" pitchFamily="34" charset="0"/>
              </a:rPr>
              <a:t> Tag</a:t>
            </a:r>
            <a:r>
              <a:rPr lang="es-ES" dirty="0">
                <a:latin typeface="Arial Nova Cond" panose="020B0604020202020204" pitchFamily="34" charset="0"/>
              </a:rPr>
              <a:t>, que cierra automáticamente todas las etiquetas que tenemos abiertas</a:t>
            </a:r>
          </a:p>
        </p:txBody>
      </p:sp>
      <p:sp>
        <p:nvSpPr>
          <p:cNvPr id="3" name="5 Rectángulo">
            <a:extLst>
              <a:ext uri="{FF2B5EF4-FFF2-40B4-BE49-F238E27FC236}">
                <a16:creationId xmlns:a16="http://schemas.microsoft.com/office/drawing/2014/main" id="{1F184312-CA5D-B0E6-F393-9769610118A3}"/>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6 Rectángulo">
            <a:extLst>
              <a:ext uri="{FF2B5EF4-FFF2-40B4-BE49-F238E27FC236}">
                <a16:creationId xmlns:a16="http://schemas.microsoft.com/office/drawing/2014/main" id="{AAD7D352-208A-D2D7-DBEF-49A98F9F9F00}"/>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10 CuadroTexto">
            <a:extLst>
              <a:ext uri="{FF2B5EF4-FFF2-40B4-BE49-F238E27FC236}">
                <a16:creationId xmlns:a16="http://schemas.microsoft.com/office/drawing/2014/main" id="{0BCAC3BB-49DF-0582-E47A-46F52D779FB5}"/>
              </a:ext>
              <a:ext uri="{C183D7F6-B498-43B3-948B-1728B52AA6E4}">
                <adec:decorative xmlns:adec="http://schemas.microsoft.com/office/drawing/2017/decorative" val="1"/>
              </a:ext>
            </a:extLst>
          </p:cNvPr>
          <p:cNvSpPr txBox="1"/>
          <p:nvPr/>
        </p:nvSpPr>
        <p:spPr>
          <a:xfrm>
            <a:off x="1043608" y="7820"/>
            <a:ext cx="5137432"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HERRAMIENTAS DE DESARROLLO</a:t>
            </a:r>
          </a:p>
        </p:txBody>
      </p:sp>
      <p:sp>
        <p:nvSpPr>
          <p:cNvPr id="6" name="6 CuadroTexto">
            <a:extLst>
              <a:ext uri="{FF2B5EF4-FFF2-40B4-BE49-F238E27FC236}">
                <a16:creationId xmlns:a16="http://schemas.microsoft.com/office/drawing/2014/main" id="{BDAB08DC-D512-03D9-E65E-6231DB53CBF3}"/>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7" name="10 CuadroTexto">
            <a:extLst>
              <a:ext uri="{FF2B5EF4-FFF2-40B4-BE49-F238E27FC236}">
                <a16:creationId xmlns:a16="http://schemas.microsoft.com/office/drawing/2014/main" id="{3C38F698-1633-8C6B-531D-054A1BD28991}"/>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pic>
        <p:nvPicPr>
          <p:cNvPr id="13" name="Imagen 12">
            <a:extLst>
              <a:ext uri="{FF2B5EF4-FFF2-40B4-BE49-F238E27FC236}">
                <a16:creationId xmlns:a16="http://schemas.microsoft.com/office/drawing/2014/main" id="{DCA34444-75F3-47C6-78AF-834668865342}"/>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57277" y="3723792"/>
            <a:ext cx="7629444" cy="1918581"/>
          </a:xfrm>
          <a:prstGeom prst="rect">
            <a:avLst/>
          </a:prstGeom>
        </p:spPr>
      </p:pic>
      <p:sp>
        <p:nvSpPr>
          <p:cNvPr id="11" name="8 Rectángulo">
            <a:extLst>
              <a:ext uri="{FF2B5EF4-FFF2-40B4-BE49-F238E27FC236}">
                <a16:creationId xmlns:a16="http://schemas.microsoft.com/office/drawing/2014/main" id="{3C8DCD70-83E7-B7D6-303F-2534FB762C26}"/>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21 CuadroTexto">
            <a:extLst>
              <a:ext uri="{FF2B5EF4-FFF2-40B4-BE49-F238E27FC236}">
                <a16:creationId xmlns:a16="http://schemas.microsoft.com/office/drawing/2014/main" id="{1A5865FC-4ADB-E666-D5A0-C6A7B4AA91F7}"/>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HERRAMIENTAS DE DESARROLLO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VS CODE</a:t>
            </a:r>
          </a:p>
        </p:txBody>
      </p:sp>
    </p:spTree>
    <p:extLst>
      <p:ext uri="{BB962C8B-B14F-4D97-AF65-F5344CB8AC3E}">
        <p14:creationId xmlns:p14="http://schemas.microsoft.com/office/powerpoint/2010/main" val="2559558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3 CuadroTexto">
            <a:extLst>
              <a:ext uri="{FF2B5EF4-FFF2-40B4-BE49-F238E27FC236}">
                <a16:creationId xmlns:a16="http://schemas.microsoft.com/office/drawing/2014/main" id="{558AAC43-F9DF-7165-2D82-CE7CF5809B82}"/>
              </a:ext>
            </a:extLst>
          </p:cNvPr>
          <p:cNvSpPr txBox="1"/>
          <p:nvPr/>
        </p:nvSpPr>
        <p:spPr>
          <a:xfrm>
            <a:off x="611559" y="863169"/>
            <a:ext cx="7848873" cy="381323"/>
          </a:xfrm>
          <a:prstGeom prst="rect">
            <a:avLst/>
          </a:prstGeom>
          <a:solidFill>
            <a:schemeClr val="accent4">
              <a:lumMod val="75000"/>
            </a:schemeClr>
          </a:solidFill>
        </p:spPr>
        <p:txBody>
          <a:bodyPr wrap="square" rtlCol="0">
            <a:spAutoFit/>
          </a:bodyPr>
          <a:lstStyle/>
          <a:p>
            <a:pPr algn="just">
              <a:lnSpc>
                <a:spcPct val="114000"/>
              </a:lnSpc>
              <a:spcBef>
                <a:spcPts val="600"/>
              </a:spcBef>
              <a:spcAft>
                <a:spcPts val="1200"/>
              </a:spcAft>
            </a:pPr>
            <a:r>
              <a:rPr lang="es-ES" b="1" dirty="0">
                <a:solidFill>
                  <a:schemeClr val="bg1"/>
                </a:solidFill>
                <a:latin typeface="Arial Nova Cond" panose="020B0604020202020204" pitchFamily="34" charset="0"/>
              </a:rPr>
              <a:t>Conexión remota</a:t>
            </a:r>
          </a:p>
        </p:txBody>
      </p:sp>
      <p:sp>
        <p:nvSpPr>
          <p:cNvPr id="2" name="3 CuadroTexto">
            <a:extLst>
              <a:ext uri="{FF2B5EF4-FFF2-40B4-BE49-F238E27FC236}">
                <a16:creationId xmlns:a16="http://schemas.microsoft.com/office/drawing/2014/main" id="{69F05311-1683-4E48-49A7-1288FBE05205}"/>
              </a:ext>
            </a:extLst>
          </p:cNvPr>
          <p:cNvSpPr txBox="1"/>
          <p:nvPr/>
        </p:nvSpPr>
        <p:spPr>
          <a:xfrm>
            <a:off x="611559" y="1412776"/>
            <a:ext cx="7848873" cy="3061544"/>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pPr>
            <a:r>
              <a:rPr lang="es-ES" dirty="0">
                <a:latin typeface="Arial Nova Cond" panose="020B0604020202020204" pitchFamily="34" charset="0"/>
              </a:rPr>
              <a:t>Si tienes preparado tu entorno con contenedores en Docker sobre Windows no será necesario porque los ficheros de los módulos están en local en tu máquina (recuerda que mapeábamos el directorio /</a:t>
            </a:r>
            <a:r>
              <a:rPr lang="es-ES" dirty="0" err="1">
                <a:latin typeface="Arial Nova Cond" panose="020B0604020202020204" pitchFamily="34" charset="0"/>
              </a:rPr>
              <a:t>mnt</a:t>
            </a:r>
            <a:r>
              <a:rPr lang="es-ES" dirty="0">
                <a:latin typeface="Arial Nova Cond" panose="020B0604020202020204" pitchFamily="34" charset="0"/>
              </a:rPr>
              <a:t>/</a:t>
            </a:r>
            <a:r>
              <a:rPr lang="es-ES" dirty="0" err="1">
                <a:latin typeface="Arial Nova Cond" panose="020B0604020202020204" pitchFamily="34" charset="0"/>
              </a:rPr>
              <a:t>extra-addons</a:t>
            </a:r>
            <a:r>
              <a:rPr lang="es-ES" dirty="0">
                <a:latin typeface="Arial Nova Cond" panose="020B0604020202020204" pitchFamily="34" charset="0"/>
              </a:rPr>
              <a:t> a un directorio en la máquina física)</a:t>
            </a:r>
          </a:p>
          <a:p>
            <a:pPr algn="just">
              <a:lnSpc>
                <a:spcPct val="114000"/>
              </a:lnSpc>
              <a:spcBef>
                <a:spcPts val="600"/>
              </a:spcBef>
            </a:pPr>
            <a:r>
              <a:rPr lang="es-ES" dirty="0">
                <a:latin typeface="Arial Nova Cond" panose="020B0604020202020204" pitchFamily="34" charset="0"/>
              </a:rPr>
              <a:t>Sin embargo, si tienes tu entorno de desarrollo en una máquina virtual necesitarás conectar tu VS </a:t>
            </a:r>
            <a:r>
              <a:rPr lang="es-ES" dirty="0" err="1">
                <a:latin typeface="Arial Nova Cond" panose="020B0604020202020204" pitchFamily="34" charset="0"/>
              </a:rPr>
              <a:t>Code</a:t>
            </a:r>
            <a:r>
              <a:rPr lang="es-ES" dirty="0">
                <a:latin typeface="Arial Nova Cond" panose="020B0604020202020204" pitchFamily="34" charset="0"/>
              </a:rPr>
              <a:t> (que se ejecuta en Windows) con el directorio de la máquina virtual mediante SSH.</a:t>
            </a:r>
          </a:p>
          <a:p>
            <a:pPr algn="just">
              <a:lnSpc>
                <a:spcPct val="114000"/>
              </a:lnSpc>
              <a:spcBef>
                <a:spcPts val="600"/>
              </a:spcBef>
            </a:pPr>
            <a:r>
              <a:rPr lang="es-ES" dirty="0">
                <a:latin typeface="Arial Nova Cond" panose="020B0604020202020204" pitchFamily="34" charset="0"/>
              </a:rPr>
              <a:t>Para ello, necesitarás instalar la extensión </a:t>
            </a:r>
            <a:r>
              <a:rPr lang="es-ES" b="1" dirty="0">
                <a:latin typeface="Arial Nova Cond" panose="020B0604020202020204" pitchFamily="34" charset="0"/>
              </a:rPr>
              <a:t>Remote – SSH</a:t>
            </a:r>
            <a:r>
              <a:rPr lang="es-ES" dirty="0">
                <a:latin typeface="Arial Nova Cond" panose="020B0604020202020204" pitchFamily="34" charset="0"/>
              </a:rPr>
              <a:t>, que permite abrir fácilmente carpetas remotas que funcionarán como proyectos en local.</a:t>
            </a:r>
          </a:p>
        </p:txBody>
      </p:sp>
      <p:sp>
        <p:nvSpPr>
          <p:cNvPr id="3" name="5 Rectángulo">
            <a:extLst>
              <a:ext uri="{FF2B5EF4-FFF2-40B4-BE49-F238E27FC236}">
                <a16:creationId xmlns:a16="http://schemas.microsoft.com/office/drawing/2014/main" id="{B8389532-9BB7-0ED5-D2A2-0162E18963EB}"/>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6 Rectángulo">
            <a:extLst>
              <a:ext uri="{FF2B5EF4-FFF2-40B4-BE49-F238E27FC236}">
                <a16:creationId xmlns:a16="http://schemas.microsoft.com/office/drawing/2014/main" id="{DF9C1E56-26A1-67D2-BD02-4F2E947AB9B5}"/>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10 CuadroTexto">
            <a:extLst>
              <a:ext uri="{FF2B5EF4-FFF2-40B4-BE49-F238E27FC236}">
                <a16:creationId xmlns:a16="http://schemas.microsoft.com/office/drawing/2014/main" id="{E93B7C2A-2693-1DDF-AE9B-7825B1599E9C}"/>
              </a:ext>
              <a:ext uri="{C183D7F6-B498-43B3-948B-1728B52AA6E4}">
                <adec:decorative xmlns:adec="http://schemas.microsoft.com/office/drawing/2017/decorative" val="1"/>
              </a:ext>
            </a:extLst>
          </p:cNvPr>
          <p:cNvSpPr txBox="1"/>
          <p:nvPr/>
        </p:nvSpPr>
        <p:spPr>
          <a:xfrm>
            <a:off x="1043608" y="7820"/>
            <a:ext cx="5137432"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HERRAMIENTAS DE DESARROLLO</a:t>
            </a:r>
          </a:p>
        </p:txBody>
      </p:sp>
      <p:sp>
        <p:nvSpPr>
          <p:cNvPr id="6" name="6 CuadroTexto">
            <a:extLst>
              <a:ext uri="{FF2B5EF4-FFF2-40B4-BE49-F238E27FC236}">
                <a16:creationId xmlns:a16="http://schemas.microsoft.com/office/drawing/2014/main" id="{BED39446-9F21-82C3-58C1-578803EE0FCB}"/>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7" name="10 CuadroTexto">
            <a:extLst>
              <a:ext uri="{FF2B5EF4-FFF2-40B4-BE49-F238E27FC236}">
                <a16:creationId xmlns:a16="http://schemas.microsoft.com/office/drawing/2014/main" id="{7CFCF9C0-09BE-1D21-6496-AD51DC431F62}"/>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pic>
        <p:nvPicPr>
          <p:cNvPr id="13" name="Imagen 12">
            <a:extLst>
              <a:ext uri="{FF2B5EF4-FFF2-40B4-BE49-F238E27FC236}">
                <a16:creationId xmlns:a16="http://schemas.microsoft.com/office/drawing/2014/main" id="{19590B26-3C90-D809-6C79-EA1448F285B3}"/>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274581" y="4803130"/>
            <a:ext cx="6739163" cy="1393403"/>
          </a:xfrm>
          <a:prstGeom prst="rect">
            <a:avLst/>
          </a:prstGeom>
        </p:spPr>
      </p:pic>
      <p:sp>
        <p:nvSpPr>
          <p:cNvPr id="11" name="8 Rectángulo">
            <a:extLst>
              <a:ext uri="{FF2B5EF4-FFF2-40B4-BE49-F238E27FC236}">
                <a16:creationId xmlns:a16="http://schemas.microsoft.com/office/drawing/2014/main" id="{3960139E-C73B-EE59-9240-65A5089E816E}"/>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21 CuadroTexto">
            <a:extLst>
              <a:ext uri="{FF2B5EF4-FFF2-40B4-BE49-F238E27FC236}">
                <a16:creationId xmlns:a16="http://schemas.microsoft.com/office/drawing/2014/main" id="{029FA53F-5793-0122-0B3C-BD7EFACF7C54}"/>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HERRAMIENTAS DE DESARROLLO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VS CODE</a:t>
            </a:r>
          </a:p>
        </p:txBody>
      </p:sp>
    </p:spTree>
    <p:extLst>
      <p:ext uri="{BB962C8B-B14F-4D97-AF65-F5344CB8AC3E}">
        <p14:creationId xmlns:p14="http://schemas.microsoft.com/office/powerpoint/2010/main" val="248940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3 CuadroTexto">
            <a:extLst>
              <a:ext uri="{FF2B5EF4-FFF2-40B4-BE49-F238E27FC236}">
                <a16:creationId xmlns:a16="http://schemas.microsoft.com/office/drawing/2014/main" id="{2F0633DF-DFEE-A55C-D951-CFCFACD8C404}"/>
              </a:ext>
            </a:extLst>
          </p:cNvPr>
          <p:cNvSpPr txBox="1"/>
          <p:nvPr/>
        </p:nvSpPr>
        <p:spPr>
          <a:xfrm>
            <a:off x="611559" y="863169"/>
            <a:ext cx="7848873" cy="381323"/>
          </a:xfrm>
          <a:prstGeom prst="rect">
            <a:avLst/>
          </a:prstGeom>
          <a:solidFill>
            <a:schemeClr val="accent4">
              <a:lumMod val="75000"/>
            </a:schemeClr>
          </a:solidFill>
        </p:spPr>
        <p:txBody>
          <a:bodyPr wrap="square" rtlCol="0">
            <a:spAutoFit/>
          </a:bodyPr>
          <a:lstStyle/>
          <a:p>
            <a:pPr algn="just">
              <a:lnSpc>
                <a:spcPct val="114000"/>
              </a:lnSpc>
              <a:spcBef>
                <a:spcPts val="600"/>
              </a:spcBef>
              <a:spcAft>
                <a:spcPts val="1200"/>
              </a:spcAft>
            </a:pPr>
            <a:r>
              <a:rPr lang="es-ES" b="1" dirty="0">
                <a:solidFill>
                  <a:schemeClr val="bg1"/>
                </a:solidFill>
                <a:latin typeface="Arial Nova Cond" panose="020B0604020202020204" pitchFamily="34" charset="0"/>
              </a:rPr>
              <a:t>Autoguardado</a:t>
            </a:r>
          </a:p>
        </p:txBody>
      </p:sp>
      <p:sp>
        <p:nvSpPr>
          <p:cNvPr id="2" name="3 CuadroTexto">
            <a:extLst>
              <a:ext uri="{FF2B5EF4-FFF2-40B4-BE49-F238E27FC236}">
                <a16:creationId xmlns:a16="http://schemas.microsoft.com/office/drawing/2014/main" id="{C9A188DE-B692-8BA6-3B24-0F36B69A1EB4}"/>
              </a:ext>
            </a:extLst>
          </p:cNvPr>
          <p:cNvSpPr txBox="1"/>
          <p:nvPr/>
        </p:nvSpPr>
        <p:spPr>
          <a:xfrm>
            <a:off x="611559" y="1412776"/>
            <a:ext cx="4248473" cy="2353016"/>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pPr>
            <a:r>
              <a:rPr lang="es-ES" dirty="0">
                <a:latin typeface="Arial Nova Cond" panose="020B0604020202020204" pitchFamily="34" charset="0"/>
              </a:rPr>
              <a:t>Esta no es una extensión, pero es una funcionalidad muy útil que nos permitirá olvidarnos de tener que guardar los cambios continuamente.</a:t>
            </a:r>
          </a:p>
          <a:p>
            <a:pPr algn="just">
              <a:lnSpc>
                <a:spcPct val="114000"/>
              </a:lnSpc>
              <a:spcBef>
                <a:spcPts val="600"/>
              </a:spcBef>
            </a:pPr>
            <a:r>
              <a:rPr lang="es-ES" dirty="0">
                <a:latin typeface="Arial Nova Cond" panose="020B0604020202020204" pitchFamily="34" charset="0"/>
              </a:rPr>
              <a:t>Para activamos simplemente vamos a </a:t>
            </a:r>
            <a:r>
              <a:rPr lang="es-ES" i="1" dirty="0">
                <a:latin typeface="Arial Nova Cond" panose="020B0604020202020204" pitchFamily="34" charset="0"/>
              </a:rPr>
              <a:t>File -&gt; Auto </a:t>
            </a:r>
            <a:r>
              <a:rPr lang="es-ES" i="1" dirty="0" err="1">
                <a:latin typeface="Arial Nova Cond" panose="020B0604020202020204" pitchFamily="34" charset="0"/>
              </a:rPr>
              <a:t>Save</a:t>
            </a:r>
            <a:r>
              <a:rPr lang="es-ES" dirty="0">
                <a:latin typeface="Arial Nova Cond" panose="020B0604020202020204" pitchFamily="34" charset="0"/>
              </a:rPr>
              <a:t>, asegurándonos de que quede marcado. </a:t>
            </a:r>
          </a:p>
        </p:txBody>
      </p:sp>
      <p:sp>
        <p:nvSpPr>
          <p:cNvPr id="3" name="5 Rectángulo">
            <a:extLst>
              <a:ext uri="{FF2B5EF4-FFF2-40B4-BE49-F238E27FC236}">
                <a16:creationId xmlns:a16="http://schemas.microsoft.com/office/drawing/2014/main" id="{E807B276-C420-73A7-D01A-3241C7E8B564}"/>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6 Rectángulo">
            <a:extLst>
              <a:ext uri="{FF2B5EF4-FFF2-40B4-BE49-F238E27FC236}">
                <a16:creationId xmlns:a16="http://schemas.microsoft.com/office/drawing/2014/main" id="{0DFECFE8-C44A-A2A6-63DF-84286DBED9E4}"/>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10 CuadroTexto">
            <a:extLst>
              <a:ext uri="{FF2B5EF4-FFF2-40B4-BE49-F238E27FC236}">
                <a16:creationId xmlns:a16="http://schemas.microsoft.com/office/drawing/2014/main" id="{EEAB4E55-8757-5920-1160-B4FFFFEE553E}"/>
              </a:ext>
              <a:ext uri="{C183D7F6-B498-43B3-948B-1728B52AA6E4}">
                <adec:decorative xmlns:adec="http://schemas.microsoft.com/office/drawing/2017/decorative" val="1"/>
              </a:ext>
            </a:extLst>
          </p:cNvPr>
          <p:cNvSpPr txBox="1"/>
          <p:nvPr/>
        </p:nvSpPr>
        <p:spPr>
          <a:xfrm>
            <a:off x="1043608" y="7820"/>
            <a:ext cx="5137432"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HERRAMIENTAS DE DESARROLLO</a:t>
            </a:r>
          </a:p>
        </p:txBody>
      </p:sp>
      <p:sp>
        <p:nvSpPr>
          <p:cNvPr id="6" name="6 CuadroTexto">
            <a:extLst>
              <a:ext uri="{FF2B5EF4-FFF2-40B4-BE49-F238E27FC236}">
                <a16:creationId xmlns:a16="http://schemas.microsoft.com/office/drawing/2014/main" id="{F49F0F79-537B-830E-46BA-3FCE44CAD601}"/>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7" name="10 CuadroTexto">
            <a:extLst>
              <a:ext uri="{FF2B5EF4-FFF2-40B4-BE49-F238E27FC236}">
                <a16:creationId xmlns:a16="http://schemas.microsoft.com/office/drawing/2014/main" id="{72DE2BED-2087-1BA4-96FF-27F52C8D931B}"/>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pic>
        <p:nvPicPr>
          <p:cNvPr id="13" name="Imagen 12">
            <a:extLst>
              <a:ext uri="{FF2B5EF4-FFF2-40B4-BE49-F238E27FC236}">
                <a16:creationId xmlns:a16="http://schemas.microsoft.com/office/drawing/2014/main" id="{0944B481-5989-315D-8226-34D07DA7C789}"/>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316569" y="1438568"/>
            <a:ext cx="3143863" cy="4726736"/>
          </a:xfrm>
          <a:prstGeom prst="rect">
            <a:avLst/>
          </a:prstGeom>
        </p:spPr>
      </p:pic>
      <p:sp>
        <p:nvSpPr>
          <p:cNvPr id="11" name="8 Rectángulo">
            <a:extLst>
              <a:ext uri="{FF2B5EF4-FFF2-40B4-BE49-F238E27FC236}">
                <a16:creationId xmlns:a16="http://schemas.microsoft.com/office/drawing/2014/main" id="{4DEA82B4-080B-26E3-7F4D-BC17F4A12BE8}"/>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21 CuadroTexto">
            <a:extLst>
              <a:ext uri="{FF2B5EF4-FFF2-40B4-BE49-F238E27FC236}">
                <a16:creationId xmlns:a16="http://schemas.microsoft.com/office/drawing/2014/main" id="{1ECF48BE-40D7-631E-BF74-3B04CF65E122}"/>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HERRAMIENTAS DE DESARROLLO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VS CODE</a:t>
            </a:r>
          </a:p>
        </p:txBody>
      </p:sp>
    </p:spTree>
    <p:extLst>
      <p:ext uri="{BB962C8B-B14F-4D97-AF65-F5344CB8AC3E}">
        <p14:creationId xmlns:p14="http://schemas.microsoft.com/office/powerpoint/2010/main" val="2539121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5 Rectángulo">
            <a:extLst>
              <a:ext uri="{FF2B5EF4-FFF2-40B4-BE49-F238E27FC236}">
                <a16:creationId xmlns:a16="http://schemas.microsoft.com/office/drawing/2014/main" id="{B623027B-EC10-E7F6-EEC0-D298479B3C7A}"/>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6 Rectángulo">
            <a:extLst>
              <a:ext uri="{FF2B5EF4-FFF2-40B4-BE49-F238E27FC236}">
                <a16:creationId xmlns:a16="http://schemas.microsoft.com/office/drawing/2014/main" id="{3582DDC4-AE9A-2ED9-6C5D-9CE7FD6D0316}"/>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10 CuadroTexto">
            <a:extLst>
              <a:ext uri="{FF2B5EF4-FFF2-40B4-BE49-F238E27FC236}">
                <a16:creationId xmlns:a16="http://schemas.microsoft.com/office/drawing/2014/main" id="{2D4D37C2-74F9-801C-A33A-1D233A16C117}"/>
              </a:ext>
              <a:ext uri="{C183D7F6-B498-43B3-948B-1728B52AA6E4}">
                <adec:decorative xmlns:adec="http://schemas.microsoft.com/office/drawing/2017/decorative" val="1"/>
              </a:ext>
            </a:extLst>
          </p:cNvPr>
          <p:cNvSpPr txBox="1"/>
          <p:nvPr/>
        </p:nvSpPr>
        <p:spPr>
          <a:xfrm>
            <a:off x="1043608" y="7820"/>
            <a:ext cx="5137432"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HERRAMIENTAS DE DESARROLLO</a:t>
            </a:r>
          </a:p>
        </p:txBody>
      </p:sp>
      <p:sp>
        <p:nvSpPr>
          <p:cNvPr id="6" name="6 CuadroTexto">
            <a:extLst>
              <a:ext uri="{FF2B5EF4-FFF2-40B4-BE49-F238E27FC236}">
                <a16:creationId xmlns:a16="http://schemas.microsoft.com/office/drawing/2014/main" id="{11324219-5E49-8261-7927-88A1919909CA}"/>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7" name="10 CuadroTexto">
            <a:extLst>
              <a:ext uri="{FF2B5EF4-FFF2-40B4-BE49-F238E27FC236}">
                <a16:creationId xmlns:a16="http://schemas.microsoft.com/office/drawing/2014/main" id="{CA935669-332E-1697-30E9-7F1D7DEEC590}"/>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pic>
        <p:nvPicPr>
          <p:cNvPr id="13" name="Imagen 12">
            <a:extLst>
              <a:ext uri="{FF2B5EF4-FFF2-40B4-BE49-F238E27FC236}">
                <a16:creationId xmlns:a16="http://schemas.microsoft.com/office/drawing/2014/main" id="{59B485A0-26A8-2FF3-847A-BF5DBBAFE56B}"/>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11559" y="2924708"/>
            <a:ext cx="3223539" cy="3101609"/>
          </a:xfrm>
          <a:prstGeom prst="rect">
            <a:avLst/>
          </a:prstGeom>
        </p:spPr>
      </p:pic>
      <p:sp>
        <p:nvSpPr>
          <p:cNvPr id="15" name="3 CuadroTexto">
            <a:extLst>
              <a:ext uri="{FF2B5EF4-FFF2-40B4-BE49-F238E27FC236}">
                <a16:creationId xmlns:a16="http://schemas.microsoft.com/office/drawing/2014/main" id="{7D4107FD-6AF0-C7E4-D709-2363B139755A}"/>
              </a:ext>
            </a:extLst>
          </p:cNvPr>
          <p:cNvSpPr txBox="1"/>
          <p:nvPr/>
        </p:nvSpPr>
        <p:spPr>
          <a:xfrm>
            <a:off x="611559" y="863169"/>
            <a:ext cx="7848873" cy="381323"/>
          </a:xfrm>
          <a:prstGeom prst="rect">
            <a:avLst/>
          </a:prstGeom>
          <a:solidFill>
            <a:schemeClr val="accent4">
              <a:lumMod val="75000"/>
            </a:schemeClr>
          </a:solidFill>
        </p:spPr>
        <p:txBody>
          <a:bodyPr wrap="square" rtlCol="0">
            <a:spAutoFit/>
          </a:bodyPr>
          <a:lstStyle/>
          <a:p>
            <a:pPr algn="just">
              <a:lnSpc>
                <a:spcPct val="114000"/>
              </a:lnSpc>
              <a:spcBef>
                <a:spcPts val="600"/>
              </a:spcBef>
              <a:spcAft>
                <a:spcPts val="1200"/>
              </a:spcAft>
            </a:pPr>
            <a:r>
              <a:rPr lang="es-ES" b="1" dirty="0">
                <a:solidFill>
                  <a:schemeClr val="bg1"/>
                </a:solidFill>
                <a:latin typeface="Arial Nova Cond" panose="020B0604020202020204" pitchFamily="34" charset="0"/>
              </a:rPr>
              <a:t>Directorio de trabajo</a:t>
            </a:r>
          </a:p>
        </p:txBody>
      </p:sp>
      <p:sp>
        <p:nvSpPr>
          <p:cNvPr id="14" name="3 CuadroTexto">
            <a:extLst>
              <a:ext uri="{FF2B5EF4-FFF2-40B4-BE49-F238E27FC236}">
                <a16:creationId xmlns:a16="http://schemas.microsoft.com/office/drawing/2014/main" id="{A79FE982-6CA9-A6C0-23A0-C2929A8CDA15}"/>
              </a:ext>
            </a:extLst>
          </p:cNvPr>
          <p:cNvSpPr txBox="1"/>
          <p:nvPr/>
        </p:nvSpPr>
        <p:spPr>
          <a:xfrm>
            <a:off x="611559" y="1412776"/>
            <a:ext cx="7848873" cy="1012906"/>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pPr>
            <a:r>
              <a:rPr lang="es-ES" dirty="0">
                <a:latin typeface="Arial Nova Cond" panose="020B0604020202020204" pitchFamily="34" charset="0"/>
              </a:rPr>
              <a:t>Ya solo resta abrir el </a:t>
            </a:r>
            <a:r>
              <a:rPr lang="es-ES" b="1" dirty="0">
                <a:latin typeface="Arial Nova Cond" panose="020B0604020202020204" pitchFamily="34" charset="0"/>
              </a:rPr>
              <a:t>directorio de trabajo</a:t>
            </a:r>
            <a:r>
              <a:rPr lang="es-ES" dirty="0">
                <a:latin typeface="Arial Nova Cond" panose="020B0604020202020204" pitchFamily="34" charset="0"/>
              </a:rPr>
              <a:t> en </a:t>
            </a:r>
            <a:r>
              <a:rPr lang="es-ES" i="1" dirty="0">
                <a:latin typeface="Arial Nova Cond" panose="020B0604020202020204" pitchFamily="34" charset="0"/>
              </a:rPr>
              <a:t>File -&gt; Open Folder</a:t>
            </a:r>
            <a:r>
              <a:rPr lang="es-ES" b="1" i="1" dirty="0">
                <a:latin typeface="Arial Nova Cond" panose="020B0604020202020204" pitchFamily="34" charset="0"/>
              </a:rPr>
              <a:t>, </a:t>
            </a:r>
            <a:r>
              <a:rPr lang="es-ES" dirty="0">
                <a:latin typeface="Arial Nova Cond" panose="020B0604020202020204" pitchFamily="34" charset="0"/>
              </a:rPr>
              <a:t>ya sea sobre el directorio local si tenemos una configuración en contenedores con unidades mapeadas o usando Remote SSH si nuestros datos están en una máquina virtual.</a:t>
            </a:r>
          </a:p>
        </p:txBody>
      </p:sp>
      <p:sp>
        <p:nvSpPr>
          <p:cNvPr id="2" name="8 Rectángulo">
            <a:extLst>
              <a:ext uri="{FF2B5EF4-FFF2-40B4-BE49-F238E27FC236}">
                <a16:creationId xmlns:a16="http://schemas.microsoft.com/office/drawing/2014/main" id="{154D6BA9-50FC-B3AA-F638-E445EF9A1068}"/>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21 CuadroTexto">
            <a:extLst>
              <a:ext uri="{FF2B5EF4-FFF2-40B4-BE49-F238E27FC236}">
                <a16:creationId xmlns:a16="http://schemas.microsoft.com/office/drawing/2014/main" id="{2AF926AE-0B56-32A8-554F-BE1D01451A1B}"/>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HERRAMIENTAS DE DESARROLLO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VS CODE</a:t>
            </a:r>
          </a:p>
        </p:txBody>
      </p:sp>
    </p:spTree>
    <p:extLst>
      <p:ext uri="{BB962C8B-B14F-4D97-AF65-F5344CB8AC3E}">
        <p14:creationId xmlns:p14="http://schemas.microsoft.com/office/powerpoint/2010/main" val="2482010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Rectángulo">
            <a:extLst>
              <a:ext uri="{FF2B5EF4-FFF2-40B4-BE49-F238E27FC236}">
                <a16:creationId xmlns:a16="http://schemas.microsoft.com/office/drawing/2014/main" id="{58F37C91-A785-E526-A99C-176BD2BF4596}"/>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6 Rectángulo">
            <a:extLst>
              <a:ext uri="{FF2B5EF4-FFF2-40B4-BE49-F238E27FC236}">
                <a16:creationId xmlns:a16="http://schemas.microsoft.com/office/drawing/2014/main" id="{26424285-61D5-ADB3-8516-FCF4F6F873B8}"/>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10 CuadroTexto">
            <a:extLst>
              <a:ext uri="{FF2B5EF4-FFF2-40B4-BE49-F238E27FC236}">
                <a16:creationId xmlns:a16="http://schemas.microsoft.com/office/drawing/2014/main" id="{AA46F0AC-A17A-6D58-71FB-F2078516D441}"/>
              </a:ext>
              <a:ext uri="{C183D7F6-B498-43B3-948B-1728B52AA6E4}">
                <adec:decorative xmlns:adec="http://schemas.microsoft.com/office/drawing/2017/decorative" val="1"/>
              </a:ext>
            </a:extLst>
          </p:cNvPr>
          <p:cNvSpPr txBox="1"/>
          <p:nvPr/>
        </p:nvSpPr>
        <p:spPr>
          <a:xfrm>
            <a:off x="1043608" y="7820"/>
            <a:ext cx="5137432"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HERRAMIENTAS DE DESARROLLO</a:t>
            </a:r>
          </a:p>
        </p:txBody>
      </p:sp>
      <p:sp>
        <p:nvSpPr>
          <p:cNvPr id="5" name="6 CuadroTexto">
            <a:extLst>
              <a:ext uri="{FF2B5EF4-FFF2-40B4-BE49-F238E27FC236}">
                <a16:creationId xmlns:a16="http://schemas.microsoft.com/office/drawing/2014/main" id="{25AF3E8F-03FA-7901-EAE6-7669B2F2DA6C}"/>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6" name="10 CuadroTexto">
            <a:extLst>
              <a:ext uri="{FF2B5EF4-FFF2-40B4-BE49-F238E27FC236}">
                <a16:creationId xmlns:a16="http://schemas.microsoft.com/office/drawing/2014/main" id="{BD4E3F8B-0D08-82E0-A27C-7E88840541DC}"/>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1" name="3 CuadroTexto">
            <a:extLst>
              <a:ext uri="{FF2B5EF4-FFF2-40B4-BE49-F238E27FC236}">
                <a16:creationId xmlns:a16="http://schemas.microsoft.com/office/drawing/2014/main" id="{4006EC5A-C17C-E617-561F-B357F73B147E}"/>
              </a:ext>
            </a:extLst>
          </p:cNvPr>
          <p:cNvSpPr txBox="1"/>
          <p:nvPr/>
        </p:nvSpPr>
        <p:spPr>
          <a:xfrm>
            <a:off x="647563" y="908720"/>
            <a:ext cx="7848873" cy="381323"/>
          </a:xfrm>
          <a:prstGeom prst="rect">
            <a:avLst/>
          </a:prstGeom>
          <a:solidFill>
            <a:schemeClr val="accent4">
              <a:lumMod val="75000"/>
            </a:schemeClr>
          </a:solidFill>
        </p:spPr>
        <p:txBody>
          <a:bodyPr wrap="square" rtlCol="0">
            <a:spAutoFit/>
          </a:bodyPr>
          <a:lstStyle/>
          <a:p>
            <a:pPr algn="just">
              <a:lnSpc>
                <a:spcPct val="114000"/>
              </a:lnSpc>
              <a:spcBef>
                <a:spcPts val="600"/>
              </a:spcBef>
              <a:spcAft>
                <a:spcPts val="1200"/>
              </a:spcAft>
            </a:pPr>
            <a:r>
              <a:rPr lang="es-ES" b="1" dirty="0">
                <a:solidFill>
                  <a:schemeClr val="bg1"/>
                </a:solidFill>
                <a:latin typeface="Arial Nova Cond" panose="020B0604020202020204" pitchFamily="34" charset="0"/>
              </a:rPr>
              <a:t>Directorio de trabajo</a:t>
            </a:r>
          </a:p>
        </p:txBody>
      </p:sp>
      <p:sp>
        <p:nvSpPr>
          <p:cNvPr id="10" name="3 CuadroTexto">
            <a:extLst>
              <a:ext uri="{FF2B5EF4-FFF2-40B4-BE49-F238E27FC236}">
                <a16:creationId xmlns:a16="http://schemas.microsoft.com/office/drawing/2014/main" id="{F21F726C-BE76-C9DF-9CFB-BF842F975917}"/>
              </a:ext>
            </a:extLst>
          </p:cNvPr>
          <p:cNvSpPr txBox="1"/>
          <p:nvPr/>
        </p:nvSpPr>
        <p:spPr>
          <a:xfrm>
            <a:off x="611559" y="1412776"/>
            <a:ext cx="7848873" cy="1721433"/>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pPr>
            <a:r>
              <a:rPr lang="es-ES" dirty="0">
                <a:latin typeface="Arial Nova Cond" panose="020B0604020202020204" pitchFamily="34" charset="0"/>
              </a:rPr>
              <a:t>Solo hemos visto unas pinceladas de Visual Studio </a:t>
            </a:r>
            <a:r>
              <a:rPr lang="es-ES" dirty="0" err="1">
                <a:latin typeface="Arial Nova Cond" panose="020B0604020202020204" pitchFamily="34" charset="0"/>
              </a:rPr>
              <a:t>Code</a:t>
            </a:r>
            <a:r>
              <a:rPr lang="es-ES" dirty="0">
                <a:latin typeface="Arial Nova Cond" panose="020B0604020202020204" pitchFamily="34" charset="0"/>
              </a:rPr>
              <a:t>, pero es una herramienta muy versátil que tiene un gran número de opciones muy útiles cuando estamos programando.</a:t>
            </a:r>
          </a:p>
          <a:p>
            <a:pPr algn="just">
              <a:lnSpc>
                <a:spcPct val="114000"/>
              </a:lnSpc>
              <a:spcBef>
                <a:spcPts val="600"/>
              </a:spcBef>
            </a:pPr>
            <a:r>
              <a:rPr lang="es-ES" dirty="0">
                <a:latin typeface="Arial Nova Cond" panose="020B0604020202020204" pitchFamily="34" charset="0"/>
              </a:rPr>
              <a:t>Si quieres profundizar en tu conocimiento de VS </a:t>
            </a:r>
            <a:r>
              <a:rPr lang="es-ES" dirty="0" err="1">
                <a:latin typeface="Arial Nova Cond" panose="020B0604020202020204" pitchFamily="34" charset="0"/>
              </a:rPr>
              <a:t>Code</a:t>
            </a:r>
            <a:r>
              <a:rPr lang="es-ES" dirty="0">
                <a:latin typeface="Arial Nova Cond" panose="020B0604020202020204" pitchFamily="34" charset="0"/>
              </a:rPr>
              <a:t> te aconsejo el curso que tienes en el link de abajo (</a:t>
            </a:r>
            <a:r>
              <a:rPr lang="es-ES" i="1" dirty="0">
                <a:latin typeface="Arial Nova Cond" panose="020B0604020202020204" pitchFamily="34" charset="0"/>
              </a:rPr>
              <a:t>requiere registro, pero el curso es gratuito</a:t>
            </a:r>
            <a:r>
              <a:rPr lang="es-ES" dirty="0">
                <a:latin typeface="Arial Nova Cond" panose="020B0604020202020204" pitchFamily="34" charset="0"/>
              </a:rPr>
              <a:t>)</a:t>
            </a:r>
          </a:p>
        </p:txBody>
      </p:sp>
      <p:sp>
        <p:nvSpPr>
          <p:cNvPr id="12" name="CuadroTexto 11">
            <a:extLst>
              <a:ext uri="{FF2B5EF4-FFF2-40B4-BE49-F238E27FC236}">
                <a16:creationId xmlns:a16="http://schemas.microsoft.com/office/drawing/2014/main" id="{0198BBE6-98F5-E224-089B-A2ECC3469164}"/>
              </a:ext>
            </a:extLst>
          </p:cNvPr>
          <p:cNvSpPr txBox="1"/>
          <p:nvPr/>
        </p:nvSpPr>
        <p:spPr>
          <a:xfrm>
            <a:off x="1187624" y="3774681"/>
            <a:ext cx="6912769" cy="338554"/>
          </a:xfrm>
          <a:prstGeom prst="rect">
            <a:avLst/>
          </a:prstGeom>
          <a:solidFill>
            <a:schemeClr val="accent1">
              <a:lumMod val="50000"/>
            </a:schemeClr>
          </a:solidFill>
        </p:spPr>
        <p:txBody>
          <a:bodyPr wrap="square">
            <a:spAutoFit/>
          </a:bodyPr>
          <a:lstStyle/>
          <a:p>
            <a:r>
              <a:rPr lang="es-ES" sz="1600" dirty="0">
                <a:latin typeface="Arial Nova Cond" panose="020B0506020202020204" pitchFamily="34" charset="0"/>
                <a:hlinkClick r:id="rId2"/>
              </a:rPr>
              <a:t>https://www.udemy.com/course/vscode-mejora-tu-velocidad-para-codificar/</a:t>
            </a:r>
            <a:r>
              <a:rPr lang="es-ES" sz="1600" dirty="0">
                <a:latin typeface="Arial Nova Cond" panose="020B0506020202020204" pitchFamily="34" charset="0"/>
              </a:rPr>
              <a:t> </a:t>
            </a:r>
          </a:p>
        </p:txBody>
      </p:sp>
      <p:pic>
        <p:nvPicPr>
          <p:cNvPr id="13" name="Imagen 12" descr="Icono&#10;&#10;Descripción generada automáticamente">
            <a:extLst>
              <a:ext uri="{FF2B5EF4-FFF2-40B4-BE49-F238E27FC236}">
                <a16:creationId xmlns:a16="http://schemas.microsoft.com/office/drawing/2014/main" id="{670BFF30-E486-C2BD-CB07-0CFCE5C486F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8738" t="5901" r="28737" b="5901"/>
          <a:stretch/>
        </p:blipFill>
        <p:spPr>
          <a:xfrm>
            <a:off x="7404785" y="3551432"/>
            <a:ext cx="720080" cy="746750"/>
          </a:xfrm>
          <a:prstGeom prst="rect">
            <a:avLst/>
          </a:prstGeom>
        </p:spPr>
      </p:pic>
      <p:sp>
        <p:nvSpPr>
          <p:cNvPr id="9" name="8 Rectángulo">
            <a:extLst>
              <a:ext uri="{FF2B5EF4-FFF2-40B4-BE49-F238E27FC236}">
                <a16:creationId xmlns:a16="http://schemas.microsoft.com/office/drawing/2014/main" id="{7BB7E5B5-10BB-4052-13F0-3D9A211724FE}"/>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21 CuadroTexto">
            <a:extLst>
              <a:ext uri="{FF2B5EF4-FFF2-40B4-BE49-F238E27FC236}">
                <a16:creationId xmlns:a16="http://schemas.microsoft.com/office/drawing/2014/main" id="{D96E3F18-7A09-FE3C-A8EE-6EC2EA9C6768}"/>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HERRAMIENTAS DE DESARROLLO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VS CODE</a:t>
            </a:r>
          </a:p>
        </p:txBody>
      </p:sp>
    </p:spTree>
    <p:extLst>
      <p:ext uri="{BB962C8B-B14F-4D97-AF65-F5344CB8AC3E}">
        <p14:creationId xmlns:p14="http://schemas.microsoft.com/office/powerpoint/2010/main" val="12981761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2 Rectángulo">
            <a:extLst>
              <a:ext uri="{FF2B5EF4-FFF2-40B4-BE49-F238E27FC236}">
                <a16:creationId xmlns:a16="http://schemas.microsoft.com/office/drawing/2014/main" id="{4A3FE7D6-2668-4468-B863-4B50AD9A7633}"/>
              </a:ext>
              <a:ext uri="{C183D7F6-B498-43B3-948B-1728B52AA6E4}">
                <adec:decorative xmlns:adec="http://schemas.microsoft.com/office/drawing/2017/decorative" val="1"/>
              </a:ext>
            </a:extLst>
          </p:cNvPr>
          <p:cNvSpPr/>
          <p:nvPr/>
        </p:nvSpPr>
        <p:spPr>
          <a:xfrm>
            <a:off x="-28558" y="0"/>
            <a:ext cx="4600558" cy="6857999"/>
          </a:xfrm>
          <a:prstGeom prst="rect">
            <a:avLst/>
          </a:prstGeom>
          <a:solidFill>
            <a:schemeClr val="tx2">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ES"/>
          </a:p>
        </p:txBody>
      </p:sp>
      <p:sp>
        <p:nvSpPr>
          <p:cNvPr id="2" name="1 CuadroTexto">
            <a:extLst>
              <a:ext uri="{FF2B5EF4-FFF2-40B4-BE49-F238E27FC236}">
                <a16:creationId xmlns:a16="http://schemas.microsoft.com/office/drawing/2014/main" id="{15460710-41E3-3E02-7B20-5FB149375582}"/>
              </a:ext>
            </a:extLst>
          </p:cNvPr>
          <p:cNvSpPr txBox="1"/>
          <p:nvPr/>
        </p:nvSpPr>
        <p:spPr>
          <a:xfrm>
            <a:off x="268191" y="272642"/>
            <a:ext cx="1289135" cy="2862322"/>
          </a:xfrm>
          <a:prstGeom prst="rect">
            <a:avLst/>
          </a:prstGeom>
          <a:noFill/>
        </p:spPr>
        <p:txBody>
          <a:bodyPr wrap="none" rtlCol="0">
            <a:spAutoFit/>
          </a:bodyPr>
          <a:lstStyle/>
          <a:p>
            <a:r>
              <a:rPr lang="es-ES" sz="18000" b="1" spc="50" dirty="0">
                <a:ln w="0"/>
                <a:solidFill>
                  <a:schemeClr val="bg2"/>
                </a:solidFill>
                <a:effectLst>
                  <a:innerShdw blurRad="63500" dist="50800" dir="13500000">
                    <a:srgbClr val="000000">
                      <a:alpha val="50000"/>
                    </a:srgbClr>
                  </a:innerShdw>
                </a:effectLst>
                <a:latin typeface="+mj-lt"/>
              </a:rPr>
              <a:t>2</a:t>
            </a:r>
          </a:p>
        </p:txBody>
      </p:sp>
      <p:sp>
        <p:nvSpPr>
          <p:cNvPr id="4" name="CuadroTexto 3">
            <a:extLst>
              <a:ext uri="{FF2B5EF4-FFF2-40B4-BE49-F238E27FC236}">
                <a16:creationId xmlns:a16="http://schemas.microsoft.com/office/drawing/2014/main" id="{9BD6ABD5-6F1D-43DE-C2FC-618FA0A061BD}"/>
              </a:ext>
            </a:extLst>
          </p:cNvPr>
          <p:cNvSpPr txBox="1"/>
          <p:nvPr/>
        </p:nvSpPr>
        <p:spPr>
          <a:xfrm>
            <a:off x="268190" y="4423268"/>
            <a:ext cx="4303809" cy="2169825"/>
          </a:xfrm>
          <a:prstGeom prst="rect">
            <a:avLst/>
          </a:prstGeom>
          <a:noFill/>
        </p:spPr>
        <p:txBody>
          <a:bodyPr wrap="square" rtlCol="0">
            <a:spAutoFit/>
          </a:bodyPr>
          <a:lstStyle/>
          <a:p>
            <a:r>
              <a:rPr lang="es-ES" sz="4500" dirty="0">
                <a:solidFill>
                  <a:schemeClr val="bg1"/>
                </a:solidFill>
                <a:latin typeface="Univers Condensed" panose="020B0604020202020204" pitchFamily="34" charset="0"/>
              </a:rPr>
              <a:t>PRIMER MÓDULO CON ODOO</a:t>
            </a:r>
          </a:p>
        </p:txBody>
      </p:sp>
      <p:pic>
        <p:nvPicPr>
          <p:cNvPr id="5" name="Imagen 4">
            <a:extLst>
              <a:ext uri="{FF2B5EF4-FFF2-40B4-BE49-F238E27FC236}">
                <a16:creationId xmlns:a16="http://schemas.microsoft.com/office/drawing/2014/main" id="{6EB87910-BD52-7B66-6ECE-FD5AB3648D7D}"/>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12122" r="14091"/>
          <a:stretch/>
        </p:blipFill>
        <p:spPr>
          <a:xfrm>
            <a:off x="5121120" y="1997837"/>
            <a:ext cx="3754689" cy="2862323"/>
          </a:xfrm>
          <a:prstGeom prst="rect">
            <a:avLst/>
          </a:prstGeom>
        </p:spPr>
      </p:pic>
    </p:spTree>
    <p:extLst>
      <p:ext uri="{BB962C8B-B14F-4D97-AF65-F5344CB8AC3E}">
        <p14:creationId xmlns:p14="http://schemas.microsoft.com/office/powerpoint/2010/main" val="5739608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3 CuadroTexto">
            <a:extLst>
              <a:ext uri="{FF2B5EF4-FFF2-40B4-BE49-F238E27FC236}">
                <a16:creationId xmlns:a16="http://schemas.microsoft.com/office/drawing/2014/main" id="{14DAB2F6-333F-9056-6FB7-AC73DA30AFE4}"/>
              </a:ext>
            </a:extLst>
          </p:cNvPr>
          <p:cNvSpPr txBox="1"/>
          <p:nvPr/>
        </p:nvSpPr>
        <p:spPr>
          <a:xfrm>
            <a:off x="611559" y="908720"/>
            <a:ext cx="7920881" cy="1012906"/>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El primer paso será habilitar el </a:t>
            </a:r>
            <a:r>
              <a:rPr lang="es-ES" b="1" dirty="0">
                <a:latin typeface="Arial Nova Cond" panose="020B0604020202020204" pitchFamily="34" charset="0"/>
              </a:rPr>
              <a:t>modo desarrollador </a:t>
            </a:r>
            <a:r>
              <a:rPr lang="es-ES" dirty="0">
                <a:latin typeface="Arial Nova Cond" panose="020B0604020202020204" pitchFamily="34" charset="0"/>
              </a:rPr>
              <a:t>en </a:t>
            </a:r>
            <a:r>
              <a:rPr lang="es-ES" dirty="0" err="1">
                <a:latin typeface="Arial Nova Cond" panose="020B0604020202020204" pitchFamily="34" charset="0"/>
              </a:rPr>
              <a:t>Odoo</a:t>
            </a:r>
            <a:r>
              <a:rPr lang="es-ES" dirty="0">
                <a:latin typeface="Arial Nova Cond" panose="020B0604020202020204" pitchFamily="34" charset="0"/>
              </a:rPr>
              <a:t> (</a:t>
            </a:r>
            <a:r>
              <a:rPr lang="es-ES" dirty="0">
                <a:hlinkClick r:id="rId2"/>
              </a:rPr>
              <a:t>Modo de desarrollador (modo depuración) — documentación de </a:t>
            </a:r>
            <a:r>
              <a:rPr lang="es-ES" dirty="0" err="1">
                <a:hlinkClick r:id="rId2"/>
              </a:rPr>
              <a:t>Odoo</a:t>
            </a:r>
            <a:r>
              <a:rPr lang="es-ES" dirty="0">
                <a:hlinkClick r:id="rId2"/>
              </a:rPr>
              <a:t> - 16.0</a:t>
            </a:r>
            <a:r>
              <a:rPr lang="es-ES" dirty="0"/>
              <a:t>) </a:t>
            </a:r>
            <a:r>
              <a:rPr lang="es-ES" dirty="0">
                <a:latin typeface="Arial Nova Cond" panose="020B0604020202020204" pitchFamily="34" charset="0"/>
              </a:rPr>
              <a:t>Hay varias formas para hacerlo:</a:t>
            </a:r>
          </a:p>
        </p:txBody>
      </p:sp>
      <p:sp>
        <p:nvSpPr>
          <p:cNvPr id="3" name="5 Rectángulo">
            <a:extLst>
              <a:ext uri="{FF2B5EF4-FFF2-40B4-BE49-F238E27FC236}">
                <a16:creationId xmlns:a16="http://schemas.microsoft.com/office/drawing/2014/main" id="{157DAF79-6DB5-E00D-EDCF-BFA06DA95B5B}"/>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6 Rectángulo">
            <a:extLst>
              <a:ext uri="{FF2B5EF4-FFF2-40B4-BE49-F238E27FC236}">
                <a16:creationId xmlns:a16="http://schemas.microsoft.com/office/drawing/2014/main" id="{3D412121-8DE7-863D-822F-691D8A894378}"/>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10 CuadroTexto">
            <a:extLst>
              <a:ext uri="{FF2B5EF4-FFF2-40B4-BE49-F238E27FC236}">
                <a16:creationId xmlns:a16="http://schemas.microsoft.com/office/drawing/2014/main" id="{DF41EB96-749F-6A28-BCBE-0CDC930F4E5E}"/>
              </a:ext>
              <a:ext uri="{C183D7F6-B498-43B3-948B-1728B52AA6E4}">
                <adec:decorative xmlns:adec="http://schemas.microsoft.com/office/drawing/2017/decorative" val="1"/>
              </a:ext>
            </a:extLst>
          </p:cNvPr>
          <p:cNvSpPr txBox="1"/>
          <p:nvPr/>
        </p:nvSpPr>
        <p:spPr>
          <a:xfrm>
            <a:off x="1043608" y="7820"/>
            <a:ext cx="3867854"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MODO DESARROLLADOR</a:t>
            </a:r>
          </a:p>
        </p:txBody>
      </p:sp>
      <p:sp>
        <p:nvSpPr>
          <p:cNvPr id="6" name="6 CuadroTexto">
            <a:extLst>
              <a:ext uri="{FF2B5EF4-FFF2-40B4-BE49-F238E27FC236}">
                <a16:creationId xmlns:a16="http://schemas.microsoft.com/office/drawing/2014/main" id="{174FED92-0638-1961-CF43-060441BF458B}"/>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7" name="10 CuadroTexto">
            <a:extLst>
              <a:ext uri="{FF2B5EF4-FFF2-40B4-BE49-F238E27FC236}">
                <a16:creationId xmlns:a16="http://schemas.microsoft.com/office/drawing/2014/main" id="{C31AC133-E58B-3DCC-EBD7-B6CAAFEC8AE1}"/>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pic>
        <p:nvPicPr>
          <p:cNvPr id="11" name="Imagen 10">
            <a:extLst>
              <a:ext uri="{FF2B5EF4-FFF2-40B4-BE49-F238E27FC236}">
                <a16:creationId xmlns:a16="http://schemas.microsoft.com/office/drawing/2014/main" id="{2668E4D9-C114-3597-F3C3-13C97C7AB85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11559" y="2533184"/>
            <a:ext cx="4896545" cy="3186826"/>
          </a:xfrm>
          <a:prstGeom prst="rect">
            <a:avLst/>
          </a:prstGeom>
        </p:spPr>
      </p:pic>
      <p:sp>
        <p:nvSpPr>
          <p:cNvPr id="12" name="3 CuadroTexto">
            <a:extLst>
              <a:ext uri="{FF2B5EF4-FFF2-40B4-BE49-F238E27FC236}">
                <a16:creationId xmlns:a16="http://schemas.microsoft.com/office/drawing/2014/main" id="{7C4C26AF-21C8-F850-B066-236AF985B5A7}"/>
              </a:ext>
            </a:extLst>
          </p:cNvPr>
          <p:cNvSpPr txBox="1"/>
          <p:nvPr/>
        </p:nvSpPr>
        <p:spPr>
          <a:xfrm>
            <a:off x="5796136" y="2492896"/>
            <a:ext cx="2665009" cy="3138488"/>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La primera es yendo a </a:t>
            </a:r>
            <a:r>
              <a:rPr lang="es-ES" i="1" dirty="0">
                <a:latin typeface="Arial Nova Cond" panose="020B0604020202020204" pitchFamily="34" charset="0"/>
              </a:rPr>
              <a:t>Ajustes -&gt; Opciones generales -&gt; Herramientas de desarrollador -&gt; Activar modo de desarrollador</a:t>
            </a:r>
            <a:r>
              <a:rPr lang="es-ES" dirty="0">
                <a:latin typeface="Arial Nova Cond" panose="020B0604020202020204" pitchFamily="34" charset="0"/>
              </a:rPr>
              <a:t>.</a:t>
            </a:r>
          </a:p>
          <a:p>
            <a:pPr algn="just">
              <a:lnSpc>
                <a:spcPct val="114000"/>
              </a:lnSpc>
              <a:spcBef>
                <a:spcPts val="600"/>
              </a:spcBef>
              <a:spcAft>
                <a:spcPts val="1200"/>
              </a:spcAft>
            </a:pPr>
            <a:r>
              <a:rPr lang="es-ES" dirty="0">
                <a:latin typeface="Arial Nova Cond" panose="020B0604020202020204" pitchFamily="34" charset="0"/>
              </a:rPr>
              <a:t>Ten en cuenta que hay que tener instalado por lo menos un módulo para acceder a </a:t>
            </a:r>
            <a:r>
              <a:rPr lang="es-ES" i="1" dirty="0">
                <a:latin typeface="Arial Nova Cond" panose="020B0604020202020204" pitchFamily="34" charset="0"/>
              </a:rPr>
              <a:t>Ajustes</a:t>
            </a:r>
            <a:r>
              <a:rPr lang="es-ES" dirty="0">
                <a:latin typeface="Arial Nova Cond" panose="020B0604020202020204" pitchFamily="34" charset="0"/>
              </a:rPr>
              <a:t>.</a:t>
            </a:r>
          </a:p>
        </p:txBody>
      </p:sp>
      <p:sp>
        <p:nvSpPr>
          <p:cNvPr id="10" name="8 Rectángulo">
            <a:extLst>
              <a:ext uri="{FF2B5EF4-FFF2-40B4-BE49-F238E27FC236}">
                <a16:creationId xmlns:a16="http://schemas.microsoft.com/office/drawing/2014/main" id="{997CF99F-FD2C-1E43-D57E-65A5F086A3E6}"/>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21 CuadroTexto">
            <a:extLst>
              <a:ext uri="{FF2B5EF4-FFF2-40B4-BE49-F238E27FC236}">
                <a16:creationId xmlns:a16="http://schemas.microsoft.com/office/drawing/2014/main" id="{5349085C-454F-864A-2ED6-07455A1E30E1}"/>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PRIMER MÓDULO EN ODOO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MODO DESARROLLADOR</a:t>
            </a:r>
          </a:p>
        </p:txBody>
      </p:sp>
    </p:spTree>
    <p:extLst>
      <p:ext uri="{BB962C8B-B14F-4D97-AF65-F5344CB8AC3E}">
        <p14:creationId xmlns:p14="http://schemas.microsoft.com/office/powerpoint/2010/main" val="2688753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5E060894-D2A4-5671-490D-DE20DE903D4A}"/>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11559" y="1700808"/>
            <a:ext cx="7933060" cy="3688402"/>
          </a:xfrm>
          <a:prstGeom prst="rect">
            <a:avLst/>
          </a:prstGeom>
        </p:spPr>
      </p:pic>
      <p:sp>
        <p:nvSpPr>
          <p:cNvPr id="4" name="3 CuadroTexto">
            <a:extLst>
              <a:ext uri="{FF2B5EF4-FFF2-40B4-BE49-F238E27FC236}">
                <a16:creationId xmlns:a16="http://schemas.microsoft.com/office/drawing/2014/main" id="{1FE43C24-9A8E-C6AB-E53C-B6DAD0C5E0F3}"/>
              </a:ext>
            </a:extLst>
          </p:cNvPr>
          <p:cNvSpPr txBox="1"/>
          <p:nvPr/>
        </p:nvSpPr>
        <p:spPr>
          <a:xfrm>
            <a:off x="611559" y="908720"/>
            <a:ext cx="7920881" cy="697114"/>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Otra opción es pulsando </a:t>
            </a:r>
            <a:r>
              <a:rPr lang="es-ES" dirty="0" err="1">
                <a:latin typeface="Arial Nova Cond" panose="020B0604020202020204" pitchFamily="34" charset="0"/>
              </a:rPr>
              <a:t>Ctrl</a:t>
            </a:r>
            <a:r>
              <a:rPr lang="es-ES" dirty="0">
                <a:latin typeface="Arial Nova Cond" panose="020B0604020202020204" pitchFamily="34" charset="0"/>
              </a:rPr>
              <a:t>-K para acceder a la paleta de comandos y buscar </a:t>
            </a:r>
            <a:r>
              <a:rPr lang="es-ES" b="1" dirty="0">
                <a:latin typeface="Arial Nova Cond" panose="020B0604020202020204" pitchFamily="34" charset="0"/>
              </a:rPr>
              <a:t>Activar modo de </a:t>
            </a:r>
            <a:r>
              <a:rPr lang="es-ES" b="1" dirty="0" err="1">
                <a:latin typeface="Arial Nova Cond" panose="020B0604020202020204" pitchFamily="34" charset="0"/>
              </a:rPr>
              <a:t>debug</a:t>
            </a:r>
            <a:endParaRPr lang="es-ES" dirty="0">
              <a:latin typeface="Arial Nova Cond" panose="020B0604020202020204" pitchFamily="34" charset="0"/>
            </a:endParaRPr>
          </a:p>
        </p:txBody>
      </p:sp>
      <p:sp>
        <p:nvSpPr>
          <p:cNvPr id="5" name="3 CuadroTexto">
            <a:extLst>
              <a:ext uri="{FF2B5EF4-FFF2-40B4-BE49-F238E27FC236}">
                <a16:creationId xmlns:a16="http://schemas.microsoft.com/office/drawing/2014/main" id="{518AC905-B702-69D4-1E01-30B5371DEBAA}"/>
              </a:ext>
            </a:extLst>
          </p:cNvPr>
          <p:cNvSpPr txBox="1"/>
          <p:nvPr/>
        </p:nvSpPr>
        <p:spPr>
          <a:xfrm>
            <a:off x="611558" y="5600723"/>
            <a:ext cx="7920881" cy="381323"/>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Hay más opciones que puedes consultar en el enlace anterior.</a:t>
            </a:r>
          </a:p>
        </p:txBody>
      </p:sp>
      <p:sp>
        <p:nvSpPr>
          <p:cNvPr id="6" name="5 Rectángulo">
            <a:extLst>
              <a:ext uri="{FF2B5EF4-FFF2-40B4-BE49-F238E27FC236}">
                <a16:creationId xmlns:a16="http://schemas.microsoft.com/office/drawing/2014/main" id="{194CC07A-2306-271A-44E1-C7F0AC8D4B5D}"/>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Rectángulo">
            <a:extLst>
              <a:ext uri="{FF2B5EF4-FFF2-40B4-BE49-F238E27FC236}">
                <a16:creationId xmlns:a16="http://schemas.microsoft.com/office/drawing/2014/main" id="{A90AE7E4-E086-2968-BB5A-431EFD73CCBE}"/>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10 CuadroTexto">
            <a:extLst>
              <a:ext uri="{FF2B5EF4-FFF2-40B4-BE49-F238E27FC236}">
                <a16:creationId xmlns:a16="http://schemas.microsoft.com/office/drawing/2014/main" id="{C221BBC1-038A-3749-091D-C58B77EA4059}"/>
              </a:ext>
              <a:ext uri="{C183D7F6-B498-43B3-948B-1728B52AA6E4}">
                <adec:decorative xmlns:adec="http://schemas.microsoft.com/office/drawing/2017/decorative" val="1"/>
              </a:ext>
            </a:extLst>
          </p:cNvPr>
          <p:cNvSpPr txBox="1"/>
          <p:nvPr/>
        </p:nvSpPr>
        <p:spPr>
          <a:xfrm>
            <a:off x="1043608" y="7820"/>
            <a:ext cx="3867854"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MODO DESARROLLADOR</a:t>
            </a:r>
          </a:p>
        </p:txBody>
      </p:sp>
      <p:sp>
        <p:nvSpPr>
          <p:cNvPr id="9" name="6 CuadroTexto">
            <a:extLst>
              <a:ext uri="{FF2B5EF4-FFF2-40B4-BE49-F238E27FC236}">
                <a16:creationId xmlns:a16="http://schemas.microsoft.com/office/drawing/2014/main" id="{F2815359-CA87-D4EF-98C4-144EC6D41DF6}"/>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0" name="10 CuadroTexto">
            <a:extLst>
              <a:ext uri="{FF2B5EF4-FFF2-40B4-BE49-F238E27FC236}">
                <a16:creationId xmlns:a16="http://schemas.microsoft.com/office/drawing/2014/main" id="{DBCB9480-8DFA-30B9-C703-CC30D8A9C5DF}"/>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2" name="8 Rectángulo">
            <a:extLst>
              <a:ext uri="{FF2B5EF4-FFF2-40B4-BE49-F238E27FC236}">
                <a16:creationId xmlns:a16="http://schemas.microsoft.com/office/drawing/2014/main" id="{70BEA88A-AAE2-6CB4-B1EA-B7CB28CC5B16}"/>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21 CuadroTexto">
            <a:extLst>
              <a:ext uri="{FF2B5EF4-FFF2-40B4-BE49-F238E27FC236}">
                <a16:creationId xmlns:a16="http://schemas.microsoft.com/office/drawing/2014/main" id="{A2A9343B-2D66-EF0B-44BE-42A241D96644}"/>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PRIMER MÓDULO EN ODOO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MODO DESARROLLADOR</a:t>
            </a:r>
          </a:p>
        </p:txBody>
      </p:sp>
    </p:spTree>
    <p:extLst>
      <p:ext uri="{BB962C8B-B14F-4D97-AF65-F5344CB8AC3E}">
        <p14:creationId xmlns:p14="http://schemas.microsoft.com/office/powerpoint/2010/main" val="24312815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DF67ADC9-EA91-F127-094D-0EBFEF1830A2}"/>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11558" y="2141053"/>
            <a:ext cx="7920881" cy="3232163"/>
          </a:xfrm>
          <a:prstGeom prst="rect">
            <a:avLst/>
          </a:prstGeom>
        </p:spPr>
      </p:pic>
      <p:sp>
        <p:nvSpPr>
          <p:cNvPr id="4" name="3 CuadroTexto">
            <a:extLst>
              <a:ext uri="{FF2B5EF4-FFF2-40B4-BE49-F238E27FC236}">
                <a16:creationId xmlns:a16="http://schemas.microsoft.com/office/drawing/2014/main" id="{DB093C1B-6666-FC94-E7B3-2F6ADD0C5287}"/>
              </a:ext>
            </a:extLst>
          </p:cNvPr>
          <p:cNvSpPr txBox="1"/>
          <p:nvPr/>
        </p:nvSpPr>
        <p:spPr>
          <a:xfrm>
            <a:off x="611559" y="908720"/>
            <a:ext cx="7920881" cy="697114"/>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Otra posibilidad es habilitarlo la extensión disponible tanto para Firefox como para Chrome.</a:t>
            </a:r>
          </a:p>
        </p:txBody>
      </p:sp>
      <p:sp>
        <p:nvSpPr>
          <p:cNvPr id="5" name="5 Rectángulo">
            <a:extLst>
              <a:ext uri="{FF2B5EF4-FFF2-40B4-BE49-F238E27FC236}">
                <a16:creationId xmlns:a16="http://schemas.microsoft.com/office/drawing/2014/main" id="{3E355DDC-8CE1-4301-A6A4-32AF61713721}"/>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6 Rectángulo">
            <a:extLst>
              <a:ext uri="{FF2B5EF4-FFF2-40B4-BE49-F238E27FC236}">
                <a16:creationId xmlns:a16="http://schemas.microsoft.com/office/drawing/2014/main" id="{CFDD7F6E-C973-89F0-67F9-C4DF55908CA4}"/>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10 CuadroTexto">
            <a:extLst>
              <a:ext uri="{FF2B5EF4-FFF2-40B4-BE49-F238E27FC236}">
                <a16:creationId xmlns:a16="http://schemas.microsoft.com/office/drawing/2014/main" id="{2295BE50-ACA9-1BC3-9543-7FBDF484070A}"/>
              </a:ext>
              <a:ext uri="{C183D7F6-B498-43B3-948B-1728B52AA6E4}">
                <adec:decorative xmlns:adec="http://schemas.microsoft.com/office/drawing/2017/decorative" val="1"/>
              </a:ext>
            </a:extLst>
          </p:cNvPr>
          <p:cNvSpPr txBox="1"/>
          <p:nvPr/>
        </p:nvSpPr>
        <p:spPr>
          <a:xfrm>
            <a:off x="1043608" y="7820"/>
            <a:ext cx="3867854"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MODO DESARROLLADOR</a:t>
            </a:r>
          </a:p>
        </p:txBody>
      </p:sp>
      <p:sp>
        <p:nvSpPr>
          <p:cNvPr id="8" name="6 CuadroTexto">
            <a:extLst>
              <a:ext uri="{FF2B5EF4-FFF2-40B4-BE49-F238E27FC236}">
                <a16:creationId xmlns:a16="http://schemas.microsoft.com/office/drawing/2014/main" id="{CF04666F-3054-7256-B821-67DE7233DF09}"/>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9" name="10 CuadroTexto">
            <a:extLst>
              <a:ext uri="{FF2B5EF4-FFF2-40B4-BE49-F238E27FC236}">
                <a16:creationId xmlns:a16="http://schemas.microsoft.com/office/drawing/2014/main" id="{A0CCF34C-F077-F009-C067-AD1F3258F6F9}"/>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2" name="8 Rectángulo">
            <a:extLst>
              <a:ext uri="{FF2B5EF4-FFF2-40B4-BE49-F238E27FC236}">
                <a16:creationId xmlns:a16="http://schemas.microsoft.com/office/drawing/2014/main" id="{7B9E6560-D6FF-E430-B69E-2DA7E2912372}"/>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21 CuadroTexto">
            <a:extLst>
              <a:ext uri="{FF2B5EF4-FFF2-40B4-BE49-F238E27FC236}">
                <a16:creationId xmlns:a16="http://schemas.microsoft.com/office/drawing/2014/main" id="{1B2AF8D2-47EA-3A31-5127-B0FC3A2C891F}"/>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PRIMER MÓDULO EN ODOO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MODO DESARROLLADOR</a:t>
            </a:r>
          </a:p>
        </p:txBody>
      </p:sp>
    </p:spTree>
    <p:extLst>
      <p:ext uri="{BB962C8B-B14F-4D97-AF65-F5344CB8AC3E}">
        <p14:creationId xmlns:p14="http://schemas.microsoft.com/office/powerpoint/2010/main" val="33053843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B80C2860-9E08-318A-D81B-D0782B4A7E1B}"/>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542120" y="789527"/>
            <a:ext cx="4113977" cy="5477330"/>
          </a:xfrm>
          <a:prstGeom prst="rect">
            <a:avLst/>
          </a:prstGeom>
        </p:spPr>
      </p:pic>
      <p:sp>
        <p:nvSpPr>
          <p:cNvPr id="4" name="3 CuadroTexto">
            <a:extLst>
              <a:ext uri="{FF2B5EF4-FFF2-40B4-BE49-F238E27FC236}">
                <a16:creationId xmlns:a16="http://schemas.microsoft.com/office/drawing/2014/main" id="{0C10B067-8822-8C8E-B25B-50B9725CAEAF}"/>
              </a:ext>
            </a:extLst>
          </p:cNvPr>
          <p:cNvSpPr txBox="1"/>
          <p:nvPr/>
        </p:nvSpPr>
        <p:spPr>
          <a:xfrm>
            <a:off x="611559" y="908720"/>
            <a:ext cx="3240361" cy="1328697"/>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Una vez cargada la extensión podremos acceder al modo desarrollador simplemente haciendo </a:t>
            </a:r>
            <a:r>
              <a:rPr lang="es-ES" dirty="0" err="1">
                <a:latin typeface="Arial Nova Cond" panose="020B0604020202020204" pitchFamily="34" charset="0"/>
              </a:rPr>
              <a:t>click</a:t>
            </a:r>
            <a:r>
              <a:rPr lang="es-ES" dirty="0">
                <a:latin typeface="Arial Nova Cond" panose="020B0604020202020204" pitchFamily="34" charset="0"/>
              </a:rPr>
              <a:t> en ella.</a:t>
            </a:r>
          </a:p>
        </p:txBody>
      </p:sp>
      <p:sp>
        <p:nvSpPr>
          <p:cNvPr id="5" name="5 Rectángulo">
            <a:extLst>
              <a:ext uri="{FF2B5EF4-FFF2-40B4-BE49-F238E27FC236}">
                <a16:creationId xmlns:a16="http://schemas.microsoft.com/office/drawing/2014/main" id="{B94D1F4E-F517-17C5-7A0D-963C492EBD6F}"/>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6 Rectángulo">
            <a:extLst>
              <a:ext uri="{FF2B5EF4-FFF2-40B4-BE49-F238E27FC236}">
                <a16:creationId xmlns:a16="http://schemas.microsoft.com/office/drawing/2014/main" id="{77604BDE-CA71-8EBB-7E30-A326BD184073}"/>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10 CuadroTexto">
            <a:extLst>
              <a:ext uri="{FF2B5EF4-FFF2-40B4-BE49-F238E27FC236}">
                <a16:creationId xmlns:a16="http://schemas.microsoft.com/office/drawing/2014/main" id="{FAED5CB6-FB3B-489B-0B18-C0C5AE898FF0}"/>
              </a:ext>
              <a:ext uri="{C183D7F6-B498-43B3-948B-1728B52AA6E4}">
                <adec:decorative xmlns:adec="http://schemas.microsoft.com/office/drawing/2017/decorative" val="1"/>
              </a:ext>
            </a:extLst>
          </p:cNvPr>
          <p:cNvSpPr txBox="1"/>
          <p:nvPr/>
        </p:nvSpPr>
        <p:spPr>
          <a:xfrm>
            <a:off x="1043608" y="7820"/>
            <a:ext cx="3867854"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MODO DESARROLLADOR</a:t>
            </a:r>
          </a:p>
        </p:txBody>
      </p:sp>
      <p:sp>
        <p:nvSpPr>
          <p:cNvPr id="8" name="6 CuadroTexto">
            <a:extLst>
              <a:ext uri="{FF2B5EF4-FFF2-40B4-BE49-F238E27FC236}">
                <a16:creationId xmlns:a16="http://schemas.microsoft.com/office/drawing/2014/main" id="{EA6DF8E0-F664-C36B-30A4-A0AA6292859F}"/>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9" name="10 CuadroTexto">
            <a:extLst>
              <a:ext uri="{FF2B5EF4-FFF2-40B4-BE49-F238E27FC236}">
                <a16:creationId xmlns:a16="http://schemas.microsoft.com/office/drawing/2014/main" id="{68E61E8F-391F-A7FF-498C-ABA90560C215}"/>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2" name="8 Rectángulo">
            <a:extLst>
              <a:ext uri="{FF2B5EF4-FFF2-40B4-BE49-F238E27FC236}">
                <a16:creationId xmlns:a16="http://schemas.microsoft.com/office/drawing/2014/main" id="{C7D3594A-D0E1-F45B-E75C-EB6469D1C7C8}"/>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21 CuadroTexto">
            <a:extLst>
              <a:ext uri="{FF2B5EF4-FFF2-40B4-BE49-F238E27FC236}">
                <a16:creationId xmlns:a16="http://schemas.microsoft.com/office/drawing/2014/main" id="{4AB2C7FC-931D-1C69-6522-D5D42F952CF3}"/>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PRIMER MÓDULO EN ODOO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MODO DESARROLLADOR</a:t>
            </a:r>
          </a:p>
        </p:txBody>
      </p:sp>
    </p:spTree>
    <p:extLst>
      <p:ext uri="{BB962C8B-B14F-4D97-AF65-F5344CB8AC3E}">
        <p14:creationId xmlns:p14="http://schemas.microsoft.com/office/powerpoint/2010/main" val="773569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DD77D90C-DFB9-CE6B-3092-83714B9D9DC1}"/>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954906" y="2564904"/>
            <a:ext cx="3577534" cy="3440545"/>
          </a:xfrm>
          <a:prstGeom prst="rect">
            <a:avLst/>
          </a:prstGeom>
        </p:spPr>
      </p:pic>
      <p:sp>
        <p:nvSpPr>
          <p:cNvPr id="4" name="3 CuadroTexto">
            <a:extLst>
              <a:ext uri="{FF2B5EF4-FFF2-40B4-BE49-F238E27FC236}">
                <a16:creationId xmlns:a16="http://schemas.microsoft.com/office/drawing/2014/main" id="{1D1A5B78-6E06-E3FE-DD04-12A1D95924E4}"/>
              </a:ext>
            </a:extLst>
          </p:cNvPr>
          <p:cNvSpPr txBox="1"/>
          <p:nvPr/>
        </p:nvSpPr>
        <p:spPr>
          <a:xfrm>
            <a:off x="611559" y="908720"/>
            <a:ext cx="7920881" cy="1328697"/>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El modo desarrollador habilita varios cambios en nuestra interfaz, como puede ser el </a:t>
            </a:r>
            <a:r>
              <a:rPr lang="es-ES" b="1" dirty="0">
                <a:latin typeface="Arial Nova Cond" panose="020B0604020202020204" pitchFamily="34" charset="0"/>
              </a:rPr>
              <a:t>menú depuración </a:t>
            </a:r>
            <a:r>
              <a:rPr lang="es-ES" dirty="0">
                <a:latin typeface="Arial Nova Cond" panose="020B0604020202020204" pitchFamily="34" charset="0"/>
              </a:rPr>
              <a:t>en la parte superior derecha de la pantalla o el </a:t>
            </a:r>
            <a:r>
              <a:rPr lang="es-ES" b="1" dirty="0">
                <a:latin typeface="Arial Nova Cond" panose="020B0604020202020204" pitchFamily="34" charset="0"/>
              </a:rPr>
              <a:t>menú técnico </a:t>
            </a:r>
            <a:r>
              <a:rPr lang="es-ES" dirty="0">
                <a:latin typeface="Arial Nova Cond" panose="020B0604020202020204" pitchFamily="34" charset="0"/>
              </a:rPr>
              <a:t>que aparecerá dentro de </a:t>
            </a:r>
            <a:r>
              <a:rPr lang="es-ES" i="1" dirty="0">
                <a:latin typeface="Arial Nova Cond" panose="020B0604020202020204" pitchFamily="34" charset="0"/>
              </a:rPr>
              <a:t>Ajustes</a:t>
            </a:r>
            <a:r>
              <a:rPr lang="es-ES" dirty="0">
                <a:latin typeface="Arial Nova Cond" panose="020B0604020202020204" pitchFamily="34" charset="0"/>
              </a:rPr>
              <a:t> y que contiene ajustes avanzados sobre la base de datos</a:t>
            </a:r>
            <a:endParaRPr lang="es-ES" i="1" dirty="0">
              <a:latin typeface="Arial Nova Cond" panose="020B0604020202020204" pitchFamily="34" charset="0"/>
            </a:endParaRPr>
          </a:p>
        </p:txBody>
      </p:sp>
      <p:sp>
        <p:nvSpPr>
          <p:cNvPr id="5" name="5 Rectángulo">
            <a:extLst>
              <a:ext uri="{FF2B5EF4-FFF2-40B4-BE49-F238E27FC236}">
                <a16:creationId xmlns:a16="http://schemas.microsoft.com/office/drawing/2014/main" id="{634D8DF2-1CA8-4F9A-35A2-7DD19F5A8620}"/>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6 Rectángulo">
            <a:extLst>
              <a:ext uri="{FF2B5EF4-FFF2-40B4-BE49-F238E27FC236}">
                <a16:creationId xmlns:a16="http://schemas.microsoft.com/office/drawing/2014/main" id="{F5D5B6B8-8773-0898-9825-B55F6346D22A}"/>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10 CuadroTexto">
            <a:extLst>
              <a:ext uri="{FF2B5EF4-FFF2-40B4-BE49-F238E27FC236}">
                <a16:creationId xmlns:a16="http://schemas.microsoft.com/office/drawing/2014/main" id="{0DCFDD71-D3C7-2672-9D35-92001238C055}"/>
              </a:ext>
              <a:ext uri="{C183D7F6-B498-43B3-948B-1728B52AA6E4}">
                <adec:decorative xmlns:adec="http://schemas.microsoft.com/office/drawing/2017/decorative" val="1"/>
              </a:ext>
            </a:extLst>
          </p:cNvPr>
          <p:cNvSpPr txBox="1"/>
          <p:nvPr/>
        </p:nvSpPr>
        <p:spPr>
          <a:xfrm>
            <a:off x="1043608" y="7820"/>
            <a:ext cx="3867854"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MODO DESARROLLADOR</a:t>
            </a:r>
          </a:p>
        </p:txBody>
      </p:sp>
      <p:sp>
        <p:nvSpPr>
          <p:cNvPr id="8" name="6 CuadroTexto">
            <a:extLst>
              <a:ext uri="{FF2B5EF4-FFF2-40B4-BE49-F238E27FC236}">
                <a16:creationId xmlns:a16="http://schemas.microsoft.com/office/drawing/2014/main" id="{14D74C8B-C5C6-E322-E8E6-469CF0A7A5AC}"/>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9" name="10 CuadroTexto">
            <a:extLst>
              <a:ext uri="{FF2B5EF4-FFF2-40B4-BE49-F238E27FC236}">
                <a16:creationId xmlns:a16="http://schemas.microsoft.com/office/drawing/2014/main" id="{4DF31D2B-5A65-CFA0-6D8F-154235DAB6E2}"/>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pic>
        <p:nvPicPr>
          <p:cNvPr id="13" name="Imagen 12">
            <a:extLst>
              <a:ext uri="{FF2B5EF4-FFF2-40B4-BE49-F238E27FC236}">
                <a16:creationId xmlns:a16="http://schemas.microsoft.com/office/drawing/2014/main" id="{F382A8E8-27B3-E51C-E5CE-72770293C97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45758" y="2508735"/>
            <a:ext cx="2907011" cy="3440545"/>
          </a:xfrm>
          <a:prstGeom prst="rect">
            <a:avLst/>
          </a:prstGeom>
        </p:spPr>
      </p:pic>
      <p:sp>
        <p:nvSpPr>
          <p:cNvPr id="2" name="8 Rectángulo">
            <a:extLst>
              <a:ext uri="{FF2B5EF4-FFF2-40B4-BE49-F238E27FC236}">
                <a16:creationId xmlns:a16="http://schemas.microsoft.com/office/drawing/2014/main" id="{FD5F5429-7C2F-CD53-1F04-D677BC5B6860}"/>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21 CuadroTexto">
            <a:extLst>
              <a:ext uri="{FF2B5EF4-FFF2-40B4-BE49-F238E27FC236}">
                <a16:creationId xmlns:a16="http://schemas.microsoft.com/office/drawing/2014/main" id="{90B5A611-A76F-4B44-E8D5-2AD3E9046F3C}"/>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PRIMER MÓDULO EN ODOO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MODO DESARROLLADOR</a:t>
            </a:r>
          </a:p>
        </p:txBody>
      </p:sp>
    </p:spTree>
    <p:extLst>
      <p:ext uri="{BB962C8B-B14F-4D97-AF65-F5344CB8AC3E}">
        <p14:creationId xmlns:p14="http://schemas.microsoft.com/office/powerpoint/2010/main" val="38868689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3 CuadroTexto">
            <a:extLst>
              <a:ext uri="{FF2B5EF4-FFF2-40B4-BE49-F238E27FC236}">
                <a16:creationId xmlns:a16="http://schemas.microsoft.com/office/drawing/2014/main" id="{EE2E8E00-925A-DA63-C8E6-576315A3A728}"/>
              </a:ext>
            </a:extLst>
          </p:cNvPr>
          <p:cNvSpPr txBox="1"/>
          <p:nvPr/>
        </p:nvSpPr>
        <p:spPr>
          <a:xfrm>
            <a:off x="611559" y="908720"/>
            <a:ext cx="7920881" cy="1875322"/>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Vamos a crear primero un módulo de prueba, por lo que ya vamos a Visual Studio </a:t>
            </a:r>
            <a:r>
              <a:rPr lang="es-ES" dirty="0" err="1">
                <a:latin typeface="Arial Nova Cond" panose="020B0604020202020204" pitchFamily="34" charset="0"/>
              </a:rPr>
              <a:t>Code</a:t>
            </a:r>
            <a:r>
              <a:rPr lang="es-ES" dirty="0">
                <a:latin typeface="Arial Nova Cond" panose="020B0604020202020204" pitchFamily="34" charset="0"/>
              </a:rPr>
              <a:t>.</a:t>
            </a:r>
          </a:p>
          <a:p>
            <a:pPr algn="just">
              <a:lnSpc>
                <a:spcPct val="114000"/>
              </a:lnSpc>
              <a:spcBef>
                <a:spcPts val="600"/>
              </a:spcBef>
              <a:spcAft>
                <a:spcPts val="1200"/>
              </a:spcAft>
            </a:pPr>
            <a:r>
              <a:rPr lang="es-ES" dirty="0">
                <a:latin typeface="Arial Nova Cond" panose="020B0604020202020204" pitchFamily="34" charset="0"/>
              </a:rPr>
              <a:t>Por comodidad, abrimos una carpeta de proyecto. En mi caso he abierto el directorio </a:t>
            </a:r>
            <a:r>
              <a:rPr lang="es-ES" dirty="0" err="1">
                <a:latin typeface="Arial Nova Cond" panose="020B0604020202020204" pitchFamily="34" charset="0"/>
              </a:rPr>
              <a:t>OdooDesarrollo</a:t>
            </a:r>
            <a:r>
              <a:rPr lang="es-ES" dirty="0">
                <a:latin typeface="Arial Nova Cond" panose="020B0604020202020204" pitchFamily="34" charset="0"/>
              </a:rPr>
              <a:t>, desde donde accedo a todas las unidades que hemos mapeado desde el contenedor, incluida </a:t>
            </a:r>
            <a:r>
              <a:rPr lang="es-ES" b="1" dirty="0" err="1">
                <a:latin typeface="Arial Nova Cond" panose="020B0604020202020204" pitchFamily="34" charset="0"/>
              </a:rPr>
              <a:t>addons</a:t>
            </a:r>
            <a:r>
              <a:rPr lang="es-ES" dirty="0">
                <a:latin typeface="Arial Nova Cond" panose="020B0604020202020204" pitchFamily="34" charset="0"/>
              </a:rPr>
              <a:t>, que es la que nos interesa.</a:t>
            </a:r>
          </a:p>
        </p:txBody>
      </p:sp>
      <p:sp>
        <p:nvSpPr>
          <p:cNvPr id="5" name="5 Rectángulo">
            <a:extLst>
              <a:ext uri="{FF2B5EF4-FFF2-40B4-BE49-F238E27FC236}">
                <a16:creationId xmlns:a16="http://schemas.microsoft.com/office/drawing/2014/main" id="{E2782B12-FBB0-485A-AF0D-4CBA479B7AED}"/>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6 Rectángulo">
            <a:extLst>
              <a:ext uri="{FF2B5EF4-FFF2-40B4-BE49-F238E27FC236}">
                <a16:creationId xmlns:a16="http://schemas.microsoft.com/office/drawing/2014/main" id="{2D2CCA9A-41FF-887C-1BD2-A42F180F4130}"/>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10 CuadroTexto">
            <a:extLst>
              <a:ext uri="{FF2B5EF4-FFF2-40B4-BE49-F238E27FC236}">
                <a16:creationId xmlns:a16="http://schemas.microsoft.com/office/drawing/2014/main" id="{1D7DF922-7CCA-CA61-17D3-AA847576D96E}"/>
              </a:ext>
              <a:ext uri="{C183D7F6-B498-43B3-948B-1728B52AA6E4}">
                <adec:decorative xmlns:adec="http://schemas.microsoft.com/office/drawing/2017/decorative" val="1"/>
              </a:ext>
            </a:extLst>
          </p:cNvPr>
          <p:cNvSpPr txBox="1"/>
          <p:nvPr/>
        </p:nvSpPr>
        <p:spPr>
          <a:xfrm>
            <a:off x="1043608" y="7820"/>
            <a:ext cx="2777299"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PRIMER MÓDULO</a:t>
            </a:r>
          </a:p>
        </p:txBody>
      </p:sp>
      <p:sp>
        <p:nvSpPr>
          <p:cNvPr id="8" name="6 CuadroTexto">
            <a:extLst>
              <a:ext uri="{FF2B5EF4-FFF2-40B4-BE49-F238E27FC236}">
                <a16:creationId xmlns:a16="http://schemas.microsoft.com/office/drawing/2014/main" id="{5FA042B9-3A43-D0EC-BCDA-931ABEBE42AC}"/>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9" name="10 CuadroTexto">
            <a:extLst>
              <a:ext uri="{FF2B5EF4-FFF2-40B4-BE49-F238E27FC236}">
                <a16:creationId xmlns:a16="http://schemas.microsoft.com/office/drawing/2014/main" id="{86D83D44-A562-9B6A-45E9-8F3D366C938B}"/>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pic>
        <p:nvPicPr>
          <p:cNvPr id="13" name="Imagen 12">
            <a:extLst>
              <a:ext uri="{FF2B5EF4-FFF2-40B4-BE49-F238E27FC236}">
                <a16:creationId xmlns:a16="http://schemas.microsoft.com/office/drawing/2014/main" id="{DDC92A69-4EC4-C946-BFBE-B87B6A0EE088}"/>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238532" y="3140968"/>
            <a:ext cx="3305636" cy="2267266"/>
          </a:xfrm>
          <a:prstGeom prst="rect">
            <a:avLst/>
          </a:prstGeom>
        </p:spPr>
      </p:pic>
      <p:pic>
        <p:nvPicPr>
          <p:cNvPr id="15" name="Imagen 14">
            <a:extLst>
              <a:ext uri="{FF2B5EF4-FFF2-40B4-BE49-F238E27FC236}">
                <a16:creationId xmlns:a16="http://schemas.microsoft.com/office/drawing/2014/main" id="{D7A4B9C1-511D-FD74-B808-B1D0AF128A8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545629" y="3068960"/>
            <a:ext cx="2333951" cy="3057952"/>
          </a:xfrm>
          <a:prstGeom prst="rect">
            <a:avLst/>
          </a:prstGeom>
        </p:spPr>
      </p:pic>
      <p:sp>
        <p:nvSpPr>
          <p:cNvPr id="2" name="8 Rectángulo">
            <a:extLst>
              <a:ext uri="{FF2B5EF4-FFF2-40B4-BE49-F238E27FC236}">
                <a16:creationId xmlns:a16="http://schemas.microsoft.com/office/drawing/2014/main" id="{40ACCD7E-9E97-971B-5F64-EB63B16FE90E}"/>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21 CuadroTexto">
            <a:extLst>
              <a:ext uri="{FF2B5EF4-FFF2-40B4-BE49-F238E27FC236}">
                <a16:creationId xmlns:a16="http://schemas.microsoft.com/office/drawing/2014/main" id="{DDDFC718-411A-0B75-75A8-C86D3B355765}"/>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PRIMER MÓDULO EN ODOO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MÓDULO VACÍO</a:t>
            </a:r>
          </a:p>
        </p:txBody>
      </p:sp>
    </p:spTree>
    <p:extLst>
      <p:ext uri="{BB962C8B-B14F-4D97-AF65-F5344CB8AC3E}">
        <p14:creationId xmlns:p14="http://schemas.microsoft.com/office/powerpoint/2010/main" val="3824654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546A898A-8ADB-3213-B4CB-BCAA5A7997A9}"/>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700098" y="919975"/>
            <a:ext cx="4934639" cy="1981477"/>
          </a:xfrm>
          <a:prstGeom prst="rect">
            <a:avLst/>
          </a:prstGeom>
        </p:spPr>
      </p:pic>
      <p:pic>
        <p:nvPicPr>
          <p:cNvPr id="9" name="Imagen 8">
            <a:extLst>
              <a:ext uri="{FF2B5EF4-FFF2-40B4-BE49-F238E27FC236}">
                <a16:creationId xmlns:a16="http://schemas.microsoft.com/office/drawing/2014/main" id="{22C8F737-AC10-76D5-F4BE-9CC10256431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11559" y="3618649"/>
            <a:ext cx="2514951" cy="2400635"/>
          </a:xfrm>
          <a:prstGeom prst="rect">
            <a:avLst/>
          </a:prstGeom>
        </p:spPr>
      </p:pic>
      <p:sp>
        <p:nvSpPr>
          <p:cNvPr id="10" name="3 CuadroTexto">
            <a:extLst>
              <a:ext uri="{FF2B5EF4-FFF2-40B4-BE49-F238E27FC236}">
                <a16:creationId xmlns:a16="http://schemas.microsoft.com/office/drawing/2014/main" id="{87D72F79-5BDC-7080-9889-8889C0F32A75}"/>
              </a:ext>
            </a:extLst>
          </p:cNvPr>
          <p:cNvSpPr txBox="1"/>
          <p:nvPr/>
        </p:nvSpPr>
        <p:spPr>
          <a:xfrm>
            <a:off x="611559" y="908720"/>
            <a:ext cx="2808313" cy="1328697"/>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Creamos el directorio que contendrá el </a:t>
            </a:r>
            <a:r>
              <a:rPr lang="es-ES" i="1" dirty="0" err="1">
                <a:latin typeface="Arial Nova Cond" panose="020B0604020202020204" pitchFamily="34" charset="0"/>
              </a:rPr>
              <a:t>addon</a:t>
            </a:r>
            <a:r>
              <a:rPr lang="es-ES" dirty="0">
                <a:latin typeface="Arial Nova Cond" panose="020B0604020202020204" pitchFamily="34" charset="0"/>
              </a:rPr>
              <a:t>, por ejemplo, la llamamos </a:t>
            </a:r>
            <a:r>
              <a:rPr lang="es-ES" b="1" dirty="0" err="1">
                <a:latin typeface="Arial Nova Cond" panose="020B0604020202020204" pitchFamily="34" charset="0"/>
              </a:rPr>
              <a:t>HolaMundo</a:t>
            </a:r>
            <a:r>
              <a:rPr lang="es-ES" dirty="0">
                <a:latin typeface="Arial Nova Cond" panose="020B0604020202020204" pitchFamily="34" charset="0"/>
              </a:rPr>
              <a:t> </a:t>
            </a:r>
          </a:p>
        </p:txBody>
      </p:sp>
      <p:sp>
        <p:nvSpPr>
          <p:cNvPr id="11" name="5 Rectángulo">
            <a:extLst>
              <a:ext uri="{FF2B5EF4-FFF2-40B4-BE49-F238E27FC236}">
                <a16:creationId xmlns:a16="http://schemas.microsoft.com/office/drawing/2014/main" id="{70CC8020-31EB-BA68-87B6-1C259E709B76}"/>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6 Rectángulo">
            <a:extLst>
              <a:ext uri="{FF2B5EF4-FFF2-40B4-BE49-F238E27FC236}">
                <a16:creationId xmlns:a16="http://schemas.microsoft.com/office/drawing/2014/main" id="{EB7DA3B0-725E-58C2-98A1-5D324C87B1AD}"/>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10 CuadroTexto">
            <a:extLst>
              <a:ext uri="{FF2B5EF4-FFF2-40B4-BE49-F238E27FC236}">
                <a16:creationId xmlns:a16="http://schemas.microsoft.com/office/drawing/2014/main" id="{63A531C7-0CC3-92CD-7B7F-2FAD2327392B}"/>
              </a:ext>
              <a:ext uri="{C183D7F6-B498-43B3-948B-1728B52AA6E4}">
                <adec:decorative xmlns:adec="http://schemas.microsoft.com/office/drawing/2017/decorative" val="1"/>
              </a:ext>
            </a:extLst>
          </p:cNvPr>
          <p:cNvSpPr txBox="1"/>
          <p:nvPr/>
        </p:nvSpPr>
        <p:spPr>
          <a:xfrm>
            <a:off x="1043608" y="7820"/>
            <a:ext cx="2777299"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PRIMER MÓDULO</a:t>
            </a:r>
          </a:p>
        </p:txBody>
      </p:sp>
      <p:sp>
        <p:nvSpPr>
          <p:cNvPr id="14" name="6 CuadroTexto">
            <a:extLst>
              <a:ext uri="{FF2B5EF4-FFF2-40B4-BE49-F238E27FC236}">
                <a16:creationId xmlns:a16="http://schemas.microsoft.com/office/drawing/2014/main" id="{4EAAE160-3D55-B682-D12F-DDD7255EFFE4}"/>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5" name="10 CuadroTexto">
            <a:extLst>
              <a:ext uri="{FF2B5EF4-FFF2-40B4-BE49-F238E27FC236}">
                <a16:creationId xmlns:a16="http://schemas.microsoft.com/office/drawing/2014/main" id="{B3FB53BF-9143-DC23-BD18-40E6EDCEEC40}"/>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8" name="3 CuadroTexto">
            <a:extLst>
              <a:ext uri="{FF2B5EF4-FFF2-40B4-BE49-F238E27FC236}">
                <a16:creationId xmlns:a16="http://schemas.microsoft.com/office/drawing/2014/main" id="{5BB4CDD5-ECE9-8C7C-AA08-D7D26E0EBD25}"/>
              </a:ext>
            </a:extLst>
          </p:cNvPr>
          <p:cNvSpPr txBox="1"/>
          <p:nvPr/>
        </p:nvSpPr>
        <p:spPr>
          <a:xfrm>
            <a:off x="3359104" y="3609640"/>
            <a:ext cx="5275633" cy="1243738"/>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Y dentro del directorio los ficheros </a:t>
            </a:r>
            <a:r>
              <a:rPr lang="es-ES" dirty="0">
                <a:latin typeface="Cascadia Mono Light" panose="020B0609020000020004" pitchFamily="49" charset="0"/>
                <a:cs typeface="Cascadia Mono Light" panose="020B0609020000020004" pitchFamily="49" charset="0"/>
              </a:rPr>
              <a:t>__init__.py </a:t>
            </a:r>
            <a:r>
              <a:rPr lang="es-ES" dirty="0">
                <a:latin typeface="Arial Nova Cond" panose="020B0604020202020204" pitchFamily="34" charset="0"/>
              </a:rPr>
              <a:t>y </a:t>
            </a:r>
            <a:r>
              <a:rPr lang="es-ES" dirty="0">
                <a:latin typeface="Cascadia Mono Light" panose="020B0609020000020004" pitchFamily="49" charset="0"/>
                <a:cs typeface="Cascadia Mono Light" panose="020B0609020000020004" pitchFamily="49" charset="0"/>
              </a:rPr>
              <a:t>__manifest__.py</a:t>
            </a:r>
            <a:r>
              <a:rPr lang="es-ES" dirty="0">
                <a:latin typeface="Arial Nova Cond" panose="020B0604020202020204" pitchFamily="34" charset="0"/>
              </a:rPr>
              <a:t>.</a:t>
            </a:r>
          </a:p>
          <a:p>
            <a:pPr algn="just">
              <a:lnSpc>
                <a:spcPct val="114000"/>
              </a:lnSpc>
              <a:spcBef>
                <a:spcPts val="600"/>
              </a:spcBef>
              <a:spcAft>
                <a:spcPts val="1200"/>
              </a:spcAft>
            </a:pPr>
            <a:r>
              <a:rPr lang="es-ES" dirty="0">
                <a:latin typeface="Arial Nova Cond" panose="020B0604020202020204" pitchFamily="34" charset="0"/>
              </a:rPr>
              <a:t>Observa que los guiones bajos son dobles.</a:t>
            </a:r>
          </a:p>
        </p:txBody>
      </p:sp>
      <p:sp>
        <p:nvSpPr>
          <p:cNvPr id="2" name="8 Rectángulo">
            <a:extLst>
              <a:ext uri="{FF2B5EF4-FFF2-40B4-BE49-F238E27FC236}">
                <a16:creationId xmlns:a16="http://schemas.microsoft.com/office/drawing/2014/main" id="{E4CF9F68-1DF1-9589-8DEF-B7F312C8AAD4}"/>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21 CuadroTexto">
            <a:extLst>
              <a:ext uri="{FF2B5EF4-FFF2-40B4-BE49-F238E27FC236}">
                <a16:creationId xmlns:a16="http://schemas.microsoft.com/office/drawing/2014/main" id="{D8EDB7B3-00D6-341B-A219-512E87A52532}"/>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PRIMER MÓDULO EN ODOO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MÓDULO VACÍO</a:t>
            </a:r>
          </a:p>
        </p:txBody>
      </p:sp>
    </p:spTree>
    <p:extLst>
      <p:ext uri="{BB962C8B-B14F-4D97-AF65-F5344CB8AC3E}">
        <p14:creationId xmlns:p14="http://schemas.microsoft.com/office/powerpoint/2010/main" val="39368786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CAD7F616-D833-0EE1-B1E6-1E314C50692F}"/>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763688" y="2315422"/>
            <a:ext cx="5616624" cy="1922808"/>
          </a:xfrm>
          <a:prstGeom prst="rect">
            <a:avLst/>
          </a:prstGeom>
        </p:spPr>
      </p:pic>
      <p:sp>
        <p:nvSpPr>
          <p:cNvPr id="8" name="3 CuadroTexto">
            <a:extLst>
              <a:ext uri="{FF2B5EF4-FFF2-40B4-BE49-F238E27FC236}">
                <a16:creationId xmlns:a16="http://schemas.microsoft.com/office/drawing/2014/main" id="{F3646404-C1A1-7282-05CB-3DC50238C43C}"/>
              </a:ext>
            </a:extLst>
          </p:cNvPr>
          <p:cNvSpPr txBox="1"/>
          <p:nvPr/>
        </p:nvSpPr>
        <p:spPr>
          <a:xfrm>
            <a:off x="611559" y="908720"/>
            <a:ext cx="7920881" cy="927946"/>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Por ahora podemos dejar en blanco el fichero </a:t>
            </a:r>
            <a:r>
              <a:rPr lang="es-ES" dirty="0">
                <a:latin typeface="Cascadia Mono Light" panose="020B0609020000020004" pitchFamily="49" charset="0"/>
                <a:cs typeface="Cascadia Mono Light" panose="020B0609020000020004" pitchFamily="49" charset="0"/>
              </a:rPr>
              <a:t>__init__.py</a:t>
            </a:r>
            <a:r>
              <a:rPr lang="es-ES" dirty="0">
                <a:latin typeface="Arial Nova Cond" panose="020B0604020202020204" pitchFamily="34" charset="0"/>
              </a:rPr>
              <a:t>. </a:t>
            </a:r>
          </a:p>
          <a:p>
            <a:pPr algn="just">
              <a:lnSpc>
                <a:spcPct val="114000"/>
              </a:lnSpc>
              <a:spcBef>
                <a:spcPts val="600"/>
              </a:spcBef>
              <a:spcAft>
                <a:spcPts val="1200"/>
              </a:spcAft>
            </a:pPr>
            <a:r>
              <a:rPr lang="es-ES" dirty="0">
                <a:latin typeface="Arial Nova Cond" panose="020B0604020202020204" pitchFamily="34" charset="0"/>
              </a:rPr>
              <a:t>En el otro fichero copiamos el siguiente código:</a:t>
            </a:r>
          </a:p>
        </p:txBody>
      </p:sp>
      <p:sp>
        <p:nvSpPr>
          <p:cNvPr id="9" name="5 Rectángulo">
            <a:extLst>
              <a:ext uri="{FF2B5EF4-FFF2-40B4-BE49-F238E27FC236}">
                <a16:creationId xmlns:a16="http://schemas.microsoft.com/office/drawing/2014/main" id="{AD786781-D557-ACAB-0007-44218C91E191}"/>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6 Rectángulo">
            <a:extLst>
              <a:ext uri="{FF2B5EF4-FFF2-40B4-BE49-F238E27FC236}">
                <a16:creationId xmlns:a16="http://schemas.microsoft.com/office/drawing/2014/main" id="{8DC0B88A-2056-C734-EB15-A184038C4FDF}"/>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0 CuadroTexto">
            <a:extLst>
              <a:ext uri="{FF2B5EF4-FFF2-40B4-BE49-F238E27FC236}">
                <a16:creationId xmlns:a16="http://schemas.microsoft.com/office/drawing/2014/main" id="{BCAA72D7-542F-25D3-A840-E4EA1672E41E}"/>
              </a:ext>
              <a:ext uri="{C183D7F6-B498-43B3-948B-1728B52AA6E4}">
                <adec:decorative xmlns:adec="http://schemas.microsoft.com/office/drawing/2017/decorative" val="1"/>
              </a:ext>
            </a:extLst>
          </p:cNvPr>
          <p:cNvSpPr txBox="1"/>
          <p:nvPr/>
        </p:nvSpPr>
        <p:spPr>
          <a:xfrm>
            <a:off x="1043608" y="7820"/>
            <a:ext cx="2777299"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PRIMER MÓDULO</a:t>
            </a:r>
          </a:p>
        </p:txBody>
      </p:sp>
      <p:sp>
        <p:nvSpPr>
          <p:cNvPr id="12" name="6 CuadroTexto">
            <a:extLst>
              <a:ext uri="{FF2B5EF4-FFF2-40B4-BE49-F238E27FC236}">
                <a16:creationId xmlns:a16="http://schemas.microsoft.com/office/drawing/2014/main" id="{802F6C99-5CFE-14B8-1100-A90B0854EDFC}"/>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3" name="10 CuadroTexto">
            <a:extLst>
              <a:ext uri="{FF2B5EF4-FFF2-40B4-BE49-F238E27FC236}">
                <a16:creationId xmlns:a16="http://schemas.microsoft.com/office/drawing/2014/main" id="{88CA05BB-1535-8069-6675-29824FDC6BAC}"/>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2" name="8 Rectángulo">
            <a:extLst>
              <a:ext uri="{FF2B5EF4-FFF2-40B4-BE49-F238E27FC236}">
                <a16:creationId xmlns:a16="http://schemas.microsoft.com/office/drawing/2014/main" id="{88FAEA2E-592C-D3FB-B08A-280DCA10359E}"/>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21 CuadroTexto">
            <a:extLst>
              <a:ext uri="{FF2B5EF4-FFF2-40B4-BE49-F238E27FC236}">
                <a16:creationId xmlns:a16="http://schemas.microsoft.com/office/drawing/2014/main" id="{14B887BC-497B-EF76-F882-606AE6AE3BD5}"/>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PRIMER MÓDULO EN ODOO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MÓDULO VACÍO</a:t>
            </a:r>
          </a:p>
        </p:txBody>
      </p:sp>
    </p:spTree>
    <p:extLst>
      <p:ext uri="{BB962C8B-B14F-4D97-AF65-F5344CB8AC3E}">
        <p14:creationId xmlns:p14="http://schemas.microsoft.com/office/powerpoint/2010/main" val="42785575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8CCA826-A9CA-C135-E63B-10E0D6DD3107}"/>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7766" y="2845929"/>
            <a:ext cx="7802666" cy="2455279"/>
          </a:xfrm>
          <a:prstGeom prst="rect">
            <a:avLst/>
          </a:prstGeom>
        </p:spPr>
      </p:pic>
      <p:sp>
        <p:nvSpPr>
          <p:cNvPr id="6" name="3 CuadroTexto">
            <a:extLst>
              <a:ext uri="{FF2B5EF4-FFF2-40B4-BE49-F238E27FC236}">
                <a16:creationId xmlns:a16="http://schemas.microsoft.com/office/drawing/2014/main" id="{CB903975-2782-C362-2DA3-9F3408C418BA}"/>
              </a:ext>
            </a:extLst>
          </p:cNvPr>
          <p:cNvSpPr txBox="1"/>
          <p:nvPr/>
        </p:nvSpPr>
        <p:spPr>
          <a:xfrm>
            <a:off x="611559" y="908720"/>
            <a:ext cx="7920881" cy="1559529"/>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Ahora ya podemos ir al navegador a localhost:8069 y hacer </a:t>
            </a:r>
            <a:r>
              <a:rPr lang="es-ES" dirty="0" err="1">
                <a:latin typeface="Arial Nova Cond" panose="020B0604020202020204" pitchFamily="34" charset="0"/>
              </a:rPr>
              <a:t>click</a:t>
            </a:r>
            <a:r>
              <a:rPr lang="es-ES" dirty="0">
                <a:latin typeface="Arial Nova Cond" panose="020B0604020202020204" pitchFamily="34" charset="0"/>
              </a:rPr>
              <a:t> en </a:t>
            </a:r>
            <a:r>
              <a:rPr lang="es-ES" b="1" dirty="0">
                <a:latin typeface="Arial Nova Cond" panose="020B0604020202020204" pitchFamily="34" charset="0"/>
              </a:rPr>
              <a:t>Actualizar la lista de aplicaciones</a:t>
            </a:r>
            <a:r>
              <a:rPr lang="es-ES" dirty="0">
                <a:latin typeface="Arial Nova Cond" panose="020B0604020202020204" pitchFamily="34" charset="0"/>
              </a:rPr>
              <a:t> para que lea el directorio de </a:t>
            </a:r>
            <a:r>
              <a:rPr lang="es-ES" dirty="0" err="1">
                <a:latin typeface="Arial Nova Cond" panose="020B0604020202020204" pitchFamily="34" charset="0"/>
              </a:rPr>
              <a:t>addons</a:t>
            </a:r>
            <a:r>
              <a:rPr lang="es-ES" dirty="0">
                <a:latin typeface="Arial Nova Cond" panose="020B0604020202020204" pitchFamily="34" charset="0"/>
              </a:rPr>
              <a:t>.</a:t>
            </a:r>
          </a:p>
          <a:p>
            <a:pPr>
              <a:lnSpc>
                <a:spcPct val="114000"/>
              </a:lnSpc>
              <a:spcBef>
                <a:spcPts val="600"/>
              </a:spcBef>
              <a:spcAft>
                <a:spcPts val="1200"/>
              </a:spcAft>
            </a:pPr>
            <a:r>
              <a:rPr lang="es-ES" dirty="0">
                <a:latin typeface="Arial Nova Cond" panose="020B0604020202020204" pitchFamily="34" charset="0"/>
              </a:rPr>
              <a:t>En el cuadro de búsqueda </a:t>
            </a:r>
            <a:r>
              <a:rPr lang="es-ES" b="1" dirty="0">
                <a:latin typeface="Arial Nova Cond" panose="020B0604020202020204" pitchFamily="34" charset="0"/>
              </a:rPr>
              <a:t>quitamos</a:t>
            </a:r>
            <a:r>
              <a:rPr lang="es-ES" dirty="0">
                <a:latin typeface="Arial Nova Cond" panose="020B0604020202020204" pitchFamily="34" charset="0"/>
              </a:rPr>
              <a:t> el filtro </a:t>
            </a:r>
            <a:r>
              <a:rPr lang="es-ES" i="1" dirty="0">
                <a:latin typeface="Arial Nova Cond" panose="020B0604020202020204" pitchFamily="34" charset="0"/>
              </a:rPr>
              <a:t>Aplicaciones</a:t>
            </a:r>
            <a:r>
              <a:rPr lang="es-ES" dirty="0">
                <a:latin typeface="Arial Nova Cond" panose="020B0604020202020204" pitchFamily="34" charset="0"/>
              </a:rPr>
              <a:t> y ponemos, por ejemplo, </a:t>
            </a:r>
            <a:r>
              <a:rPr lang="es-ES" i="1" dirty="0">
                <a:latin typeface="Arial Nova Cond" panose="020B0604020202020204" pitchFamily="34" charset="0"/>
              </a:rPr>
              <a:t>mundo </a:t>
            </a:r>
            <a:r>
              <a:rPr lang="es-ES" dirty="0">
                <a:latin typeface="Arial Nova Cond" panose="020B0604020202020204" pitchFamily="34" charset="0"/>
              </a:rPr>
              <a:t>(o cualquier palabra que tenga el nombre de nuestro módulo)</a:t>
            </a:r>
          </a:p>
        </p:txBody>
      </p:sp>
      <p:sp>
        <p:nvSpPr>
          <p:cNvPr id="7" name="5 Rectángulo">
            <a:extLst>
              <a:ext uri="{FF2B5EF4-FFF2-40B4-BE49-F238E27FC236}">
                <a16:creationId xmlns:a16="http://schemas.microsoft.com/office/drawing/2014/main" id="{53AE077F-71DE-4958-68EF-5F2B97B31EEE}"/>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6 Rectángulo">
            <a:extLst>
              <a:ext uri="{FF2B5EF4-FFF2-40B4-BE49-F238E27FC236}">
                <a16:creationId xmlns:a16="http://schemas.microsoft.com/office/drawing/2014/main" id="{62020F59-6189-85B2-DC25-29F0AB9832D9}"/>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10 CuadroTexto">
            <a:extLst>
              <a:ext uri="{FF2B5EF4-FFF2-40B4-BE49-F238E27FC236}">
                <a16:creationId xmlns:a16="http://schemas.microsoft.com/office/drawing/2014/main" id="{E275013D-BE88-0E3B-16E3-81D7698E3DE8}"/>
              </a:ext>
              <a:ext uri="{C183D7F6-B498-43B3-948B-1728B52AA6E4}">
                <adec:decorative xmlns:adec="http://schemas.microsoft.com/office/drawing/2017/decorative" val="1"/>
              </a:ext>
            </a:extLst>
          </p:cNvPr>
          <p:cNvSpPr txBox="1"/>
          <p:nvPr/>
        </p:nvSpPr>
        <p:spPr>
          <a:xfrm>
            <a:off x="1043608" y="7820"/>
            <a:ext cx="2777299"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PRIMER MÓDULO</a:t>
            </a:r>
          </a:p>
        </p:txBody>
      </p:sp>
      <p:sp>
        <p:nvSpPr>
          <p:cNvPr id="10" name="6 CuadroTexto">
            <a:extLst>
              <a:ext uri="{FF2B5EF4-FFF2-40B4-BE49-F238E27FC236}">
                <a16:creationId xmlns:a16="http://schemas.microsoft.com/office/drawing/2014/main" id="{98729263-A079-B9C0-E504-CFAAD72FAD17}"/>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1" name="10 CuadroTexto">
            <a:extLst>
              <a:ext uri="{FF2B5EF4-FFF2-40B4-BE49-F238E27FC236}">
                <a16:creationId xmlns:a16="http://schemas.microsoft.com/office/drawing/2014/main" id="{8D43751C-5719-7DBA-FE36-7D3953715014}"/>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2" name="8 Rectángulo">
            <a:extLst>
              <a:ext uri="{FF2B5EF4-FFF2-40B4-BE49-F238E27FC236}">
                <a16:creationId xmlns:a16="http://schemas.microsoft.com/office/drawing/2014/main" id="{2F23F1D0-3CE4-4E58-FE15-FD2DF11D3F89}"/>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21 CuadroTexto">
            <a:extLst>
              <a:ext uri="{FF2B5EF4-FFF2-40B4-BE49-F238E27FC236}">
                <a16:creationId xmlns:a16="http://schemas.microsoft.com/office/drawing/2014/main" id="{421AAB6C-E877-09F2-0844-1D23DE70B58D}"/>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PRIMER MÓDULO EN ODOO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MÓDULO VACÍO</a:t>
            </a:r>
          </a:p>
        </p:txBody>
      </p:sp>
    </p:spTree>
    <p:extLst>
      <p:ext uri="{BB962C8B-B14F-4D97-AF65-F5344CB8AC3E}">
        <p14:creationId xmlns:p14="http://schemas.microsoft.com/office/powerpoint/2010/main" val="38094763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F0143064-E1BD-6C19-A7F9-2DFAE96E04B6}"/>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38621" y="1611848"/>
            <a:ext cx="7893819" cy="2856472"/>
          </a:xfrm>
          <a:prstGeom prst="rect">
            <a:avLst/>
          </a:prstGeom>
        </p:spPr>
      </p:pic>
      <p:sp>
        <p:nvSpPr>
          <p:cNvPr id="4" name="3 CuadroTexto">
            <a:extLst>
              <a:ext uri="{FF2B5EF4-FFF2-40B4-BE49-F238E27FC236}">
                <a16:creationId xmlns:a16="http://schemas.microsoft.com/office/drawing/2014/main" id="{BE4CEE19-E603-FB4A-8FDD-F27218C67753}"/>
              </a:ext>
            </a:extLst>
          </p:cNvPr>
          <p:cNvSpPr txBox="1"/>
          <p:nvPr/>
        </p:nvSpPr>
        <p:spPr>
          <a:xfrm>
            <a:off x="611559" y="908720"/>
            <a:ext cx="7920881" cy="381323"/>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Si todo ha ido bien, ya tendríamos disponible el módulo que hemos creado.</a:t>
            </a:r>
          </a:p>
        </p:txBody>
      </p:sp>
      <p:sp>
        <p:nvSpPr>
          <p:cNvPr id="5" name="5 Rectángulo">
            <a:extLst>
              <a:ext uri="{FF2B5EF4-FFF2-40B4-BE49-F238E27FC236}">
                <a16:creationId xmlns:a16="http://schemas.microsoft.com/office/drawing/2014/main" id="{CF3D377C-FE0F-8D95-3B6B-E029F4514F9F}"/>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6 Rectángulo">
            <a:extLst>
              <a:ext uri="{FF2B5EF4-FFF2-40B4-BE49-F238E27FC236}">
                <a16:creationId xmlns:a16="http://schemas.microsoft.com/office/drawing/2014/main" id="{A32E1A9F-02D9-C2F7-4E7B-49CCC80BE61B}"/>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10 CuadroTexto">
            <a:extLst>
              <a:ext uri="{FF2B5EF4-FFF2-40B4-BE49-F238E27FC236}">
                <a16:creationId xmlns:a16="http://schemas.microsoft.com/office/drawing/2014/main" id="{72821074-B15E-60BE-93B6-C71F574AA19A}"/>
              </a:ext>
              <a:ext uri="{C183D7F6-B498-43B3-948B-1728B52AA6E4}">
                <adec:decorative xmlns:adec="http://schemas.microsoft.com/office/drawing/2017/decorative" val="1"/>
              </a:ext>
            </a:extLst>
          </p:cNvPr>
          <p:cNvSpPr txBox="1"/>
          <p:nvPr/>
        </p:nvSpPr>
        <p:spPr>
          <a:xfrm>
            <a:off x="1043608" y="7820"/>
            <a:ext cx="2777299"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PRIMER MÓDULO</a:t>
            </a:r>
          </a:p>
        </p:txBody>
      </p:sp>
      <p:sp>
        <p:nvSpPr>
          <p:cNvPr id="8" name="6 CuadroTexto">
            <a:extLst>
              <a:ext uri="{FF2B5EF4-FFF2-40B4-BE49-F238E27FC236}">
                <a16:creationId xmlns:a16="http://schemas.microsoft.com/office/drawing/2014/main" id="{CB851D3C-6A54-99A3-FD7C-A1C1A281D9F0}"/>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9" name="10 CuadroTexto">
            <a:extLst>
              <a:ext uri="{FF2B5EF4-FFF2-40B4-BE49-F238E27FC236}">
                <a16:creationId xmlns:a16="http://schemas.microsoft.com/office/drawing/2014/main" id="{5C0DC628-D6B0-9C0C-1330-8D967CE4F9FF}"/>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2" name="3 CuadroTexto">
            <a:extLst>
              <a:ext uri="{FF2B5EF4-FFF2-40B4-BE49-F238E27FC236}">
                <a16:creationId xmlns:a16="http://schemas.microsoft.com/office/drawing/2014/main" id="{3E83E0F0-A9DF-BA44-1A7C-CF7C2B23E62E}"/>
              </a:ext>
            </a:extLst>
          </p:cNvPr>
          <p:cNvSpPr txBox="1"/>
          <p:nvPr/>
        </p:nvSpPr>
        <p:spPr>
          <a:xfrm>
            <a:off x="611559" y="4892126"/>
            <a:ext cx="4680521" cy="1328697"/>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Si no apareciera el módulo y estuviera todo bien podríamos probar a reiniciar el servidor.  También asegúrate de quitar el filtro de aplicaciones que sale por defecto.</a:t>
            </a:r>
          </a:p>
        </p:txBody>
      </p:sp>
      <p:pic>
        <p:nvPicPr>
          <p:cNvPr id="13" name="Imagen 12">
            <a:extLst>
              <a:ext uri="{FF2B5EF4-FFF2-40B4-BE49-F238E27FC236}">
                <a16:creationId xmlns:a16="http://schemas.microsoft.com/office/drawing/2014/main" id="{5D620482-7CF2-330C-9482-AB2B4D5266F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436096" y="4959827"/>
            <a:ext cx="2963976" cy="889193"/>
          </a:xfrm>
          <a:prstGeom prst="rect">
            <a:avLst/>
          </a:prstGeom>
        </p:spPr>
      </p:pic>
      <p:sp>
        <p:nvSpPr>
          <p:cNvPr id="3" name="8 Rectángulo">
            <a:extLst>
              <a:ext uri="{FF2B5EF4-FFF2-40B4-BE49-F238E27FC236}">
                <a16:creationId xmlns:a16="http://schemas.microsoft.com/office/drawing/2014/main" id="{4F669824-2949-538A-BECE-39159539CB59}"/>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21 CuadroTexto">
            <a:extLst>
              <a:ext uri="{FF2B5EF4-FFF2-40B4-BE49-F238E27FC236}">
                <a16:creationId xmlns:a16="http://schemas.microsoft.com/office/drawing/2014/main" id="{27BD64E9-852F-E3F8-18AB-8A7B1053F880}"/>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PRIMER MÓDULO EN ODOO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MÓDULO VACÍO</a:t>
            </a:r>
          </a:p>
        </p:txBody>
      </p:sp>
    </p:spTree>
    <p:extLst>
      <p:ext uri="{BB962C8B-B14F-4D97-AF65-F5344CB8AC3E}">
        <p14:creationId xmlns:p14="http://schemas.microsoft.com/office/powerpoint/2010/main" val="4599094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3 CuadroTexto">
            <a:extLst>
              <a:ext uri="{FF2B5EF4-FFF2-40B4-BE49-F238E27FC236}">
                <a16:creationId xmlns:a16="http://schemas.microsoft.com/office/drawing/2014/main" id="{203E37C1-DE58-DFF6-F8EE-458C02F7D96F}"/>
              </a:ext>
            </a:extLst>
          </p:cNvPr>
          <p:cNvSpPr txBox="1"/>
          <p:nvPr/>
        </p:nvSpPr>
        <p:spPr>
          <a:xfrm>
            <a:off x="611559" y="908720"/>
            <a:ext cx="7920881" cy="1559529"/>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Si no apareciera el módulo y estuviera todo bien podríamos probar a reiniciar el servidor. Esto lo podemos hacer desde el propio </a:t>
            </a:r>
            <a:r>
              <a:rPr lang="es-ES" dirty="0" err="1">
                <a:latin typeface="Arial Nova Cond" panose="020B0604020202020204" pitchFamily="34" charset="0"/>
              </a:rPr>
              <a:t>VSCode</a:t>
            </a:r>
            <a:r>
              <a:rPr lang="es-ES" dirty="0">
                <a:latin typeface="Arial Nova Cond" panose="020B0604020202020204" pitchFamily="34" charset="0"/>
              </a:rPr>
              <a:t>.</a:t>
            </a:r>
          </a:p>
          <a:p>
            <a:pPr algn="just">
              <a:lnSpc>
                <a:spcPct val="114000"/>
              </a:lnSpc>
              <a:spcBef>
                <a:spcPts val="600"/>
              </a:spcBef>
              <a:spcAft>
                <a:spcPts val="1200"/>
              </a:spcAft>
            </a:pPr>
            <a:r>
              <a:rPr lang="es-ES" dirty="0">
                <a:latin typeface="Arial Nova Cond" panose="020B0604020202020204" pitchFamily="34" charset="0"/>
              </a:rPr>
              <a:t>Abrimos una terminal integrada (</a:t>
            </a:r>
            <a:r>
              <a:rPr lang="es-ES" dirty="0" err="1">
                <a:latin typeface="Arial Nova Cond" panose="020B0604020202020204" pitchFamily="34" charset="0"/>
              </a:rPr>
              <a:t>Ctrl+ñ</a:t>
            </a:r>
            <a:r>
              <a:rPr lang="es-ES" dirty="0">
                <a:latin typeface="Arial Nova Cond" panose="020B0604020202020204" pitchFamily="34" charset="0"/>
              </a:rPr>
              <a:t>) y ejecutamos la orden </a:t>
            </a:r>
            <a:r>
              <a:rPr lang="es-ES" b="1" dirty="0" err="1">
                <a:latin typeface="Arial Nova Cond" panose="020B0604020202020204" pitchFamily="34" charset="0"/>
              </a:rPr>
              <a:t>docker</a:t>
            </a:r>
            <a:r>
              <a:rPr lang="es-ES" b="1" dirty="0">
                <a:latin typeface="Arial Nova Cond" panose="020B0604020202020204" pitchFamily="34" charset="0"/>
              </a:rPr>
              <a:t> </a:t>
            </a:r>
            <a:r>
              <a:rPr lang="es-ES" b="1" dirty="0" err="1">
                <a:latin typeface="Arial Nova Cond" panose="020B0604020202020204" pitchFamily="34" charset="0"/>
              </a:rPr>
              <a:t>compose</a:t>
            </a:r>
            <a:r>
              <a:rPr lang="es-ES" b="1" dirty="0">
                <a:latin typeface="Arial Nova Cond" panose="020B0604020202020204" pitchFamily="34" charset="0"/>
              </a:rPr>
              <a:t> </a:t>
            </a:r>
            <a:r>
              <a:rPr lang="es-ES" b="1" dirty="0" err="1">
                <a:latin typeface="Arial Nova Cond" panose="020B0604020202020204" pitchFamily="34" charset="0"/>
              </a:rPr>
              <a:t>restart</a:t>
            </a:r>
            <a:r>
              <a:rPr lang="es-ES" b="1" dirty="0">
                <a:latin typeface="Arial Nova Cond" panose="020B0604020202020204" pitchFamily="34" charset="0"/>
              </a:rPr>
              <a:t>, </a:t>
            </a:r>
            <a:r>
              <a:rPr lang="es-ES" dirty="0">
                <a:latin typeface="Arial Nova Cond" panose="020B0604020202020204" pitchFamily="34" charset="0"/>
              </a:rPr>
              <a:t>lo que hará que se reinicien todos los contenedores de nuestro proyecto.</a:t>
            </a:r>
          </a:p>
        </p:txBody>
      </p:sp>
      <p:sp>
        <p:nvSpPr>
          <p:cNvPr id="4" name="5 Rectángulo">
            <a:extLst>
              <a:ext uri="{FF2B5EF4-FFF2-40B4-BE49-F238E27FC236}">
                <a16:creationId xmlns:a16="http://schemas.microsoft.com/office/drawing/2014/main" id="{3B35CFCB-EF7F-019A-F654-696CAD096696}"/>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6 Rectángulo">
            <a:extLst>
              <a:ext uri="{FF2B5EF4-FFF2-40B4-BE49-F238E27FC236}">
                <a16:creationId xmlns:a16="http://schemas.microsoft.com/office/drawing/2014/main" id="{FE95125E-8167-AD11-26EC-83C650D573AE}"/>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10 CuadroTexto">
            <a:extLst>
              <a:ext uri="{FF2B5EF4-FFF2-40B4-BE49-F238E27FC236}">
                <a16:creationId xmlns:a16="http://schemas.microsoft.com/office/drawing/2014/main" id="{00C6A2C7-CA21-258A-D083-294001E5987D}"/>
              </a:ext>
              <a:ext uri="{C183D7F6-B498-43B3-948B-1728B52AA6E4}">
                <adec:decorative xmlns:adec="http://schemas.microsoft.com/office/drawing/2017/decorative" val="1"/>
              </a:ext>
            </a:extLst>
          </p:cNvPr>
          <p:cNvSpPr txBox="1"/>
          <p:nvPr/>
        </p:nvSpPr>
        <p:spPr>
          <a:xfrm>
            <a:off x="1043608" y="7820"/>
            <a:ext cx="2777299"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PRIMER MÓDULO</a:t>
            </a:r>
          </a:p>
        </p:txBody>
      </p:sp>
      <p:sp>
        <p:nvSpPr>
          <p:cNvPr id="7" name="6 CuadroTexto">
            <a:extLst>
              <a:ext uri="{FF2B5EF4-FFF2-40B4-BE49-F238E27FC236}">
                <a16:creationId xmlns:a16="http://schemas.microsoft.com/office/drawing/2014/main" id="{9D3B2530-E22B-F463-D45B-A715BA117382}"/>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8" name="10 CuadroTexto">
            <a:extLst>
              <a:ext uri="{FF2B5EF4-FFF2-40B4-BE49-F238E27FC236}">
                <a16:creationId xmlns:a16="http://schemas.microsoft.com/office/drawing/2014/main" id="{C529C21E-3C68-C8A2-B434-D124C13FFAD7}"/>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pic>
        <p:nvPicPr>
          <p:cNvPr id="13" name="Imagen 12">
            <a:extLst>
              <a:ext uri="{FF2B5EF4-FFF2-40B4-BE49-F238E27FC236}">
                <a16:creationId xmlns:a16="http://schemas.microsoft.com/office/drawing/2014/main" id="{BADA5CE1-B8C5-8576-DB18-EC6BB1EA7749}"/>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11559" y="2907428"/>
            <a:ext cx="7920881" cy="2033740"/>
          </a:xfrm>
          <a:prstGeom prst="rect">
            <a:avLst/>
          </a:prstGeom>
        </p:spPr>
      </p:pic>
      <p:sp>
        <p:nvSpPr>
          <p:cNvPr id="2" name="8 Rectángulo">
            <a:extLst>
              <a:ext uri="{FF2B5EF4-FFF2-40B4-BE49-F238E27FC236}">
                <a16:creationId xmlns:a16="http://schemas.microsoft.com/office/drawing/2014/main" id="{2C02CD15-5243-2F94-3E10-C318F5ACB68A}"/>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21 CuadroTexto">
            <a:extLst>
              <a:ext uri="{FF2B5EF4-FFF2-40B4-BE49-F238E27FC236}">
                <a16:creationId xmlns:a16="http://schemas.microsoft.com/office/drawing/2014/main" id="{17F01B41-1E8C-5D8A-1120-86CC178CE546}"/>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PRIMER MÓDULO EN ODOO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MÓDULO VACÍO</a:t>
            </a:r>
          </a:p>
        </p:txBody>
      </p:sp>
    </p:spTree>
    <p:extLst>
      <p:ext uri="{BB962C8B-B14F-4D97-AF65-F5344CB8AC3E}">
        <p14:creationId xmlns:p14="http://schemas.microsoft.com/office/powerpoint/2010/main" val="35492412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2 Rectángulo">
            <a:extLst>
              <a:ext uri="{FF2B5EF4-FFF2-40B4-BE49-F238E27FC236}">
                <a16:creationId xmlns:a16="http://schemas.microsoft.com/office/drawing/2014/main" id="{4A3FE7D6-2668-4468-B863-4B50AD9A7633}"/>
              </a:ext>
              <a:ext uri="{C183D7F6-B498-43B3-948B-1728B52AA6E4}">
                <adec:decorative xmlns:adec="http://schemas.microsoft.com/office/drawing/2017/decorative" val="1"/>
              </a:ext>
            </a:extLst>
          </p:cNvPr>
          <p:cNvSpPr/>
          <p:nvPr/>
        </p:nvSpPr>
        <p:spPr>
          <a:xfrm>
            <a:off x="-28558" y="0"/>
            <a:ext cx="4600558" cy="6857999"/>
          </a:xfrm>
          <a:prstGeom prst="rect">
            <a:avLst/>
          </a:prstGeom>
          <a:solidFill>
            <a:schemeClr val="tx2">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ES"/>
          </a:p>
        </p:txBody>
      </p:sp>
      <p:sp>
        <p:nvSpPr>
          <p:cNvPr id="2" name="1 CuadroTexto">
            <a:extLst>
              <a:ext uri="{FF2B5EF4-FFF2-40B4-BE49-F238E27FC236}">
                <a16:creationId xmlns:a16="http://schemas.microsoft.com/office/drawing/2014/main" id="{2E160A89-8B24-2CA5-A494-A5FD93B1A329}"/>
              </a:ext>
            </a:extLst>
          </p:cNvPr>
          <p:cNvSpPr txBox="1"/>
          <p:nvPr/>
        </p:nvSpPr>
        <p:spPr>
          <a:xfrm>
            <a:off x="268191" y="272642"/>
            <a:ext cx="1335622" cy="2862322"/>
          </a:xfrm>
          <a:prstGeom prst="rect">
            <a:avLst/>
          </a:prstGeom>
          <a:noFill/>
        </p:spPr>
        <p:txBody>
          <a:bodyPr wrap="none" rtlCol="0">
            <a:spAutoFit/>
          </a:bodyPr>
          <a:lstStyle/>
          <a:p>
            <a:r>
              <a:rPr lang="es-ES" sz="18000" b="1" spc="50" dirty="0">
                <a:ln w="0"/>
                <a:solidFill>
                  <a:schemeClr val="bg2"/>
                </a:solidFill>
                <a:effectLst>
                  <a:innerShdw blurRad="63500" dist="50800" dir="13500000">
                    <a:srgbClr val="000000">
                      <a:alpha val="50000"/>
                    </a:srgbClr>
                  </a:innerShdw>
                </a:effectLst>
                <a:latin typeface="+mj-lt"/>
              </a:rPr>
              <a:t>3</a:t>
            </a:r>
          </a:p>
        </p:txBody>
      </p:sp>
      <p:sp>
        <p:nvSpPr>
          <p:cNvPr id="4" name="CuadroTexto 3">
            <a:extLst>
              <a:ext uri="{FF2B5EF4-FFF2-40B4-BE49-F238E27FC236}">
                <a16:creationId xmlns:a16="http://schemas.microsoft.com/office/drawing/2014/main" id="{9BD6ABD5-6F1D-43DE-C2FC-618FA0A061BD}"/>
              </a:ext>
            </a:extLst>
          </p:cNvPr>
          <p:cNvSpPr txBox="1"/>
          <p:nvPr/>
        </p:nvSpPr>
        <p:spPr>
          <a:xfrm>
            <a:off x="268190" y="4423268"/>
            <a:ext cx="4303809" cy="2169825"/>
          </a:xfrm>
          <a:prstGeom prst="rect">
            <a:avLst/>
          </a:prstGeom>
          <a:noFill/>
        </p:spPr>
        <p:txBody>
          <a:bodyPr wrap="square" rtlCol="0">
            <a:spAutoFit/>
          </a:bodyPr>
          <a:lstStyle/>
          <a:p>
            <a:r>
              <a:rPr lang="es-ES" sz="4500" dirty="0">
                <a:solidFill>
                  <a:schemeClr val="bg1"/>
                </a:solidFill>
                <a:latin typeface="Univers Condensed" panose="020B0604020202020204" pitchFamily="34" charset="0"/>
              </a:rPr>
              <a:t>ESTRUCTURA DE UN MÓDULO EN ODOO</a:t>
            </a:r>
          </a:p>
        </p:txBody>
      </p:sp>
      <p:pic>
        <p:nvPicPr>
          <p:cNvPr id="5" name="Imagen 4">
            <a:extLst>
              <a:ext uri="{FF2B5EF4-FFF2-40B4-BE49-F238E27FC236}">
                <a16:creationId xmlns:a16="http://schemas.microsoft.com/office/drawing/2014/main" id="{6EB87910-BD52-7B66-6ECE-FD5AB3648D7D}"/>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12122" r="14091"/>
          <a:stretch/>
        </p:blipFill>
        <p:spPr>
          <a:xfrm>
            <a:off x="5121120" y="1997837"/>
            <a:ext cx="3754689" cy="2862323"/>
          </a:xfrm>
          <a:prstGeom prst="rect">
            <a:avLst/>
          </a:prstGeom>
        </p:spPr>
      </p:pic>
    </p:spTree>
    <p:extLst>
      <p:ext uri="{BB962C8B-B14F-4D97-AF65-F5344CB8AC3E}">
        <p14:creationId xmlns:p14="http://schemas.microsoft.com/office/powerpoint/2010/main" val="35965015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Rectángulo">
            <a:extLst>
              <a:ext uri="{FF2B5EF4-FFF2-40B4-BE49-F238E27FC236}">
                <a16:creationId xmlns:a16="http://schemas.microsoft.com/office/drawing/2014/main" id="{2DBBDE84-920D-9DDA-3361-6645CB6769E1}"/>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6 Rectángulo">
            <a:extLst>
              <a:ext uri="{FF2B5EF4-FFF2-40B4-BE49-F238E27FC236}">
                <a16:creationId xmlns:a16="http://schemas.microsoft.com/office/drawing/2014/main" id="{618266F9-3B6E-714F-A09A-0098AD04803E}"/>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10 CuadroTexto">
            <a:extLst>
              <a:ext uri="{FF2B5EF4-FFF2-40B4-BE49-F238E27FC236}">
                <a16:creationId xmlns:a16="http://schemas.microsoft.com/office/drawing/2014/main" id="{857A2545-9A38-B464-7A0C-19D014243D93}"/>
              </a:ext>
              <a:ext uri="{C183D7F6-B498-43B3-948B-1728B52AA6E4}">
                <adec:decorative xmlns:adec="http://schemas.microsoft.com/office/drawing/2017/decorative" val="1"/>
              </a:ext>
            </a:extLst>
          </p:cNvPr>
          <p:cNvSpPr txBox="1"/>
          <p:nvPr/>
        </p:nvSpPr>
        <p:spPr>
          <a:xfrm>
            <a:off x="1043608" y="7820"/>
            <a:ext cx="2708947"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ODOO SCAFFOLD</a:t>
            </a:r>
          </a:p>
        </p:txBody>
      </p:sp>
      <p:sp>
        <p:nvSpPr>
          <p:cNvPr id="5" name="6 CuadroTexto">
            <a:extLst>
              <a:ext uri="{FF2B5EF4-FFF2-40B4-BE49-F238E27FC236}">
                <a16:creationId xmlns:a16="http://schemas.microsoft.com/office/drawing/2014/main" id="{EE5B7943-A199-5001-BC6C-08D2BC88B9A1}"/>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6" name="10 CuadroTexto">
            <a:extLst>
              <a:ext uri="{FF2B5EF4-FFF2-40B4-BE49-F238E27FC236}">
                <a16:creationId xmlns:a16="http://schemas.microsoft.com/office/drawing/2014/main" id="{6988D1D7-F7AA-60B7-419E-87C97C9D5F88}"/>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9" name="3 CuadroTexto">
            <a:extLst>
              <a:ext uri="{FF2B5EF4-FFF2-40B4-BE49-F238E27FC236}">
                <a16:creationId xmlns:a16="http://schemas.microsoft.com/office/drawing/2014/main" id="{BD194D98-D321-E772-E1E8-C30CBDEB32B4}"/>
              </a:ext>
            </a:extLst>
          </p:cNvPr>
          <p:cNvSpPr txBox="1"/>
          <p:nvPr/>
        </p:nvSpPr>
        <p:spPr>
          <a:xfrm>
            <a:off x="611559" y="908720"/>
            <a:ext cx="7920881" cy="4146776"/>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En el apartado anterior vimos un módulo muy básico, pero implementar un módulo en </a:t>
            </a:r>
            <a:r>
              <a:rPr lang="es-ES" dirty="0" err="1">
                <a:latin typeface="Arial Nova Cond" panose="020B0604020202020204" pitchFamily="34" charset="0"/>
              </a:rPr>
              <a:t>Odoo</a:t>
            </a:r>
            <a:r>
              <a:rPr lang="es-ES" dirty="0">
                <a:latin typeface="Arial Nova Cond" panose="020B0604020202020204" pitchFamily="34" charset="0"/>
              </a:rPr>
              <a:t> requiere de un conjunto de ficheros en </a:t>
            </a:r>
            <a:r>
              <a:rPr lang="es-ES" b="1" dirty="0">
                <a:latin typeface="Arial Nova Cond" panose="020B0604020202020204" pitchFamily="34" charset="0"/>
              </a:rPr>
              <a:t>Python</a:t>
            </a:r>
            <a:r>
              <a:rPr lang="es-ES" dirty="0">
                <a:latin typeface="Arial Nova Cond" panose="020B0604020202020204" pitchFamily="34" charset="0"/>
              </a:rPr>
              <a:t> y </a:t>
            </a:r>
            <a:r>
              <a:rPr lang="es-ES" b="1" dirty="0">
                <a:latin typeface="Arial Nova Cond" panose="020B0604020202020204" pitchFamily="34" charset="0"/>
              </a:rPr>
              <a:t>XML</a:t>
            </a:r>
            <a:r>
              <a:rPr lang="es-ES" dirty="0">
                <a:latin typeface="Arial Nova Cond" panose="020B0604020202020204" pitchFamily="34" charset="0"/>
              </a:rPr>
              <a:t> organizados en una estructura de directorios.</a:t>
            </a:r>
          </a:p>
          <a:p>
            <a:pPr algn="just">
              <a:lnSpc>
                <a:spcPct val="114000"/>
              </a:lnSpc>
              <a:spcBef>
                <a:spcPts val="600"/>
              </a:spcBef>
              <a:spcAft>
                <a:spcPts val="1200"/>
              </a:spcAft>
            </a:pPr>
            <a:r>
              <a:rPr lang="es-ES" dirty="0">
                <a:latin typeface="Arial Nova Cond" panose="020B0604020202020204" pitchFamily="34" charset="0"/>
              </a:rPr>
              <a:t>Aunque se pueden crear manualmente, </a:t>
            </a:r>
            <a:r>
              <a:rPr lang="es-ES" dirty="0" err="1">
                <a:latin typeface="Arial Nova Cond" panose="020B0604020202020204" pitchFamily="34" charset="0"/>
              </a:rPr>
              <a:t>Odoo</a:t>
            </a:r>
            <a:r>
              <a:rPr lang="es-ES" dirty="0">
                <a:latin typeface="Arial Nova Cond" panose="020B0604020202020204" pitchFamily="34" charset="0"/>
              </a:rPr>
              <a:t> proporciona una herramienta que construye directamente todos los ficheros necesarios: </a:t>
            </a:r>
            <a:r>
              <a:rPr lang="es-ES" b="1" dirty="0" err="1">
                <a:latin typeface="Arial Nova Cond" panose="020B0604020202020204" pitchFamily="34" charset="0"/>
              </a:rPr>
              <a:t>odoo</a:t>
            </a:r>
            <a:r>
              <a:rPr lang="es-ES" b="1" dirty="0">
                <a:latin typeface="Arial Nova Cond" panose="020B0604020202020204" pitchFamily="34" charset="0"/>
              </a:rPr>
              <a:t> </a:t>
            </a:r>
            <a:r>
              <a:rPr lang="es-ES" b="1" dirty="0" err="1">
                <a:latin typeface="Arial Nova Cond" panose="020B0604020202020204" pitchFamily="34" charset="0"/>
              </a:rPr>
              <a:t>scaffold</a:t>
            </a:r>
            <a:endParaRPr lang="es-ES" dirty="0">
              <a:latin typeface="Arial Nova Cond" panose="020B0604020202020204" pitchFamily="34" charset="0"/>
            </a:endParaRPr>
          </a:p>
          <a:p>
            <a:pPr algn="just">
              <a:lnSpc>
                <a:spcPct val="114000"/>
              </a:lnSpc>
              <a:spcBef>
                <a:spcPts val="600"/>
              </a:spcBef>
              <a:spcAft>
                <a:spcPts val="1200"/>
              </a:spcAft>
            </a:pPr>
            <a:r>
              <a:rPr lang="es-ES" dirty="0">
                <a:latin typeface="Arial Nova Cond" panose="020B0604020202020204" pitchFamily="34" charset="0"/>
              </a:rPr>
              <a:t>Esta herramienta hay que </a:t>
            </a:r>
            <a:r>
              <a:rPr lang="es-ES" b="1" dirty="0">
                <a:latin typeface="Arial Nova Cond" panose="020B0604020202020204" pitchFamily="34" charset="0"/>
              </a:rPr>
              <a:t>ejecutarla en local</a:t>
            </a:r>
            <a:r>
              <a:rPr lang="es-ES" dirty="0">
                <a:latin typeface="Arial Nova Cond" panose="020B0604020202020204" pitchFamily="34" charset="0"/>
              </a:rPr>
              <a:t>. Si tu entorno de desarrollo está con máquinas virtuales no hay ningún problema: abres una sesión SSH y la ejecutas.</a:t>
            </a:r>
          </a:p>
          <a:p>
            <a:pPr algn="just">
              <a:lnSpc>
                <a:spcPct val="114000"/>
              </a:lnSpc>
              <a:spcBef>
                <a:spcPts val="600"/>
              </a:spcBef>
              <a:spcAft>
                <a:spcPts val="1200"/>
              </a:spcAft>
            </a:pPr>
            <a:r>
              <a:rPr lang="es-ES" dirty="0">
                <a:latin typeface="Arial Nova Cond" panose="020B0604020202020204" pitchFamily="34" charset="0"/>
              </a:rPr>
              <a:t>Si tienes un entorno con contenedores tienes que acceder mediante la línea de comandos al contenedor </a:t>
            </a:r>
            <a:r>
              <a:rPr lang="es-ES" dirty="0" err="1">
                <a:latin typeface="Arial Nova Cond" panose="020B0604020202020204" pitchFamily="34" charset="0"/>
              </a:rPr>
              <a:t>Odoo</a:t>
            </a:r>
            <a:r>
              <a:rPr lang="es-ES" dirty="0">
                <a:latin typeface="Arial Nova Cond" panose="020B0604020202020204" pitchFamily="34" charset="0"/>
              </a:rPr>
              <a:t> usando el comando:</a:t>
            </a:r>
          </a:p>
          <a:p>
            <a:pPr algn="ctr">
              <a:lnSpc>
                <a:spcPct val="114000"/>
              </a:lnSpc>
              <a:spcBef>
                <a:spcPts val="600"/>
              </a:spcBef>
              <a:spcAft>
                <a:spcPts val="1200"/>
              </a:spcAft>
            </a:pPr>
            <a:r>
              <a:rPr lang="es-ES" b="1" dirty="0" err="1">
                <a:latin typeface="Consolas" panose="020B0609020204030204" pitchFamily="49" charset="0"/>
              </a:rPr>
              <a:t>docker</a:t>
            </a:r>
            <a:r>
              <a:rPr lang="es-ES" b="1" dirty="0">
                <a:latin typeface="Consolas" panose="020B0609020204030204" pitchFamily="49" charset="0"/>
              </a:rPr>
              <a:t> </a:t>
            </a:r>
            <a:r>
              <a:rPr lang="es-ES" b="1" dirty="0" err="1">
                <a:latin typeface="Consolas" panose="020B0609020204030204" pitchFamily="49" charset="0"/>
              </a:rPr>
              <a:t>exec</a:t>
            </a:r>
            <a:r>
              <a:rPr lang="es-ES" b="1" dirty="0">
                <a:latin typeface="Consolas" panose="020B0609020204030204" pitchFamily="49" charset="0"/>
              </a:rPr>
              <a:t> -t -i </a:t>
            </a:r>
            <a:r>
              <a:rPr lang="es-ES" b="1" dirty="0" err="1">
                <a:latin typeface="Consolas" panose="020B0609020204030204" pitchFamily="49" charset="0"/>
              </a:rPr>
              <a:t>id_contenedor</a:t>
            </a:r>
            <a:r>
              <a:rPr lang="es-ES" b="1" dirty="0">
                <a:latin typeface="Consolas" panose="020B0609020204030204" pitchFamily="49" charset="0"/>
              </a:rPr>
              <a:t> </a:t>
            </a:r>
            <a:r>
              <a:rPr lang="es-ES" b="1" dirty="0" err="1">
                <a:latin typeface="Consolas" panose="020B0609020204030204" pitchFamily="49" charset="0"/>
              </a:rPr>
              <a:t>bash</a:t>
            </a:r>
            <a:endParaRPr lang="es-ES" dirty="0">
              <a:latin typeface="Consolas" panose="020B0609020204030204" pitchFamily="49" charset="0"/>
            </a:endParaRPr>
          </a:p>
        </p:txBody>
      </p:sp>
      <p:sp>
        <p:nvSpPr>
          <p:cNvPr id="10" name="3 CuadroTexto">
            <a:extLst>
              <a:ext uri="{FF2B5EF4-FFF2-40B4-BE49-F238E27FC236}">
                <a16:creationId xmlns:a16="http://schemas.microsoft.com/office/drawing/2014/main" id="{6E4745AC-ACC5-AC0E-85E7-56C7362D4FDE}"/>
              </a:ext>
            </a:extLst>
          </p:cNvPr>
          <p:cNvSpPr txBox="1"/>
          <p:nvPr/>
        </p:nvSpPr>
        <p:spPr>
          <a:xfrm>
            <a:off x="1115616" y="5471438"/>
            <a:ext cx="1416124" cy="562655"/>
          </a:xfrm>
          <a:prstGeom prst="rect">
            <a:avLst/>
          </a:prstGeom>
          <a:solidFill>
            <a:schemeClr val="accent1">
              <a:lumMod val="20000"/>
              <a:lumOff val="80000"/>
            </a:schemeClr>
          </a:solidFill>
        </p:spPr>
        <p:txBody>
          <a:bodyPr wrap="square" rtlCol="0">
            <a:spAutoFit/>
          </a:bodyPr>
          <a:lstStyle/>
          <a:p>
            <a:pPr algn="ctr">
              <a:lnSpc>
                <a:spcPct val="114000"/>
              </a:lnSpc>
              <a:spcBef>
                <a:spcPts val="600"/>
              </a:spcBef>
              <a:spcAft>
                <a:spcPts val="1200"/>
              </a:spcAft>
            </a:pPr>
            <a:r>
              <a:rPr lang="es-ES" sz="1400" dirty="0">
                <a:latin typeface="Arial Nova Cond" panose="020B0604020202020204" pitchFamily="34" charset="0"/>
              </a:rPr>
              <a:t>Quiero ejecutar un comando</a:t>
            </a:r>
          </a:p>
        </p:txBody>
      </p:sp>
      <p:cxnSp>
        <p:nvCxnSpPr>
          <p:cNvPr id="12" name="Conector recto de flecha 11">
            <a:extLst>
              <a:ext uri="{FF2B5EF4-FFF2-40B4-BE49-F238E27FC236}">
                <a16:creationId xmlns:a16="http://schemas.microsoft.com/office/drawing/2014/main" id="{C8F59E76-4110-6E03-D973-F328362EE3C2}"/>
              </a:ext>
              <a:ext uri="{C183D7F6-B498-43B3-948B-1728B52AA6E4}">
                <adec:decorative xmlns:adec="http://schemas.microsoft.com/office/drawing/2017/decorative" val="1"/>
              </a:ext>
            </a:extLst>
          </p:cNvPr>
          <p:cNvCxnSpPr>
            <a:cxnSpLocks/>
            <a:stCxn id="10" idx="0"/>
          </p:cNvCxnSpPr>
          <p:nvPr/>
        </p:nvCxnSpPr>
        <p:spPr>
          <a:xfrm flipV="1">
            <a:off x="1823678" y="5013176"/>
            <a:ext cx="1596194" cy="458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3 CuadroTexto">
            <a:extLst>
              <a:ext uri="{FF2B5EF4-FFF2-40B4-BE49-F238E27FC236}">
                <a16:creationId xmlns:a16="http://schemas.microsoft.com/office/drawing/2014/main" id="{8C6F6F65-3646-9AF9-AD9F-5E313E98E610}"/>
              </a:ext>
            </a:extLst>
          </p:cNvPr>
          <p:cNvSpPr txBox="1"/>
          <p:nvPr/>
        </p:nvSpPr>
        <p:spPr>
          <a:xfrm>
            <a:off x="2621775" y="5610465"/>
            <a:ext cx="1302153" cy="808235"/>
          </a:xfrm>
          <a:prstGeom prst="rect">
            <a:avLst/>
          </a:prstGeom>
          <a:solidFill>
            <a:schemeClr val="accent1">
              <a:lumMod val="20000"/>
              <a:lumOff val="80000"/>
            </a:schemeClr>
          </a:solidFill>
        </p:spPr>
        <p:txBody>
          <a:bodyPr wrap="square" rtlCol="0">
            <a:spAutoFit/>
          </a:bodyPr>
          <a:lstStyle/>
          <a:p>
            <a:pPr algn="ctr">
              <a:lnSpc>
                <a:spcPct val="114000"/>
              </a:lnSpc>
              <a:spcBef>
                <a:spcPts val="600"/>
              </a:spcBef>
              <a:spcAft>
                <a:spcPts val="1200"/>
              </a:spcAft>
            </a:pPr>
            <a:r>
              <a:rPr lang="es-ES" sz="1400" dirty="0">
                <a:latin typeface="Arial Nova Cond" panose="020B0604020202020204" pitchFamily="34" charset="0"/>
              </a:rPr>
              <a:t>Asignar </a:t>
            </a:r>
            <a:r>
              <a:rPr lang="es-ES" sz="1400" dirty="0" err="1">
                <a:latin typeface="Arial Nova Cond" panose="020B0604020202020204" pitchFamily="34" charset="0"/>
              </a:rPr>
              <a:t>pseudoterminal</a:t>
            </a:r>
            <a:r>
              <a:rPr lang="es-ES" sz="1400" dirty="0">
                <a:latin typeface="Arial Nova Cond" panose="020B0604020202020204" pitchFamily="34" charset="0"/>
              </a:rPr>
              <a:t> TTY</a:t>
            </a:r>
          </a:p>
        </p:txBody>
      </p:sp>
      <p:sp>
        <p:nvSpPr>
          <p:cNvPr id="14" name="3 CuadroTexto">
            <a:extLst>
              <a:ext uri="{FF2B5EF4-FFF2-40B4-BE49-F238E27FC236}">
                <a16:creationId xmlns:a16="http://schemas.microsoft.com/office/drawing/2014/main" id="{7C6750E3-29B9-88B7-12B9-E8D174328535}"/>
              </a:ext>
            </a:extLst>
          </p:cNvPr>
          <p:cNvSpPr txBox="1"/>
          <p:nvPr/>
        </p:nvSpPr>
        <p:spPr>
          <a:xfrm>
            <a:off x="4067219" y="5454662"/>
            <a:ext cx="1008838" cy="808235"/>
          </a:xfrm>
          <a:prstGeom prst="rect">
            <a:avLst/>
          </a:prstGeom>
          <a:solidFill>
            <a:schemeClr val="accent1">
              <a:lumMod val="20000"/>
              <a:lumOff val="80000"/>
            </a:schemeClr>
          </a:solidFill>
        </p:spPr>
        <p:txBody>
          <a:bodyPr wrap="square" rtlCol="0">
            <a:spAutoFit/>
          </a:bodyPr>
          <a:lstStyle/>
          <a:p>
            <a:pPr algn="ctr">
              <a:lnSpc>
                <a:spcPct val="114000"/>
              </a:lnSpc>
              <a:spcBef>
                <a:spcPts val="600"/>
              </a:spcBef>
              <a:spcAft>
                <a:spcPts val="1200"/>
              </a:spcAft>
            </a:pPr>
            <a:r>
              <a:rPr lang="es-ES" sz="1400" dirty="0">
                <a:latin typeface="Arial Nova Cond" panose="020B0604020202020204" pitchFamily="34" charset="0"/>
              </a:rPr>
              <a:t>Mantiene sesión interactiva</a:t>
            </a:r>
          </a:p>
        </p:txBody>
      </p:sp>
      <p:cxnSp>
        <p:nvCxnSpPr>
          <p:cNvPr id="17" name="Conector recto de flecha 16">
            <a:extLst>
              <a:ext uri="{FF2B5EF4-FFF2-40B4-BE49-F238E27FC236}">
                <a16:creationId xmlns:a16="http://schemas.microsoft.com/office/drawing/2014/main" id="{251AE5DB-6335-161F-81C7-8609D53402E3}"/>
              </a:ext>
              <a:ext uri="{C183D7F6-B498-43B3-948B-1728B52AA6E4}">
                <adec:decorative xmlns:adec="http://schemas.microsoft.com/office/drawing/2017/decorative" val="1"/>
              </a:ext>
            </a:extLst>
          </p:cNvPr>
          <p:cNvCxnSpPr>
            <a:cxnSpLocks/>
          </p:cNvCxnSpPr>
          <p:nvPr/>
        </p:nvCxnSpPr>
        <p:spPr>
          <a:xfrm flipV="1">
            <a:off x="3239802" y="5013176"/>
            <a:ext cx="774161" cy="613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35F5064A-D1AF-3456-AF11-06F3677FE466}"/>
              </a:ext>
              <a:ext uri="{C183D7F6-B498-43B3-948B-1728B52AA6E4}">
                <adec:decorative xmlns:adec="http://schemas.microsoft.com/office/drawing/2017/decorative" val="1"/>
              </a:ext>
            </a:extLst>
          </p:cNvPr>
          <p:cNvCxnSpPr>
            <a:cxnSpLocks/>
            <a:stCxn id="14" idx="0"/>
          </p:cNvCxnSpPr>
          <p:nvPr/>
        </p:nvCxnSpPr>
        <p:spPr>
          <a:xfrm flipH="1" flipV="1">
            <a:off x="4355976" y="5013176"/>
            <a:ext cx="215662" cy="4414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AF7FF4B5-6F0D-F4B6-3C0D-7D57C29E932E}"/>
              </a:ext>
              <a:ext uri="{C183D7F6-B498-43B3-948B-1728B52AA6E4}">
                <adec:decorative xmlns:adec="http://schemas.microsoft.com/office/drawing/2017/decorative" val="1"/>
              </a:ext>
            </a:extLst>
          </p:cNvPr>
          <p:cNvCxnSpPr>
            <a:cxnSpLocks/>
          </p:cNvCxnSpPr>
          <p:nvPr/>
        </p:nvCxnSpPr>
        <p:spPr>
          <a:xfrm flipH="1" flipV="1">
            <a:off x="5252540" y="5013176"/>
            <a:ext cx="863372" cy="603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3 CuadroTexto">
            <a:extLst>
              <a:ext uri="{FF2B5EF4-FFF2-40B4-BE49-F238E27FC236}">
                <a16:creationId xmlns:a16="http://schemas.microsoft.com/office/drawing/2014/main" id="{D3507BCF-3805-B5BF-2A7C-41B5479A9A80}"/>
              </a:ext>
            </a:extLst>
          </p:cNvPr>
          <p:cNvSpPr txBox="1"/>
          <p:nvPr/>
        </p:nvSpPr>
        <p:spPr>
          <a:xfrm>
            <a:off x="5310705" y="5333982"/>
            <a:ext cx="1753555" cy="1039067"/>
          </a:xfrm>
          <a:prstGeom prst="rect">
            <a:avLst/>
          </a:prstGeom>
          <a:solidFill>
            <a:schemeClr val="accent1">
              <a:lumMod val="20000"/>
              <a:lumOff val="80000"/>
            </a:schemeClr>
          </a:solidFill>
        </p:spPr>
        <p:txBody>
          <a:bodyPr wrap="square" rtlCol="0">
            <a:spAutoFit/>
          </a:bodyPr>
          <a:lstStyle/>
          <a:p>
            <a:pPr algn="ctr">
              <a:lnSpc>
                <a:spcPct val="114000"/>
              </a:lnSpc>
              <a:spcBef>
                <a:spcPts val="600"/>
              </a:spcBef>
              <a:spcAft>
                <a:spcPts val="1200"/>
              </a:spcAft>
            </a:pPr>
            <a:r>
              <a:rPr lang="es-ES" sz="1400" dirty="0">
                <a:latin typeface="Arial Nova Cond" panose="020B0604020202020204" pitchFamily="34" charset="0"/>
              </a:rPr>
              <a:t>Puede ser el nombre o el identificador</a:t>
            </a:r>
          </a:p>
          <a:p>
            <a:pPr algn="ctr">
              <a:lnSpc>
                <a:spcPct val="114000"/>
              </a:lnSpc>
              <a:spcBef>
                <a:spcPts val="600"/>
              </a:spcBef>
              <a:spcAft>
                <a:spcPts val="1200"/>
              </a:spcAft>
            </a:pPr>
            <a:endParaRPr lang="es-ES" sz="1400" dirty="0">
              <a:latin typeface="Arial Nova Cond" panose="020B0604020202020204" pitchFamily="34" charset="0"/>
            </a:endParaRPr>
          </a:p>
        </p:txBody>
      </p:sp>
      <p:sp>
        <p:nvSpPr>
          <p:cNvPr id="27" name="3 CuadroTexto">
            <a:extLst>
              <a:ext uri="{FF2B5EF4-FFF2-40B4-BE49-F238E27FC236}">
                <a16:creationId xmlns:a16="http://schemas.microsoft.com/office/drawing/2014/main" id="{FCCBE42F-7F49-F6B9-7A9B-2BB9B27A15B4}"/>
              </a:ext>
            </a:extLst>
          </p:cNvPr>
          <p:cNvSpPr txBox="1"/>
          <p:nvPr/>
        </p:nvSpPr>
        <p:spPr>
          <a:xfrm>
            <a:off x="7338728" y="5273362"/>
            <a:ext cx="1152128" cy="808235"/>
          </a:xfrm>
          <a:prstGeom prst="rect">
            <a:avLst/>
          </a:prstGeom>
          <a:solidFill>
            <a:schemeClr val="accent1">
              <a:lumMod val="20000"/>
              <a:lumOff val="80000"/>
            </a:schemeClr>
          </a:solidFill>
        </p:spPr>
        <p:txBody>
          <a:bodyPr wrap="square" rtlCol="0">
            <a:spAutoFit/>
          </a:bodyPr>
          <a:lstStyle/>
          <a:p>
            <a:pPr algn="ctr">
              <a:lnSpc>
                <a:spcPct val="114000"/>
              </a:lnSpc>
              <a:spcBef>
                <a:spcPts val="600"/>
              </a:spcBef>
              <a:spcAft>
                <a:spcPts val="1200"/>
              </a:spcAft>
            </a:pPr>
            <a:r>
              <a:rPr lang="es-ES" sz="1400" dirty="0">
                <a:latin typeface="Arial Nova Cond" panose="020B0604020202020204" pitchFamily="34" charset="0"/>
              </a:rPr>
              <a:t>Comando que quiero ejecutar</a:t>
            </a:r>
          </a:p>
        </p:txBody>
      </p:sp>
      <p:cxnSp>
        <p:nvCxnSpPr>
          <p:cNvPr id="28" name="Conector recto de flecha 27">
            <a:extLst>
              <a:ext uri="{FF2B5EF4-FFF2-40B4-BE49-F238E27FC236}">
                <a16:creationId xmlns:a16="http://schemas.microsoft.com/office/drawing/2014/main" id="{74F8BFC2-FF2A-253A-9CA9-FA4E5823F286}"/>
              </a:ext>
              <a:ext uri="{C183D7F6-B498-43B3-948B-1728B52AA6E4}">
                <adec:decorative xmlns:adec="http://schemas.microsoft.com/office/drawing/2017/decorative" val="1"/>
              </a:ext>
            </a:extLst>
          </p:cNvPr>
          <p:cNvCxnSpPr>
            <a:cxnSpLocks/>
          </p:cNvCxnSpPr>
          <p:nvPr/>
        </p:nvCxnSpPr>
        <p:spPr>
          <a:xfrm flipH="1" flipV="1">
            <a:off x="6588224" y="5010730"/>
            <a:ext cx="1302692" cy="301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1" name="Imagen 30">
            <a:extLst>
              <a:ext uri="{FF2B5EF4-FFF2-40B4-BE49-F238E27FC236}">
                <a16:creationId xmlns:a16="http://schemas.microsoft.com/office/drawing/2014/main" id="{2B85EDB8-C5AE-485F-6DE7-A09C7011AC85}"/>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580112" y="5879155"/>
            <a:ext cx="1296144" cy="447169"/>
          </a:xfrm>
          <a:prstGeom prst="rect">
            <a:avLst/>
          </a:prstGeom>
        </p:spPr>
      </p:pic>
      <p:sp>
        <p:nvSpPr>
          <p:cNvPr id="11" name="8 Rectángulo">
            <a:extLst>
              <a:ext uri="{FF2B5EF4-FFF2-40B4-BE49-F238E27FC236}">
                <a16:creationId xmlns:a16="http://schemas.microsoft.com/office/drawing/2014/main" id="{BC13848D-55A9-8531-67DA-3DAA0F19BA1D}"/>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21 CuadroTexto">
            <a:extLst>
              <a:ext uri="{FF2B5EF4-FFF2-40B4-BE49-F238E27FC236}">
                <a16:creationId xmlns:a16="http://schemas.microsoft.com/office/drawing/2014/main" id="{CCBD1811-1070-AD90-34F1-ACBBB4199B41}"/>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ESTRUCTURA DE UN MÓDULO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ODOO SCAFFOLD</a:t>
            </a:r>
          </a:p>
        </p:txBody>
      </p:sp>
    </p:spTree>
    <p:extLst>
      <p:ext uri="{BB962C8B-B14F-4D97-AF65-F5344CB8AC3E}">
        <p14:creationId xmlns:p14="http://schemas.microsoft.com/office/powerpoint/2010/main" val="4080960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Rectángulo">
            <a:extLst>
              <a:ext uri="{FF2B5EF4-FFF2-40B4-BE49-F238E27FC236}">
                <a16:creationId xmlns:a16="http://schemas.microsoft.com/office/drawing/2014/main" id="{4B9E0860-1F2A-AFA3-D708-6B63E6DA01C0}"/>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6 Rectángulo">
            <a:extLst>
              <a:ext uri="{FF2B5EF4-FFF2-40B4-BE49-F238E27FC236}">
                <a16:creationId xmlns:a16="http://schemas.microsoft.com/office/drawing/2014/main" id="{A4541884-BFFC-1774-EEF9-B74E2681FDF2}"/>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10 CuadroTexto">
            <a:extLst>
              <a:ext uri="{FF2B5EF4-FFF2-40B4-BE49-F238E27FC236}">
                <a16:creationId xmlns:a16="http://schemas.microsoft.com/office/drawing/2014/main" id="{9A08F248-51C0-47DA-65FB-0B71D1CE5AD7}"/>
              </a:ext>
              <a:ext uri="{C183D7F6-B498-43B3-948B-1728B52AA6E4}">
                <adec:decorative xmlns:adec="http://schemas.microsoft.com/office/drawing/2017/decorative" val="1"/>
              </a:ext>
            </a:extLst>
          </p:cNvPr>
          <p:cNvSpPr txBox="1"/>
          <p:nvPr/>
        </p:nvSpPr>
        <p:spPr>
          <a:xfrm>
            <a:off x="1043608" y="7820"/>
            <a:ext cx="2708947"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ODOO SCAFFOLD</a:t>
            </a:r>
          </a:p>
        </p:txBody>
      </p:sp>
      <p:sp>
        <p:nvSpPr>
          <p:cNvPr id="5" name="6 CuadroTexto">
            <a:extLst>
              <a:ext uri="{FF2B5EF4-FFF2-40B4-BE49-F238E27FC236}">
                <a16:creationId xmlns:a16="http://schemas.microsoft.com/office/drawing/2014/main" id="{2C38079F-6AA0-1E21-F81F-7BE32A25F854}"/>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6" name="10 CuadroTexto">
            <a:extLst>
              <a:ext uri="{FF2B5EF4-FFF2-40B4-BE49-F238E27FC236}">
                <a16:creationId xmlns:a16="http://schemas.microsoft.com/office/drawing/2014/main" id="{A8042838-1CAC-28C6-1E02-AF3AE064FCEE}"/>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9" name="3 CuadroTexto">
            <a:extLst>
              <a:ext uri="{FF2B5EF4-FFF2-40B4-BE49-F238E27FC236}">
                <a16:creationId xmlns:a16="http://schemas.microsoft.com/office/drawing/2014/main" id="{F3662679-F86B-4314-F3E8-C0ECC041EAE3}"/>
              </a:ext>
            </a:extLst>
          </p:cNvPr>
          <p:cNvSpPr txBox="1"/>
          <p:nvPr/>
        </p:nvSpPr>
        <p:spPr>
          <a:xfrm>
            <a:off x="611559" y="908720"/>
            <a:ext cx="7920881" cy="1250983"/>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Observa que, cuando ejecuto el comando anterior, se me muestra el </a:t>
            </a:r>
            <a:r>
              <a:rPr lang="es-ES" i="1" dirty="0" err="1">
                <a:latin typeface="Arial Nova Cond" panose="020B0604020202020204" pitchFamily="34" charset="0"/>
              </a:rPr>
              <a:t>prompt</a:t>
            </a:r>
            <a:r>
              <a:rPr lang="es-ES" dirty="0">
                <a:latin typeface="Arial Nova Cond" panose="020B0604020202020204" pitchFamily="34" charset="0"/>
              </a:rPr>
              <a:t> del </a:t>
            </a:r>
            <a:r>
              <a:rPr lang="es-ES" dirty="0" err="1">
                <a:latin typeface="Arial Nova Cond" panose="020B0604020202020204" pitchFamily="34" charset="0"/>
              </a:rPr>
              <a:t>Bash</a:t>
            </a:r>
            <a:r>
              <a:rPr lang="es-ES" dirty="0">
                <a:latin typeface="Arial Nova Cond" panose="020B0604020202020204" pitchFamily="34" charset="0"/>
              </a:rPr>
              <a:t>. Cualquier comando que introduzca aquí se ejecutará en el contenedor.</a:t>
            </a:r>
          </a:p>
          <a:p>
            <a:pPr algn="just">
              <a:lnSpc>
                <a:spcPct val="114000"/>
              </a:lnSpc>
              <a:spcBef>
                <a:spcPts val="600"/>
              </a:spcBef>
              <a:spcAft>
                <a:spcPts val="1200"/>
              </a:spcAft>
            </a:pPr>
            <a:r>
              <a:rPr lang="es-ES" dirty="0">
                <a:latin typeface="Arial Nova Cond" panose="020B0604020202020204" pitchFamily="34" charset="0"/>
              </a:rPr>
              <a:t>Si usamos Docker </a:t>
            </a:r>
            <a:r>
              <a:rPr lang="es-ES" dirty="0" err="1">
                <a:latin typeface="Arial Nova Cond" panose="020B0604020202020204" pitchFamily="34" charset="0"/>
              </a:rPr>
              <a:t>Compose</a:t>
            </a:r>
            <a:r>
              <a:rPr lang="es-ES" dirty="0">
                <a:latin typeface="Arial Nova Cond" panose="020B0604020202020204" pitchFamily="34" charset="0"/>
              </a:rPr>
              <a:t>  la orden es similar</a:t>
            </a:r>
            <a:endParaRPr lang="es-ES" dirty="0">
              <a:latin typeface="Consolas" panose="020B0609020204030204" pitchFamily="49" charset="0"/>
            </a:endParaRPr>
          </a:p>
        </p:txBody>
      </p:sp>
      <p:pic>
        <p:nvPicPr>
          <p:cNvPr id="11" name="Imagen 10" descr="docker exec -ti odoo16 bash">
            <a:extLst>
              <a:ext uri="{FF2B5EF4-FFF2-40B4-BE49-F238E27FC236}">
                <a16:creationId xmlns:a16="http://schemas.microsoft.com/office/drawing/2014/main" id="{3A64D7D8-DAE7-F608-2762-2EF979868817}"/>
              </a:ext>
            </a:extLst>
          </p:cNvPr>
          <p:cNvPicPr>
            <a:picLocks noChangeAspect="1"/>
          </p:cNvPicPr>
          <p:nvPr/>
        </p:nvPicPr>
        <p:blipFill>
          <a:blip r:embed="rId2"/>
          <a:stretch>
            <a:fillRect/>
          </a:stretch>
        </p:blipFill>
        <p:spPr>
          <a:xfrm>
            <a:off x="611559" y="2276872"/>
            <a:ext cx="7920881" cy="802442"/>
          </a:xfrm>
          <a:prstGeom prst="rect">
            <a:avLst/>
          </a:prstGeom>
        </p:spPr>
      </p:pic>
      <p:pic>
        <p:nvPicPr>
          <p:cNvPr id="13" name="Imagen 12" descr="docker compose exec odoo bash">
            <a:extLst>
              <a:ext uri="{FF2B5EF4-FFF2-40B4-BE49-F238E27FC236}">
                <a16:creationId xmlns:a16="http://schemas.microsoft.com/office/drawing/2014/main" id="{FD2F4403-D10C-6B17-5528-3F98E4C17BEF}"/>
              </a:ext>
            </a:extLst>
          </p:cNvPr>
          <p:cNvPicPr>
            <a:picLocks noChangeAspect="1"/>
          </p:cNvPicPr>
          <p:nvPr/>
        </p:nvPicPr>
        <p:blipFill>
          <a:blip r:embed="rId3"/>
          <a:stretch>
            <a:fillRect/>
          </a:stretch>
        </p:blipFill>
        <p:spPr>
          <a:xfrm>
            <a:off x="583380" y="3213021"/>
            <a:ext cx="7949059" cy="576019"/>
          </a:xfrm>
          <a:prstGeom prst="rect">
            <a:avLst/>
          </a:prstGeom>
        </p:spPr>
      </p:pic>
      <p:sp>
        <p:nvSpPr>
          <p:cNvPr id="12" name="3 CuadroTexto">
            <a:extLst>
              <a:ext uri="{FF2B5EF4-FFF2-40B4-BE49-F238E27FC236}">
                <a16:creationId xmlns:a16="http://schemas.microsoft.com/office/drawing/2014/main" id="{BA733AB3-4459-C407-B4ED-6E074148D2CF}"/>
              </a:ext>
            </a:extLst>
          </p:cNvPr>
          <p:cNvSpPr txBox="1"/>
          <p:nvPr/>
        </p:nvSpPr>
        <p:spPr>
          <a:xfrm>
            <a:off x="583381" y="3954255"/>
            <a:ext cx="7920881" cy="381323"/>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Creamos la estructura del módulo con </a:t>
            </a:r>
            <a:r>
              <a:rPr lang="es-ES" b="1" dirty="0" err="1">
                <a:latin typeface="Arial Nova Cond" panose="020B0604020202020204" pitchFamily="34" charset="0"/>
              </a:rPr>
              <a:t>odoo</a:t>
            </a:r>
            <a:r>
              <a:rPr lang="es-ES" b="1" dirty="0">
                <a:latin typeface="Arial Nova Cond" panose="020B0604020202020204" pitchFamily="34" charset="0"/>
              </a:rPr>
              <a:t> </a:t>
            </a:r>
            <a:r>
              <a:rPr lang="es-ES" b="1" dirty="0" err="1">
                <a:latin typeface="Arial Nova Cond" panose="020B0604020202020204" pitchFamily="34" charset="0"/>
              </a:rPr>
              <a:t>scaffold</a:t>
            </a:r>
            <a:endParaRPr lang="es-ES" i="1" dirty="0">
              <a:latin typeface="Arial Nova Cond" panose="020B0604020202020204" pitchFamily="34" charset="0"/>
            </a:endParaRPr>
          </a:p>
        </p:txBody>
      </p:sp>
      <p:pic>
        <p:nvPicPr>
          <p:cNvPr id="17" name="Imagen 16" descr="odoo scaffold lista_tareas /mnt/extra-addons/">
            <a:extLst>
              <a:ext uri="{FF2B5EF4-FFF2-40B4-BE49-F238E27FC236}">
                <a16:creationId xmlns:a16="http://schemas.microsoft.com/office/drawing/2014/main" id="{FB8B704C-94E8-D06B-FEC1-014AF68B040E}"/>
              </a:ext>
            </a:extLst>
          </p:cNvPr>
          <p:cNvPicPr>
            <a:picLocks noChangeAspect="1"/>
          </p:cNvPicPr>
          <p:nvPr/>
        </p:nvPicPr>
        <p:blipFill>
          <a:blip r:embed="rId4"/>
          <a:stretch>
            <a:fillRect/>
          </a:stretch>
        </p:blipFill>
        <p:spPr>
          <a:xfrm>
            <a:off x="604713" y="4522289"/>
            <a:ext cx="6343551" cy="474609"/>
          </a:xfrm>
          <a:prstGeom prst="rect">
            <a:avLst/>
          </a:prstGeom>
        </p:spPr>
      </p:pic>
      <p:sp>
        <p:nvSpPr>
          <p:cNvPr id="18" name="3 CuadroTexto">
            <a:extLst>
              <a:ext uri="{FF2B5EF4-FFF2-40B4-BE49-F238E27FC236}">
                <a16:creationId xmlns:a16="http://schemas.microsoft.com/office/drawing/2014/main" id="{3FC6A4CE-3EC3-8DB2-1874-BABB18FE0771}"/>
              </a:ext>
            </a:extLst>
          </p:cNvPr>
          <p:cNvSpPr txBox="1"/>
          <p:nvPr/>
        </p:nvSpPr>
        <p:spPr>
          <a:xfrm>
            <a:off x="1609453" y="5310814"/>
            <a:ext cx="1416124" cy="808235"/>
          </a:xfrm>
          <a:prstGeom prst="rect">
            <a:avLst/>
          </a:prstGeom>
          <a:solidFill>
            <a:schemeClr val="accent1">
              <a:lumMod val="20000"/>
              <a:lumOff val="80000"/>
            </a:schemeClr>
          </a:solidFill>
        </p:spPr>
        <p:txBody>
          <a:bodyPr wrap="square" rtlCol="0">
            <a:spAutoFit/>
          </a:bodyPr>
          <a:lstStyle/>
          <a:p>
            <a:pPr algn="ctr">
              <a:lnSpc>
                <a:spcPct val="114000"/>
              </a:lnSpc>
              <a:spcBef>
                <a:spcPts val="600"/>
              </a:spcBef>
              <a:spcAft>
                <a:spcPts val="1200"/>
              </a:spcAft>
            </a:pPr>
            <a:r>
              <a:rPr lang="es-ES" sz="1400" dirty="0">
                <a:latin typeface="Arial Nova Cond" panose="020B0604020202020204" pitchFamily="34" charset="0"/>
              </a:rPr>
              <a:t>Quiero crear la estructura de un módulo</a:t>
            </a:r>
          </a:p>
        </p:txBody>
      </p:sp>
      <p:cxnSp>
        <p:nvCxnSpPr>
          <p:cNvPr id="19" name="Conector recto de flecha 18">
            <a:extLst>
              <a:ext uri="{FF2B5EF4-FFF2-40B4-BE49-F238E27FC236}">
                <a16:creationId xmlns:a16="http://schemas.microsoft.com/office/drawing/2014/main" id="{4F00A044-AB0C-311F-BAE4-82D421818926}"/>
              </a:ext>
              <a:ext uri="{C183D7F6-B498-43B3-948B-1728B52AA6E4}">
                <adec:decorative xmlns:adec="http://schemas.microsoft.com/office/drawing/2017/decorative" val="1"/>
              </a:ext>
            </a:extLst>
          </p:cNvPr>
          <p:cNvCxnSpPr>
            <a:cxnSpLocks/>
            <a:stCxn id="18" idx="0"/>
          </p:cNvCxnSpPr>
          <p:nvPr/>
        </p:nvCxnSpPr>
        <p:spPr>
          <a:xfrm flipV="1">
            <a:off x="2317515" y="4715451"/>
            <a:ext cx="1030349" cy="595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C1363B52-87E4-45D2-02F1-21C0C47604B6}"/>
              </a:ext>
              <a:ext uri="{C183D7F6-B498-43B3-948B-1728B52AA6E4}">
                <adec:decorative xmlns:adec="http://schemas.microsoft.com/office/drawing/2017/decorative" val="1"/>
              </a:ext>
            </a:extLst>
          </p:cNvPr>
          <p:cNvCxnSpPr>
            <a:cxnSpLocks/>
          </p:cNvCxnSpPr>
          <p:nvPr/>
        </p:nvCxnSpPr>
        <p:spPr>
          <a:xfrm flipV="1">
            <a:off x="4310602" y="4831328"/>
            <a:ext cx="189390" cy="9040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3 CuadroTexto">
            <a:extLst>
              <a:ext uri="{FF2B5EF4-FFF2-40B4-BE49-F238E27FC236}">
                <a16:creationId xmlns:a16="http://schemas.microsoft.com/office/drawing/2014/main" id="{BB2444F5-5B36-50FC-7685-0644DEE71EB7}"/>
              </a:ext>
            </a:extLst>
          </p:cNvPr>
          <p:cNvSpPr txBox="1"/>
          <p:nvPr/>
        </p:nvSpPr>
        <p:spPr>
          <a:xfrm>
            <a:off x="3641675" y="5573093"/>
            <a:ext cx="1416124" cy="808235"/>
          </a:xfrm>
          <a:prstGeom prst="rect">
            <a:avLst/>
          </a:prstGeom>
          <a:solidFill>
            <a:schemeClr val="accent1">
              <a:lumMod val="20000"/>
              <a:lumOff val="80000"/>
            </a:schemeClr>
          </a:solidFill>
        </p:spPr>
        <p:txBody>
          <a:bodyPr wrap="square" rtlCol="0">
            <a:spAutoFit/>
          </a:bodyPr>
          <a:lstStyle/>
          <a:p>
            <a:pPr algn="ctr">
              <a:lnSpc>
                <a:spcPct val="114000"/>
              </a:lnSpc>
              <a:spcBef>
                <a:spcPts val="600"/>
              </a:spcBef>
              <a:spcAft>
                <a:spcPts val="1200"/>
              </a:spcAft>
            </a:pPr>
            <a:r>
              <a:rPr lang="es-ES" sz="1400" dirty="0">
                <a:latin typeface="Arial Nova Cond" panose="020B0604020202020204" pitchFamily="34" charset="0"/>
              </a:rPr>
              <a:t>El módulo se llamará </a:t>
            </a:r>
            <a:r>
              <a:rPr lang="es-ES" sz="1400" b="1" dirty="0" err="1">
                <a:latin typeface="Arial Nova Cond" panose="020B0604020202020204" pitchFamily="34" charset="0"/>
              </a:rPr>
              <a:t>lista_tareas</a:t>
            </a:r>
            <a:endParaRPr lang="es-ES" sz="1400" dirty="0">
              <a:latin typeface="Arial Nova Cond" panose="020B0604020202020204" pitchFamily="34" charset="0"/>
            </a:endParaRPr>
          </a:p>
        </p:txBody>
      </p:sp>
      <p:cxnSp>
        <p:nvCxnSpPr>
          <p:cNvPr id="26" name="Conector recto de flecha 25">
            <a:extLst>
              <a:ext uri="{FF2B5EF4-FFF2-40B4-BE49-F238E27FC236}">
                <a16:creationId xmlns:a16="http://schemas.microsoft.com/office/drawing/2014/main" id="{20D34F54-C9C6-9E76-CE2F-66D24BE519FC}"/>
              </a:ext>
              <a:ext uri="{C183D7F6-B498-43B3-948B-1728B52AA6E4}">
                <adec:decorative xmlns:adec="http://schemas.microsoft.com/office/drawing/2017/decorative" val="1"/>
              </a:ext>
            </a:extLst>
          </p:cNvPr>
          <p:cNvCxnSpPr>
            <a:cxnSpLocks/>
          </p:cNvCxnSpPr>
          <p:nvPr/>
        </p:nvCxnSpPr>
        <p:spPr>
          <a:xfrm flipH="1" flipV="1">
            <a:off x="5905447" y="4798337"/>
            <a:ext cx="886783" cy="537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3 CuadroTexto">
            <a:extLst>
              <a:ext uri="{FF2B5EF4-FFF2-40B4-BE49-F238E27FC236}">
                <a16:creationId xmlns:a16="http://schemas.microsoft.com/office/drawing/2014/main" id="{0E28C571-253A-8491-3873-E30B44166933}"/>
              </a:ext>
            </a:extLst>
          </p:cNvPr>
          <p:cNvSpPr txBox="1"/>
          <p:nvPr/>
        </p:nvSpPr>
        <p:spPr>
          <a:xfrm>
            <a:off x="6084168" y="5117105"/>
            <a:ext cx="1656184" cy="808235"/>
          </a:xfrm>
          <a:prstGeom prst="rect">
            <a:avLst/>
          </a:prstGeom>
          <a:solidFill>
            <a:schemeClr val="accent1">
              <a:lumMod val="20000"/>
              <a:lumOff val="80000"/>
            </a:schemeClr>
          </a:solidFill>
        </p:spPr>
        <p:txBody>
          <a:bodyPr wrap="square" rtlCol="0">
            <a:spAutoFit/>
          </a:bodyPr>
          <a:lstStyle/>
          <a:p>
            <a:pPr algn="ctr">
              <a:lnSpc>
                <a:spcPct val="114000"/>
              </a:lnSpc>
              <a:spcBef>
                <a:spcPts val="600"/>
              </a:spcBef>
              <a:spcAft>
                <a:spcPts val="1200"/>
              </a:spcAft>
            </a:pPr>
            <a:r>
              <a:rPr lang="es-ES" sz="1400" dirty="0">
                <a:latin typeface="Arial Nova Cond" panose="020B0604020202020204" pitchFamily="34" charset="0"/>
              </a:rPr>
              <a:t>Se creará en el directorio de módulos de </a:t>
            </a:r>
            <a:r>
              <a:rPr lang="es-ES" sz="1400" dirty="0" err="1">
                <a:latin typeface="Arial Nova Cond" panose="020B0604020202020204" pitchFamily="34" charset="0"/>
              </a:rPr>
              <a:t>Odoo</a:t>
            </a:r>
            <a:endParaRPr lang="es-ES" sz="1400" dirty="0">
              <a:latin typeface="Arial Nova Cond" panose="020B0604020202020204" pitchFamily="34" charset="0"/>
            </a:endParaRPr>
          </a:p>
        </p:txBody>
      </p:sp>
      <p:sp>
        <p:nvSpPr>
          <p:cNvPr id="10" name="8 Rectángulo">
            <a:extLst>
              <a:ext uri="{FF2B5EF4-FFF2-40B4-BE49-F238E27FC236}">
                <a16:creationId xmlns:a16="http://schemas.microsoft.com/office/drawing/2014/main" id="{FB14685E-27A2-6B74-0746-C4FF612BC8EE}"/>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21 CuadroTexto">
            <a:extLst>
              <a:ext uri="{FF2B5EF4-FFF2-40B4-BE49-F238E27FC236}">
                <a16:creationId xmlns:a16="http://schemas.microsoft.com/office/drawing/2014/main" id="{C0105082-45FA-6C70-497E-D6FB8CCE4B41}"/>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ESTRUCTURA DE UN MÓDULO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ODOO SCAFFOLD</a:t>
            </a:r>
          </a:p>
        </p:txBody>
      </p:sp>
    </p:spTree>
    <p:extLst>
      <p:ext uri="{BB962C8B-B14F-4D97-AF65-F5344CB8AC3E}">
        <p14:creationId xmlns:p14="http://schemas.microsoft.com/office/powerpoint/2010/main" val="30531594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Rectángulo">
            <a:extLst>
              <a:ext uri="{FF2B5EF4-FFF2-40B4-BE49-F238E27FC236}">
                <a16:creationId xmlns:a16="http://schemas.microsoft.com/office/drawing/2014/main" id="{43CF19ED-3907-2505-4C8A-AF0D71890733}"/>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6 Rectángulo">
            <a:extLst>
              <a:ext uri="{FF2B5EF4-FFF2-40B4-BE49-F238E27FC236}">
                <a16:creationId xmlns:a16="http://schemas.microsoft.com/office/drawing/2014/main" id="{2EEDA13F-A558-B3FA-0673-6704EF4CA793}"/>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10 CuadroTexto">
            <a:extLst>
              <a:ext uri="{FF2B5EF4-FFF2-40B4-BE49-F238E27FC236}">
                <a16:creationId xmlns:a16="http://schemas.microsoft.com/office/drawing/2014/main" id="{02650B95-9E06-94EA-EE83-183478CAD2ED}"/>
              </a:ext>
              <a:ext uri="{C183D7F6-B498-43B3-948B-1728B52AA6E4}">
                <adec:decorative xmlns:adec="http://schemas.microsoft.com/office/drawing/2017/decorative" val="1"/>
              </a:ext>
            </a:extLst>
          </p:cNvPr>
          <p:cNvSpPr txBox="1"/>
          <p:nvPr/>
        </p:nvSpPr>
        <p:spPr>
          <a:xfrm>
            <a:off x="1043608" y="7820"/>
            <a:ext cx="2708947"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ODOO SCAFFOLD</a:t>
            </a:r>
          </a:p>
        </p:txBody>
      </p:sp>
      <p:sp>
        <p:nvSpPr>
          <p:cNvPr id="5" name="6 CuadroTexto">
            <a:extLst>
              <a:ext uri="{FF2B5EF4-FFF2-40B4-BE49-F238E27FC236}">
                <a16:creationId xmlns:a16="http://schemas.microsoft.com/office/drawing/2014/main" id="{3D44BAE6-4749-5A3E-9C51-5A8336F1AE6D}"/>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6" name="10 CuadroTexto">
            <a:extLst>
              <a:ext uri="{FF2B5EF4-FFF2-40B4-BE49-F238E27FC236}">
                <a16:creationId xmlns:a16="http://schemas.microsoft.com/office/drawing/2014/main" id="{2E6BE358-4EEA-5701-4245-B043B079BCFA}"/>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9" name="3 CuadroTexto">
            <a:extLst>
              <a:ext uri="{FF2B5EF4-FFF2-40B4-BE49-F238E27FC236}">
                <a16:creationId xmlns:a16="http://schemas.microsoft.com/office/drawing/2014/main" id="{D98EB39F-F760-5909-EB03-DBC0E2FBD233}"/>
              </a:ext>
            </a:extLst>
          </p:cNvPr>
          <p:cNvSpPr txBox="1"/>
          <p:nvPr/>
        </p:nvSpPr>
        <p:spPr>
          <a:xfrm>
            <a:off x="611559" y="908720"/>
            <a:ext cx="4392489" cy="1650195"/>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Recuerda que el directorio </a:t>
            </a:r>
            <a:r>
              <a:rPr lang="es-ES" i="1" dirty="0">
                <a:latin typeface="Arial Nova Cond" panose="020B0604020202020204" pitchFamily="34" charset="0"/>
              </a:rPr>
              <a:t>/</a:t>
            </a:r>
            <a:r>
              <a:rPr lang="es-ES" i="1" dirty="0" err="1">
                <a:latin typeface="Arial Nova Cond" panose="020B0604020202020204" pitchFamily="34" charset="0"/>
              </a:rPr>
              <a:t>mnt</a:t>
            </a:r>
            <a:r>
              <a:rPr lang="es-ES" i="1" dirty="0">
                <a:latin typeface="Arial Nova Cond" panose="020B0604020202020204" pitchFamily="34" charset="0"/>
              </a:rPr>
              <a:t>/</a:t>
            </a:r>
            <a:r>
              <a:rPr lang="es-ES" i="1" dirty="0" err="1">
                <a:latin typeface="Arial Nova Cond" panose="020B0604020202020204" pitchFamily="34" charset="0"/>
              </a:rPr>
              <a:t>extra-addons</a:t>
            </a:r>
            <a:r>
              <a:rPr lang="es-ES" i="1" dirty="0">
                <a:latin typeface="Arial Nova Cond" panose="020B0604020202020204" pitchFamily="34" charset="0"/>
              </a:rPr>
              <a:t> </a:t>
            </a:r>
            <a:r>
              <a:rPr lang="es-ES" dirty="0">
                <a:latin typeface="Arial Nova Cond" panose="020B0604020202020204" pitchFamily="34" charset="0"/>
              </a:rPr>
              <a:t>lo tenemos mapeado al directorio </a:t>
            </a:r>
            <a:r>
              <a:rPr lang="es-ES" i="1" dirty="0">
                <a:latin typeface="Arial Nova Cond" panose="020B0604020202020204" pitchFamily="34" charset="0"/>
              </a:rPr>
              <a:t>~/</a:t>
            </a:r>
            <a:r>
              <a:rPr lang="es-ES" i="1" dirty="0" err="1">
                <a:latin typeface="Arial Nova Cond" panose="020B0604020202020204" pitchFamily="34" charset="0"/>
              </a:rPr>
              <a:t>odooDesarrollo</a:t>
            </a:r>
            <a:r>
              <a:rPr lang="es-ES" i="1" dirty="0">
                <a:latin typeface="Arial Nova Cond" panose="020B0604020202020204" pitchFamily="34" charset="0"/>
              </a:rPr>
              <a:t>/</a:t>
            </a:r>
            <a:r>
              <a:rPr lang="es-ES" i="1" dirty="0" err="1">
                <a:latin typeface="Arial Nova Cond" panose="020B0604020202020204" pitchFamily="34" charset="0"/>
              </a:rPr>
              <a:t>volumesOdoo</a:t>
            </a:r>
            <a:r>
              <a:rPr lang="es-ES" i="1" dirty="0">
                <a:latin typeface="Arial Nova Cond" panose="020B0604020202020204" pitchFamily="34" charset="0"/>
              </a:rPr>
              <a:t>/</a:t>
            </a:r>
            <a:r>
              <a:rPr lang="es-ES" i="1" dirty="0" err="1">
                <a:latin typeface="Arial Nova Cond" panose="020B0604020202020204" pitchFamily="34" charset="0"/>
              </a:rPr>
              <a:t>addons</a:t>
            </a:r>
            <a:r>
              <a:rPr lang="es-ES" dirty="0">
                <a:latin typeface="Arial Nova Cond" panose="020B0604020202020204" pitchFamily="34" charset="0"/>
              </a:rPr>
              <a:t>, por lo que desde </a:t>
            </a:r>
            <a:r>
              <a:rPr lang="es-ES" dirty="0" err="1">
                <a:latin typeface="Arial Nova Cond" panose="020B0604020202020204" pitchFamily="34" charset="0"/>
              </a:rPr>
              <a:t>VSCode</a:t>
            </a:r>
            <a:r>
              <a:rPr lang="es-ES" dirty="0">
                <a:latin typeface="Arial Nova Cond" panose="020B0604020202020204" pitchFamily="34" charset="0"/>
              </a:rPr>
              <a:t> ya deberíamos de poder ver lo que ha creado.</a:t>
            </a:r>
            <a:endParaRPr lang="es-ES" dirty="0">
              <a:latin typeface="Consolas" panose="020B0609020204030204" pitchFamily="49" charset="0"/>
            </a:endParaRPr>
          </a:p>
        </p:txBody>
      </p:sp>
      <p:pic>
        <p:nvPicPr>
          <p:cNvPr id="14" name="Imagen 13">
            <a:extLst>
              <a:ext uri="{FF2B5EF4-FFF2-40B4-BE49-F238E27FC236}">
                <a16:creationId xmlns:a16="http://schemas.microsoft.com/office/drawing/2014/main" id="{D2A8EB3D-76B1-6D8C-577E-3D59AFDAA2BF}"/>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292081" y="908720"/>
            <a:ext cx="3240360" cy="5404870"/>
          </a:xfrm>
          <a:prstGeom prst="rect">
            <a:avLst/>
          </a:prstGeom>
        </p:spPr>
      </p:pic>
      <p:sp>
        <p:nvSpPr>
          <p:cNvPr id="10" name="8 Rectángulo">
            <a:extLst>
              <a:ext uri="{FF2B5EF4-FFF2-40B4-BE49-F238E27FC236}">
                <a16:creationId xmlns:a16="http://schemas.microsoft.com/office/drawing/2014/main" id="{08ADE369-D8FE-DEFE-3AD7-61C1C454F772}"/>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21 CuadroTexto">
            <a:extLst>
              <a:ext uri="{FF2B5EF4-FFF2-40B4-BE49-F238E27FC236}">
                <a16:creationId xmlns:a16="http://schemas.microsoft.com/office/drawing/2014/main" id="{FD91D156-B0E4-85B1-E9EA-30A5021E41B1}"/>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ESTRUCTURA DE UN MÓDULO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DIRECTORIOS Y FICHEROS</a:t>
            </a:r>
          </a:p>
        </p:txBody>
      </p:sp>
    </p:spTree>
    <p:extLst>
      <p:ext uri="{BB962C8B-B14F-4D97-AF65-F5344CB8AC3E}">
        <p14:creationId xmlns:p14="http://schemas.microsoft.com/office/powerpoint/2010/main" val="17567874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Rectángulo">
            <a:extLst>
              <a:ext uri="{FF2B5EF4-FFF2-40B4-BE49-F238E27FC236}">
                <a16:creationId xmlns:a16="http://schemas.microsoft.com/office/drawing/2014/main" id="{15C7E33E-2546-4885-840D-E412C620DF25}"/>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6 Rectángulo">
            <a:extLst>
              <a:ext uri="{FF2B5EF4-FFF2-40B4-BE49-F238E27FC236}">
                <a16:creationId xmlns:a16="http://schemas.microsoft.com/office/drawing/2014/main" id="{A0195620-6287-8D27-C091-A7591C40856A}"/>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10 CuadroTexto">
            <a:extLst>
              <a:ext uri="{FF2B5EF4-FFF2-40B4-BE49-F238E27FC236}">
                <a16:creationId xmlns:a16="http://schemas.microsoft.com/office/drawing/2014/main" id="{0F369D3D-E2C6-6876-E48F-8D2D27C9383E}"/>
              </a:ext>
              <a:ext uri="{C183D7F6-B498-43B3-948B-1728B52AA6E4}">
                <adec:decorative xmlns:adec="http://schemas.microsoft.com/office/drawing/2017/decorative" val="1"/>
              </a:ext>
            </a:extLst>
          </p:cNvPr>
          <p:cNvSpPr txBox="1"/>
          <p:nvPr/>
        </p:nvSpPr>
        <p:spPr>
          <a:xfrm>
            <a:off x="1043608" y="7820"/>
            <a:ext cx="3774944"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FICHEROS DEL MÓDULO</a:t>
            </a:r>
          </a:p>
        </p:txBody>
      </p:sp>
      <p:sp>
        <p:nvSpPr>
          <p:cNvPr id="5" name="6 CuadroTexto">
            <a:extLst>
              <a:ext uri="{FF2B5EF4-FFF2-40B4-BE49-F238E27FC236}">
                <a16:creationId xmlns:a16="http://schemas.microsoft.com/office/drawing/2014/main" id="{24D590F3-E29E-50B3-1D27-E443C4C9F3D9}"/>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6" name="10 CuadroTexto">
            <a:extLst>
              <a:ext uri="{FF2B5EF4-FFF2-40B4-BE49-F238E27FC236}">
                <a16:creationId xmlns:a16="http://schemas.microsoft.com/office/drawing/2014/main" id="{8490B4CD-3B6C-E8B6-E94A-81C8E516ECF3}"/>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9" name="3 CuadroTexto">
            <a:extLst>
              <a:ext uri="{FF2B5EF4-FFF2-40B4-BE49-F238E27FC236}">
                <a16:creationId xmlns:a16="http://schemas.microsoft.com/office/drawing/2014/main" id="{852E76BF-4D4A-D339-32B3-825450604794}"/>
              </a:ext>
            </a:extLst>
          </p:cNvPr>
          <p:cNvSpPr txBox="1"/>
          <p:nvPr/>
        </p:nvSpPr>
        <p:spPr>
          <a:xfrm>
            <a:off x="611559" y="908720"/>
            <a:ext cx="7848873" cy="4298356"/>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Los ficheros generados son:</a:t>
            </a:r>
          </a:p>
          <a:p>
            <a:pPr marL="285750" indent="-285750" algn="just">
              <a:lnSpc>
                <a:spcPct val="114000"/>
              </a:lnSpc>
              <a:spcBef>
                <a:spcPts val="600"/>
              </a:spcBef>
              <a:spcAft>
                <a:spcPts val="1200"/>
              </a:spcAft>
              <a:buFont typeface="Arial" panose="020B0604020202020204" pitchFamily="34" charset="0"/>
              <a:buChar char="•"/>
            </a:pPr>
            <a:r>
              <a:rPr lang="es-ES" b="1" dirty="0" err="1">
                <a:latin typeface="Arial Nova Cond" panose="020B0604020202020204" pitchFamily="34" charset="0"/>
              </a:rPr>
              <a:t>models</a:t>
            </a:r>
            <a:r>
              <a:rPr lang="es-ES" b="1" dirty="0">
                <a:latin typeface="Arial Nova Cond" panose="020B0604020202020204" pitchFamily="34" charset="0"/>
              </a:rPr>
              <a:t>/models.py</a:t>
            </a:r>
            <a:r>
              <a:rPr lang="es-ES" dirty="0">
                <a:latin typeface="Arial Nova Cond" panose="020B0604020202020204" pitchFamily="34" charset="0"/>
              </a:rPr>
              <a:t>: define un ejemplo del modelo de datos y sus campos</a:t>
            </a:r>
          </a:p>
          <a:p>
            <a:pPr marL="285750" indent="-285750" algn="just">
              <a:lnSpc>
                <a:spcPct val="114000"/>
              </a:lnSpc>
              <a:spcBef>
                <a:spcPts val="600"/>
              </a:spcBef>
              <a:spcAft>
                <a:spcPts val="1200"/>
              </a:spcAft>
              <a:buFont typeface="Arial" panose="020B0604020202020204" pitchFamily="34" charset="0"/>
              <a:buChar char="•"/>
            </a:pPr>
            <a:r>
              <a:rPr lang="es-ES" b="1" dirty="0" err="1">
                <a:latin typeface="Arial Nova Cond" panose="020B0604020202020204" pitchFamily="34" charset="0"/>
              </a:rPr>
              <a:t>views</a:t>
            </a:r>
            <a:r>
              <a:rPr lang="es-ES" b="1" dirty="0">
                <a:latin typeface="Arial Nova Cond" panose="020B0604020202020204" pitchFamily="34" charset="0"/>
              </a:rPr>
              <a:t>/views.xml: </a:t>
            </a:r>
            <a:r>
              <a:rPr lang="es-ES" dirty="0">
                <a:latin typeface="Arial Nova Cond" panose="020B0604020202020204" pitchFamily="34" charset="0"/>
              </a:rPr>
              <a:t>describe las vistas de nuestro módulo</a:t>
            </a:r>
          </a:p>
          <a:p>
            <a:pPr marL="285750" indent="-285750" algn="just">
              <a:lnSpc>
                <a:spcPct val="114000"/>
              </a:lnSpc>
              <a:spcBef>
                <a:spcPts val="600"/>
              </a:spcBef>
              <a:spcAft>
                <a:spcPts val="1200"/>
              </a:spcAft>
              <a:buFont typeface="Arial" panose="020B0604020202020204" pitchFamily="34" charset="0"/>
              <a:buChar char="•"/>
            </a:pPr>
            <a:r>
              <a:rPr lang="es-ES" b="1" dirty="0">
                <a:latin typeface="Arial Nova Cond" panose="020B0604020202020204" pitchFamily="34" charset="0"/>
              </a:rPr>
              <a:t>demo/demo.xml: </a:t>
            </a:r>
            <a:r>
              <a:rPr lang="es-ES" dirty="0">
                <a:latin typeface="Arial Nova Cond" panose="020B0604020202020204" pitchFamily="34" charset="0"/>
              </a:rPr>
              <a:t>incluye datos "demo" para el ejemplo propuesto de modelo</a:t>
            </a:r>
          </a:p>
          <a:p>
            <a:pPr marL="285750" indent="-285750" algn="just">
              <a:lnSpc>
                <a:spcPct val="114000"/>
              </a:lnSpc>
              <a:spcBef>
                <a:spcPts val="600"/>
              </a:spcBef>
              <a:spcAft>
                <a:spcPts val="1200"/>
              </a:spcAft>
              <a:buFont typeface="Arial" panose="020B0604020202020204" pitchFamily="34" charset="0"/>
              <a:buChar char="•"/>
            </a:pPr>
            <a:r>
              <a:rPr lang="es-ES" b="1" dirty="0" err="1">
                <a:latin typeface="Arial Nova Cond" panose="020B0604020202020204" pitchFamily="34" charset="0"/>
              </a:rPr>
              <a:t>controllers</a:t>
            </a:r>
            <a:r>
              <a:rPr lang="es-ES" b="1" dirty="0">
                <a:latin typeface="Arial Nova Cond" panose="020B0604020202020204" pitchFamily="34" charset="0"/>
              </a:rPr>
              <a:t>/controllers.py: </a:t>
            </a:r>
            <a:r>
              <a:rPr lang="es-ES" dirty="0">
                <a:latin typeface="Arial Nova Cond" panose="020B0604020202020204" pitchFamily="34" charset="0"/>
              </a:rPr>
              <a:t>contiene un ejemplo de controlador de rutas</a:t>
            </a:r>
          </a:p>
          <a:p>
            <a:pPr marL="285750" indent="-285750" algn="just">
              <a:lnSpc>
                <a:spcPct val="114000"/>
              </a:lnSpc>
              <a:spcBef>
                <a:spcPts val="600"/>
              </a:spcBef>
              <a:spcAft>
                <a:spcPts val="1200"/>
              </a:spcAft>
              <a:buFont typeface="Arial" panose="020B0604020202020204" pitchFamily="34" charset="0"/>
              <a:buChar char="•"/>
            </a:pPr>
            <a:r>
              <a:rPr lang="es-ES" b="1" dirty="0" err="1">
                <a:latin typeface="Arial Nova Cond" panose="020B0604020202020204" pitchFamily="34" charset="0"/>
              </a:rPr>
              <a:t>views</a:t>
            </a:r>
            <a:r>
              <a:rPr lang="es-ES" b="1" dirty="0">
                <a:latin typeface="Arial Nova Cond" panose="020B0604020202020204" pitchFamily="34" charset="0"/>
              </a:rPr>
              <a:t>/templates.xml: </a:t>
            </a:r>
            <a:r>
              <a:rPr lang="es-ES" dirty="0">
                <a:latin typeface="Arial Nova Cond" panose="020B0604020202020204" pitchFamily="34" charset="0"/>
              </a:rPr>
              <a:t>contiene dos ejemplos de vistas "</a:t>
            </a:r>
            <a:r>
              <a:rPr lang="es-ES" dirty="0" err="1">
                <a:latin typeface="Arial Nova Cond" panose="020B0604020202020204" pitchFamily="34" charset="0"/>
              </a:rPr>
              <a:t>qweb</a:t>
            </a:r>
            <a:r>
              <a:rPr lang="es-ES" dirty="0">
                <a:latin typeface="Arial Nova Cond" panose="020B0604020202020204" pitchFamily="34" charset="0"/>
              </a:rPr>
              <a:t>" usado por el controlador de rutas.</a:t>
            </a:r>
          </a:p>
          <a:p>
            <a:pPr marL="285750" indent="-285750" algn="just">
              <a:lnSpc>
                <a:spcPct val="114000"/>
              </a:lnSpc>
              <a:spcBef>
                <a:spcPts val="600"/>
              </a:spcBef>
              <a:spcAft>
                <a:spcPts val="1200"/>
              </a:spcAft>
              <a:buFont typeface="Arial" panose="020B0604020202020204" pitchFamily="34" charset="0"/>
              <a:buChar char="•"/>
            </a:pPr>
            <a:r>
              <a:rPr lang="es-ES" b="1" dirty="0">
                <a:latin typeface="Arial Nova Cond" panose="020B0604020202020204" pitchFamily="34" charset="0"/>
              </a:rPr>
              <a:t>__manifest__.py: </a:t>
            </a:r>
            <a:r>
              <a:rPr lang="es-ES" dirty="0">
                <a:latin typeface="Arial Nova Cond" panose="020B0604020202020204" pitchFamily="34" charset="0"/>
              </a:rPr>
              <a:t>incluye información como el título, descripción, ficheros a cargar, …</a:t>
            </a:r>
            <a:endParaRPr lang="es-ES" dirty="0">
              <a:latin typeface="Consolas" panose="020B0609020204030204" pitchFamily="49" charset="0"/>
            </a:endParaRPr>
          </a:p>
        </p:txBody>
      </p:sp>
      <p:sp>
        <p:nvSpPr>
          <p:cNvPr id="10" name="8 Rectángulo">
            <a:extLst>
              <a:ext uri="{FF2B5EF4-FFF2-40B4-BE49-F238E27FC236}">
                <a16:creationId xmlns:a16="http://schemas.microsoft.com/office/drawing/2014/main" id="{41A7B418-DAA6-10CC-7973-D31A5EA4DAB7}"/>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21 CuadroTexto">
            <a:extLst>
              <a:ext uri="{FF2B5EF4-FFF2-40B4-BE49-F238E27FC236}">
                <a16:creationId xmlns:a16="http://schemas.microsoft.com/office/drawing/2014/main" id="{BC22C818-50D1-8A4C-B66F-025050F24BFA}"/>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ESTRUCTURA DE UN MÓDULO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DIRECTORIOS Y FICHEROS</a:t>
            </a:r>
          </a:p>
        </p:txBody>
      </p:sp>
    </p:spTree>
    <p:extLst>
      <p:ext uri="{BB962C8B-B14F-4D97-AF65-F5344CB8AC3E}">
        <p14:creationId xmlns:p14="http://schemas.microsoft.com/office/powerpoint/2010/main" val="4397928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Rectángulo">
            <a:extLst>
              <a:ext uri="{FF2B5EF4-FFF2-40B4-BE49-F238E27FC236}">
                <a16:creationId xmlns:a16="http://schemas.microsoft.com/office/drawing/2014/main" id="{8BAAC381-05A7-E2E6-93E5-6E23F3E5EE69}"/>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6 Rectángulo">
            <a:extLst>
              <a:ext uri="{FF2B5EF4-FFF2-40B4-BE49-F238E27FC236}">
                <a16:creationId xmlns:a16="http://schemas.microsoft.com/office/drawing/2014/main" id="{D643E0BD-7BCC-54C9-B5E1-0C18CA52C0A3}"/>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10 CuadroTexto">
            <a:extLst>
              <a:ext uri="{FF2B5EF4-FFF2-40B4-BE49-F238E27FC236}">
                <a16:creationId xmlns:a16="http://schemas.microsoft.com/office/drawing/2014/main" id="{4091B24E-F63F-1D4D-2636-78C9AAD3250C}"/>
              </a:ext>
              <a:ext uri="{C183D7F6-B498-43B3-948B-1728B52AA6E4}">
                <adec:decorative xmlns:adec="http://schemas.microsoft.com/office/drawing/2017/decorative" val="1"/>
              </a:ext>
            </a:extLst>
          </p:cNvPr>
          <p:cNvSpPr txBox="1"/>
          <p:nvPr/>
        </p:nvSpPr>
        <p:spPr>
          <a:xfrm>
            <a:off x="1043608" y="7820"/>
            <a:ext cx="4521302"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ACTUALIZACIÓN DE CAMBIOS</a:t>
            </a:r>
          </a:p>
        </p:txBody>
      </p:sp>
      <p:sp>
        <p:nvSpPr>
          <p:cNvPr id="5" name="6 CuadroTexto">
            <a:extLst>
              <a:ext uri="{FF2B5EF4-FFF2-40B4-BE49-F238E27FC236}">
                <a16:creationId xmlns:a16="http://schemas.microsoft.com/office/drawing/2014/main" id="{69E84E75-E64F-4089-3F97-7E05B53F129C}"/>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6" name="10 CuadroTexto">
            <a:extLst>
              <a:ext uri="{FF2B5EF4-FFF2-40B4-BE49-F238E27FC236}">
                <a16:creationId xmlns:a16="http://schemas.microsoft.com/office/drawing/2014/main" id="{F7616663-1170-1A1F-8B76-2CC69B61F2A2}"/>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9" name="3 CuadroTexto">
            <a:extLst>
              <a:ext uri="{FF2B5EF4-FFF2-40B4-BE49-F238E27FC236}">
                <a16:creationId xmlns:a16="http://schemas.microsoft.com/office/drawing/2014/main" id="{0682F47A-C4EB-E419-470B-9D0F8B116513}"/>
              </a:ext>
            </a:extLst>
          </p:cNvPr>
          <p:cNvSpPr txBox="1"/>
          <p:nvPr/>
        </p:nvSpPr>
        <p:spPr>
          <a:xfrm>
            <a:off x="611559" y="908720"/>
            <a:ext cx="7848873" cy="1018612"/>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Como estamos trabajando en </a:t>
            </a:r>
            <a:r>
              <a:rPr lang="es-ES" b="1" dirty="0">
                <a:latin typeface="Arial Nova Cond" panose="020B0604020202020204" pitchFamily="34" charset="0"/>
              </a:rPr>
              <a:t>modo desarrollo </a:t>
            </a:r>
            <a:r>
              <a:rPr lang="es-ES" dirty="0">
                <a:latin typeface="Arial Nova Cond" panose="020B0604020202020204" pitchFamily="34" charset="0"/>
              </a:rPr>
              <a:t>(opción --</a:t>
            </a:r>
            <a:r>
              <a:rPr lang="es-ES" dirty="0" err="1">
                <a:latin typeface="Arial Nova Cond" panose="020B0604020202020204" pitchFamily="34" charset="0"/>
              </a:rPr>
              <a:t>dev</a:t>
            </a:r>
            <a:r>
              <a:rPr lang="es-ES" dirty="0">
                <a:latin typeface="Arial Nova Cond" panose="020B0604020202020204" pitchFamily="34" charset="0"/>
              </a:rPr>
              <a:t>=</a:t>
            </a:r>
            <a:r>
              <a:rPr lang="es-ES" dirty="0" err="1">
                <a:latin typeface="Arial Nova Cond" panose="020B0604020202020204" pitchFamily="34" charset="0"/>
              </a:rPr>
              <a:t>all</a:t>
            </a:r>
            <a:r>
              <a:rPr lang="es-ES" dirty="0">
                <a:latin typeface="Arial Nova Cond" panose="020B0604020202020204" pitchFamily="34" charset="0"/>
              </a:rPr>
              <a:t>), el servidor lee cada vez las vistas, datos y código Python directamente de los ficheros, por lo que no es necesario reiniciar el servicio ni actualizar el módulo para ver los cambios.</a:t>
            </a:r>
            <a:endParaRPr lang="es-ES" dirty="0">
              <a:latin typeface="Consolas" panose="020B0609020204030204" pitchFamily="49" charset="0"/>
            </a:endParaRPr>
          </a:p>
        </p:txBody>
      </p:sp>
      <p:sp>
        <p:nvSpPr>
          <p:cNvPr id="10" name="3 CuadroTexto">
            <a:extLst>
              <a:ext uri="{FF2B5EF4-FFF2-40B4-BE49-F238E27FC236}">
                <a16:creationId xmlns:a16="http://schemas.microsoft.com/office/drawing/2014/main" id="{CA09C7EB-2219-BC1D-C8BB-90340C4ACF27}"/>
              </a:ext>
            </a:extLst>
          </p:cNvPr>
          <p:cNvSpPr txBox="1"/>
          <p:nvPr/>
        </p:nvSpPr>
        <p:spPr>
          <a:xfrm>
            <a:off x="638249" y="2320740"/>
            <a:ext cx="7848873" cy="2737737"/>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En un </a:t>
            </a:r>
            <a:r>
              <a:rPr lang="es-ES" b="1" dirty="0">
                <a:latin typeface="Arial Nova Cond" panose="020B0604020202020204" pitchFamily="34" charset="0"/>
              </a:rPr>
              <a:t>entorno de producción </a:t>
            </a:r>
            <a:r>
              <a:rPr lang="es-ES" dirty="0">
                <a:latin typeface="Arial Nova Cond" panose="020B0604020202020204" pitchFamily="34" charset="0"/>
              </a:rPr>
              <a:t>la cosa es diferente:</a:t>
            </a:r>
          </a:p>
          <a:p>
            <a:pPr marL="285750" indent="-285750" algn="just">
              <a:lnSpc>
                <a:spcPct val="114000"/>
              </a:lnSpc>
              <a:spcBef>
                <a:spcPts val="600"/>
              </a:spcBef>
              <a:spcAft>
                <a:spcPts val="1200"/>
              </a:spcAft>
              <a:buFont typeface="Arial" panose="020B0604020202020204" pitchFamily="34" charset="0"/>
              <a:buChar char="•"/>
            </a:pPr>
            <a:r>
              <a:rPr lang="es-ES" dirty="0">
                <a:latin typeface="Arial Nova Cond" panose="020B0604020202020204" pitchFamily="34" charset="0"/>
              </a:rPr>
              <a:t>Las vistas, datos,… (todo lo que esté en XML) se guardan en la base de datos al instalar el módulo, así que solo se actualiza cuando se instala o actualiza el módulo.</a:t>
            </a:r>
          </a:p>
          <a:p>
            <a:pPr marL="285750" indent="-285750" algn="just">
              <a:lnSpc>
                <a:spcPct val="114000"/>
              </a:lnSpc>
              <a:spcBef>
                <a:spcPts val="600"/>
              </a:spcBef>
              <a:spcAft>
                <a:spcPts val="1200"/>
              </a:spcAft>
              <a:buFont typeface="Arial" panose="020B0604020202020204" pitchFamily="34" charset="0"/>
              <a:buChar char="•"/>
            </a:pPr>
            <a:r>
              <a:rPr lang="es-ES" dirty="0">
                <a:latin typeface="Arial Nova Cond" panose="020B0604020202020204" pitchFamily="34" charset="0"/>
              </a:rPr>
              <a:t>Los ficheros Python son cargados cada vez que se inicia el servicio </a:t>
            </a:r>
            <a:r>
              <a:rPr lang="es-ES" dirty="0" err="1">
                <a:latin typeface="Arial Nova Cond" panose="020B0604020202020204" pitchFamily="34" charset="0"/>
              </a:rPr>
              <a:t>Odoo</a:t>
            </a:r>
            <a:r>
              <a:rPr lang="es-ES" dirty="0">
                <a:latin typeface="Arial Nova Cond" panose="020B0604020202020204" pitchFamily="34" charset="0"/>
              </a:rPr>
              <a:t>, por lo que, para que se apliquen los cambios hay dos opciones: recargar el módulo o reiniciar el servicio </a:t>
            </a:r>
            <a:r>
              <a:rPr lang="es-ES" dirty="0" err="1">
                <a:latin typeface="Arial Nova Cond" panose="020B0604020202020204" pitchFamily="34" charset="0"/>
              </a:rPr>
              <a:t>Odoo</a:t>
            </a:r>
            <a:r>
              <a:rPr lang="es-ES" dirty="0">
                <a:latin typeface="Arial Nova Cond" panose="020B0604020202020204" pitchFamily="34" charset="0"/>
              </a:rPr>
              <a:t>.</a:t>
            </a:r>
          </a:p>
        </p:txBody>
      </p:sp>
      <p:sp>
        <p:nvSpPr>
          <p:cNvPr id="11" name="8 Rectángulo">
            <a:extLst>
              <a:ext uri="{FF2B5EF4-FFF2-40B4-BE49-F238E27FC236}">
                <a16:creationId xmlns:a16="http://schemas.microsoft.com/office/drawing/2014/main" id="{D34E8F16-1E6D-4FE3-1CE0-1BF75F2E1670}"/>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21 CuadroTexto">
            <a:extLst>
              <a:ext uri="{FF2B5EF4-FFF2-40B4-BE49-F238E27FC236}">
                <a16:creationId xmlns:a16="http://schemas.microsoft.com/office/drawing/2014/main" id="{78F4BDBB-F297-5DEB-E4B3-1595924036A7}"/>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ESTRUCTURA DE UN MÓDULO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DIRECTORIOS Y FICHEROS</a:t>
            </a:r>
          </a:p>
        </p:txBody>
      </p:sp>
    </p:spTree>
    <p:extLst>
      <p:ext uri="{BB962C8B-B14F-4D97-AF65-F5344CB8AC3E}">
        <p14:creationId xmlns:p14="http://schemas.microsoft.com/office/powerpoint/2010/main" val="34838717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Rectángulo">
            <a:extLst>
              <a:ext uri="{FF2B5EF4-FFF2-40B4-BE49-F238E27FC236}">
                <a16:creationId xmlns:a16="http://schemas.microsoft.com/office/drawing/2014/main" id="{3DEE82AE-4C6A-7482-6E39-15E12885FBC0}"/>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6 Rectángulo">
            <a:extLst>
              <a:ext uri="{FF2B5EF4-FFF2-40B4-BE49-F238E27FC236}">
                <a16:creationId xmlns:a16="http://schemas.microsoft.com/office/drawing/2014/main" id="{833A7248-82AB-555D-4572-9F5FB444F764}"/>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10 CuadroTexto">
            <a:extLst>
              <a:ext uri="{FF2B5EF4-FFF2-40B4-BE49-F238E27FC236}">
                <a16:creationId xmlns:a16="http://schemas.microsoft.com/office/drawing/2014/main" id="{AC2D76A3-0C79-90EF-2F24-530287738C0A}"/>
              </a:ext>
              <a:ext uri="{C183D7F6-B498-43B3-948B-1728B52AA6E4}">
                <adec:decorative xmlns:adec="http://schemas.microsoft.com/office/drawing/2017/decorative" val="1"/>
              </a:ext>
            </a:extLst>
          </p:cNvPr>
          <p:cNvSpPr txBox="1"/>
          <p:nvPr/>
        </p:nvSpPr>
        <p:spPr>
          <a:xfrm>
            <a:off x="1043608" y="7820"/>
            <a:ext cx="2860014"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__MANIFEST.PY__</a:t>
            </a:r>
          </a:p>
        </p:txBody>
      </p:sp>
      <p:sp>
        <p:nvSpPr>
          <p:cNvPr id="5" name="6 CuadroTexto">
            <a:extLst>
              <a:ext uri="{FF2B5EF4-FFF2-40B4-BE49-F238E27FC236}">
                <a16:creationId xmlns:a16="http://schemas.microsoft.com/office/drawing/2014/main" id="{BD1E4572-9F94-125E-EA95-4856E63B2E75}"/>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6" name="10 CuadroTexto">
            <a:extLst>
              <a:ext uri="{FF2B5EF4-FFF2-40B4-BE49-F238E27FC236}">
                <a16:creationId xmlns:a16="http://schemas.microsoft.com/office/drawing/2014/main" id="{B5C4B9CE-B6E4-9C8C-CC2C-9C1F651E3B25}"/>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9" name="3 CuadroTexto">
            <a:extLst>
              <a:ext uri="{FF2B5EF4-FFF2-40B4-BE49-F238E27FC236}">
                <a16:creationId xmlns:a16="http://schemas.microsoft.com/office/drawing/2014/main" id="{D756E92A-6F1D-C64B-850A-1BA1E9F904AF}"/>
              </a:ext>
            </a:extLst>
          </p:cNvPr>
          <p:cNvSpPr txBox="1"/>
          <p:nvPr/>
        </p:nvSpPr>
        <p:spPr>
          <a:xfrm>
            <a:off x="611559" y="908720"/>
            <a:ext cx="7848873" cy="4977196"/>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Vamos a ver cómo haríamos un módulo que gestione una lista de tareas.</a:t>
            </a:r>
          </a:p>
          <a:p>
            <a:pPr algn="just">
              <a:lnSpc>
                <a:spcPct val="114000"/>
              </a:lnSpc>
              <a:spcBef>
                <a:spcPts val="600"/>
              </a:spcBef>
              <a:spcAft>
                <a:spcPts val="1200"/>
              </a:spcAft>
            </a:pPr>
            <a:r>
              <a:rPr lang="es-ES" dirty="0">
                <a:latin typeface="Arial Nova Cond" panose="020B0604020202020204" pitchFamily="34" charset="0"/>
              </a:rPr>
              <a:t>Comenzamos introduciendo los datos en el archivo __manifest__.py. Los campos más relevantes son:</a:t>
            </a:r>
          </a:p>
          <a:p>
            <a:pPr marL="285750" indent="-285750" algn="just">
              <a:lnSpc>
                <a:spcPct val="114000"/>
              </a:lnSpc>
              <a:spcBef>
                <a:spcPts val="600"/>
              </a:spcBef>
              <a:buFont typeface="Arial" panose="020B0604020202020204" pitchFamily="34" charset="0"/>
              <a:buChar char="•"/>
            </a:pPr>
            <a:r>
              <a:rPr lang="es-ES" sz="1600" b="1" dirty="0" err="1">
                <a:latin typeface="Arial Nova Cond" panose="020B0604020202020204" pitchFamily="34" charset="0"/>
              </a:rPr>
              <a:t>name</a:t>
            </a:r>
            <a:r>
              <a:rPr lang="es-ES" sz="1600" dirty="0">
                <a:latin typeface="Arial Nova Cond" panose="020B0604020202020204" pitchFamily="34" charset="0"/>
              </a:rPr>
              <a:t>: nombre que tendrá el módulo</a:t>
            </a:r>
          </a:p>
          <a:p>
            <a:pPr marL="285750" indent="-285750" algn="just">
              <a:lnSpc>
                <a:spcPct val="114000"/>
              </a:lnSpc>
              <a:spcBef>
                <a:spcPts val="600"/>
              </a:spcBef>
              <a:buFont typeface="Arial" panose="020B0604020202020204" pitchFamily="34" charset="0"/>
              <a:buChar char="•"/>
            </a:pPr>
            <a:r>
              <a:rPr lang="es-ES" sz="1600" b="1" dirty="0" err="1">
                <a:latin typeface="Arial Nova Cond" panose="020B0604020202020204" pitchFamily="34" charset="0"/>
              </a:rPr>
              <a:t>summary</a:t>
            </a:r>
            <a:r>
              <a:rPr lang="es-ES" sz="1600" dirty="0">
                <a:latin typeface="Arial Nova Cond" panose="020B0604020202020204" pitchFamily="34" charset="0"/>
              </a:rPr>
              <a:t> y </a:t>
            </a:r>
            <a:r>
              <a:rPr lang="es-ES" sz="1600" b="1" dirty="0" err="1">
                <a:latin typeface="Arial Nova Cond" panose="020B0604020202020204" pitchFamily="34" charset="0"/>
              </a:rPr>
              <a:t>description</a:t>
            </a:r>
            <a:r>
              <a:rPr lang="es-ES" sz="1600" dirty="0">
                <a:latin typeface="Arial Nova Cond" panose="020B0604020202020204" pitchFamily="34" charset="0"/>
              </a:rPr>
              <a:t>: resumen y descripción del módulo</a:t>
            </a:r>
          </a:p>
          <a:p>
            <a:pPr marL="285750" indent="-285750" algn="just">
              <a:lnSpc>
                <a:spcPct val="114000"/>
              </a:lnSpc>
              <a:spcBef>
                <a:spcPts val="600"/>
              </a:spcBef>
              <a:buFont typeface="Arial" panose="020B0604020202020204" pitchFamily="34" charset="0"/>
              <a:buChar char="•"/>
            </a:pPr>
            <a:r>
              <a:rPr lang="es-ES" sz="1600" b="1" dirty="0" err="1">
                <a:latin typeface="Arial Nova Cond" panose="020B0604020202020204" pitchFamily="34" charset="0"/>
              </a:rPr>
              <a:t>author</a:t>
            </a:r>
            <a:r>
              <a:rPr lang="es-ES" sz="1600" dirty="0">
                <a:latin typeface="Arial Nova Cond" panose="020B0604020202020204" pitchFamily="34" charset="0"/>
              </a:rPr>
              <a:t> y </a:t>
            </a:r>
            <a:r>
              <a:rPr lang="es-ES" sz="1600" b="1" dirty="0" err="1">
                <a:latin typeface="Arial Nova Cond" panose="020B0604020202020204" pitchFamily="34" charset="0"/>
              </a:rPr>
              <a:t>website</a:t>
            </a:r>
            <a:r>
              <a:rPr lang="es-ES" sz="1600" dirty="0">
                <a:latin typeface="Arial Nova Cond" panose="020B0604020202020204" pitchFamily="34" charset="0"/>
              </a:rPr>
              <a:t>: autor y página web del módulo</a:t>
            </a:r>
          </a:p>
          <a:p>
            <a:pPr marL="285750" indent="-285750" algn="just">
              <a:lnSpc>
                <a:spcPct val="114000"/>
              </a:lnSpc>
              <a:spcBef>
                <a:spcPts val="600"/>
              </a:spcBef>
              <a:buFont typeface="Arial" panose="020B0604020202020204" pitchFamily="34" charset="0"/>
              <a:buChar char="•"/>
            </a:pPr>
            <a:r>
              <a:rPr lang="es-ES" sz="1600" b="1" dirty="0" err="1">
                <a:latin typeface="Arial Nova Cond" panose="020B0604020202020204" pitchFamily="34" charset="0"/>
              </a:rPr>
              <a:t>application</a:t>
            </a:r>
            <a:r>
              <a:rPr lang="es-ES" sz="1600" dirty="0">
                <a:latin typeface="Arial Nova Cond" panose="020B0604020202020204" pitchFamily="34" charset="0"/>
              </a:rPr>
              <a:t>: si se considera una aplicación completa o es un módulo técnico que proporciona funcionalidad extra a otra aplicación.</a:t>
            </a:r>
          </a:p>
          <a:p>
            <a:pPr marL="285750" indent="-285750" algn="just">
              <a:lnSpc>
                <a:spcPct val="114000"/>
              </a:lnSpc>
              <a:spcBef>
                <a:spcPts val="600"/>
              </a:spcBef>
              <a:buFont typeface="Arial" panose="020B0604020202020204" pitchFamily="34" charset="0"/>
              <a:buChar char="•"/>
            </a:pPr>
            <a:r>
              <a:rPr lang="es-ES" sz="1600" b="1" dirty="0" err="1">
                <a:latin typeface="Arial Nova Cond" panose="020B0604020202020204" pitchFamily="34" charset="0"/>
              </a:rPr>
              <a:t>category</a:t>
            </a:r>
            <a:r>
              <a:rPr lang="es-ES" sz="1600" dirty="0">
                <a:latin typeface="Arial Nova Cond" panose="020B0604020202020204" pitchFamily="34" charset="0"/>
              </a:rPr>
              <a:t>: categoría a la que pertenece el módulo</a:t>
            </a:r>
          </a:p>
          <a:p>
            <a:pPr marL="285750" indent="-285750" algn="just">
              <a:lnSpc>
                <a:spcPct val="114000"/>
              </a:lnSpc>
              <a:spcBef>
                <a:spcPts val="600"/>
              </a:spcBef>
              <a:buFont typeface="Arial" panose="020B0604020202020204" pitchFamily="34" charset="0"/>
              <a:buChar char="•"/>
            </a:pPr>
            <a:r>
              <a:rPr lang="es-ES" sz="1600" b="1" dirty="0" err="1">
                <a:latin typeface="Arial Nova Cond" panose="020B0604020202020204" pitchFamily="34" charset="0"/>
              </a:rPr>
              <a:t>version</a:t>
            </a:r>
            <a:r>
              <a:rPr lang="es-ES" sz="1600" dirty="0">
                <a:latin typeface="Arial Nova Cond" panose="020B0604020202020204" pitchFamily="34" charset="0"/>
              </a:rPr>
              <a:t>: debe seguir las normas de versionado semántico (</a:t>
            </a:r>
            <a:r>
              <a:rPr lang="es-ES" sz="1600" dirty="0">
                <a:latin typeface="Arial Nova Cond" panose="020B0604020202020204" pitchFamily="34" charset="0"/>
                <a:hlinkClick r:id="rId2"/>
              </a:rPr>
              <a:t>https://semver.org/</a:t>
            </a:r>
            <a:r>
              <a:rPr lang="es-ES" sz="1600" dirty="0">
                <a:latin typeface="Arial Nova Cond" panose="020B0604020202020204" pitchFamily="34" charset="0"/>
              </a:rPr>
              <a:t>)</a:t>
            </a:r>
          </a:p>
          <a:p>
            <a:pPr marL="285750" indent="-285750" algn="just">
              <a:lnSpc>
                <a:spcPct val="114000"/>
              </a:lnSpc>
              <a:spcBef>
                <a:spcPts val="600"/>
              </a:spcBef>
              <a:spcAft>
                <a:spcPts val="1200"/>
              </a:spcAft>
              <a:buFont typeface="Arial" panose="020B0604020202020204" pitchFamily="34" charset="0"/>
              <a:buChar char="•"/>
            </a:pPr>
            <a:r>
              <a:rPr lang="es-ES" sz="1600" b="1" dirty="0" err="1">
                <a:latin typeface="Arial Nova Cond" panose="020B0604020202020204" pitchFamily="34" charset="0"/>
              </a:rPr>
              <a:t>depends</a:t>
            </a:r>
            <a:r>
              <a:rPr lang="es-ES" sz="1600" b="1" dirty="0">
                <a:latin typeface="Arial Nova Cond" panose="020B0604020202020204" pitchFamily="34" charset="0"/>
              </a:rPr>
              <a:t>:</a:t>
            </a:r>
            <a:r>
              <a:rPr lang="es-ES" sz="1600" dirty="0">
                <a:latin typeface="Arial Nova Cond" panose="020B0604020202020204" pitchFamily="34" charset="0"/>
              </a:rPr>
              <a:t> listado de módulos de los que depende y que, por tanto, se tienen que cargar antes.</a:t>
            </a:r>
          </a:p>
          <a:p>
            <a:pPr marL="285750" indent="-285750" algn="just">
              <a:lnSpc>
                <a:spcPct val="114000"/>
              </a:lnSpc>
              <a:spcBef>
                <a:spcPts val="600"/>
              </a:spcBef>
              <a:spcAft>
                <a:spcPts val="1200"/>
              </a:spcAft>
              <a:buFont typeface="Arial" panose="020B0604020202020204" pitchFamily="34" charset="0"/>
              <a:buChar char="•"/>
            </a:pPr>
            <a:r>
              <a:rPr lang="es-ES" sz="1600" b="1" dirty="0">
                <a:latin typeface="Arial Nova Cond" panose="020B0604020202020204" pitchFamily="34" charset="0"/>
              </a:rPr>
              <a:t>data: </a:t>
            </a:r>
            <a:r>
              <a:rPr lang="es-ES" sz="1600" dirty="0">
                <a:latin typeface="Arial Nova Cond" panose="020B0604020202020204" pitchFamily="34" charset="0"/>
              </a:rPr>
              <a:t>lista de ficheros de datos que se tienen que instalar o actualizar con el módulo</a:t>
            </a:r>
          </a:p>
        </p:txBody>
      </p:sp>
      <p:sp>
        <p:nvSpPr>
          <p:cNvPr id="12" name="CuadroTexto 11">
            <a:extLst>
              <a:ext uri="{FF2B5EF4-FFF2-40B4-BE49-F238E27FC236}">
                <a16:creationId xmlns:a16="http://schemas.microsoft.com/office/drawing/2014/main" id="{9F01F50D-0026-8464-BEF1-3F92A387A289}"/>
              </a:ext>
            </a:extLst>
          </p:cNvPr>
          <p:cNvSpPr txBox="1"/>
          <p:nvPr/>
        </p:nvSpPr>
        <p:spPr>
          <a:xfrm>
            <a:off x="611559" y="6036353"/>
            <a:ext cx="7848873" cy="338554"/>
          </a:xfrm>
          <a:prstGeom prst="rect">
            <a:avLst/>
          </a:prstGeom>
          <a:solidFill>
            <a:schemeClr val="accent1">
              <a:lumMod val="50000"/>
            </a:schemeClr>
          </a:solidFill>
        </p:spPr>
        <p:txBody>
          <a:bodyPr wrap="square">
            <a:spAutoFit/>
          </a:bodyPr>
          <a:lstStyle/>
          <a:p>
            <a:r>
              <a:rPr lang="es-ES" sz="1600" dirty="0">
                <a:latin typeface="Arial Nova Cond" panose="020B0506020202020204" pitchFamily="34" charset="0"/>
                <a:hlinkClick r:id="rId3"/>
              </a:rPr>
              <a:t>https://www.odoo.com/documentation/16.0/es/developer/reference/backend/module.html</a:t>
            </a:r>
            <a:r>
              <a:rPr lang="es-ES" sz="1600" dirty="0">
                <a:latin typeface="Arial Nova Cond" panose="020B0506020202020204" pitchFamily="34" charset="0"/>
              </a:rPr>
              <a:t> </a:t>
            </a:r>
          </a:p>
        </p:txBody>
      </p:sp>
      <p:pic>
        <p:nvPicPr>
          <p:cNvPr id="14" name="Imagen 13">
            <a:extLst>
              <a:ext uri="{FF2B5EF4-FFF2-40B4-BE49-F238E27FC236}">
                <a16:creationId xmlns:a16="http://schemas.microsoft.com/office/drawing/2014/main" id="{124DDC0B-788F-D315-A169-147C2DE7FEDF}"/>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57337" y="5921052"/>
            <a:ext cx="476672" cy="476672"/>
          </a:xfrm>
          <a:prstGeom prst="rect">
            <a:avLst/>
          </a:prstGeom>
        </p:spPr>
      </p:pic>
      <p:sp>
        <p:nvSpPr>
          <p:cNvPr id="10" name="8 Rectángulo">
            <a:extLst>
              <a:ext uri="{FF2B5EF4-FFF2-40B4-BE49-F238E27FC236}">
                <a16:creationId xmlns:a16="http://schemas.microsoft.com/office/drawing/2014/main" id="{9028DF35-01D7-1D99-99EF-DE51BA8FDF7E}"/>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21 CuadroTexto">
            <a:extLst>
              <a:ext uri="{FF2B5EF4-FFF2-40B4-BE49-F238E27FC236}">
                <a16:creationId xmlns:a16="http://schemas.microsoft.com/office/drawing/2014/main" id="{2208CC69-50FF-AF11-E819-D4084AC774CA}"/>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ESTRUCTURA DE UN MÓDULO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DIRECTORIOS Y FICHEROS</a:t>
            </a:r>
          </a:p>
        </p:txBody>
      </p:sp>
    </p:spTree>
    <p:extLst>
      <p:ext uri="{BB962C8B-B14F-4D97-AF65-F5344CB8AC3E}">
        <p14:creationId xmlns:p14="http://schemas.microsoft.com/office/powerpoint/2010/main" val="10070938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5 Rectángulo">
            <a:extLst>
              <a:ext uri="{FF2B5EF4-FFF2-40B4-BE49-F238E27FC236}">
                <a16:creationId xmlns:a16="http://schemas.microsoft.com/office/drawing/2014/main" id="{94DADFD5-A439-5F03-0518-D34A0685A406}"/>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6 Rectángulo">
            <a:extLst>
              <a:ext uri="{FF2B5EF4-FFF2-40B4-BE49-F238E27FC236}">
                <a16:creationId xmlns:a16="http://schemas.microsoft.com/office/drawing/2014/main" id="{A6A2D613-053F-C3F6-5250-434E5C636F75}"/>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10 CuadroTexto">
            <a:extLst>
              <a:ext uri="{FF2B5EF4-FFF2-40B4-BE49-F238E27FC236}">
                <a16:creationId xmlns:a16="http://schemas.microsoft.com/office/drawing/2014/main" id="{850C5DAE-A6E0-C1B8-EE91-F4D8497DFE13}"/>
              </a:ext>
              <a:ext uri="{C183D7F6-B498-43B3-948B-1728B52AA6E4}">
                <adec:decorative xmlns:adec="http://schemas.microsoft.com/office/drawing/2017/decorative" val="1"/>
              </a:ext>
            </a:extLst>
          </p:cNvPr>
          <p:cNvSpPr txBox="1"/>
          <p:nvPr/>
        </p:nvSpPr>
        <p:spPr>
          <a:xfrm>
            <a:off x="1043608" y="7820"/>
            <a:ext cx="2889124"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__MANIFEST__.PY</a:t>
            </a:r>
          </a:p>
        </p:txBody>
      </p:sp>
      <p:sp>
        <p:nvSpPr>
          <p:cNvPr id="7" name="6 CuadroTexto">
            <a:extLst>
              <a:ext uri="{FF2B5EF4-FFF2-40B4-BE49-F238E27FC236}">
                <a16:creationId xmlns:a16="http://schemas.microsoft.com/office/drawing/2014/main" id="{8B196A13-67FE-6C49-2762-320D6F0636F9}"/>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8" name="10 CuadroTexto">
            <a:extLst>
              <a:ext uri="{FF2B5EF4-FFF2-40B4-BE49-F238E27FC236}">
                <a16:creationId xmlns:a16="http://schemas.microsoft.com/office/drawing/2014/main" id="{86C32C6C-8A78-3461-71E4-C3A3F203E732}"/>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pic>
        <p:nvPicPr>
          <p:cNvPr id="12" name="Imagen 11">
            <a:extLst>
              <a:ext uri="{FF2B5EF4-FFF2-40B4-BE49-F238E27FC236}">
                <a16:creationId xmlns:a16="http://schemas.microsoft.com/office/drawing/2014/main" id="{A31C2033-CF61-62B5-4972-AED08173963D}"/>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41541" y="908720"/>
            <a:ext cx="8260918" cy="5040560"/>
          </a:xfrm>
          <a:prstGeom prst="rect">
            <a:avLst/>
          </a:prstGeom>
        </p:spPr>
      </p:pic>
      <p:sp>
        <p:nvSpPr>
          <p:cNvPr id="2" name="8 Rectángulo">
            <a:extLst>
              <a:ext uri="{FF2B5EF4-FFF2-40B4-BE49-F238E27FC236}">
                <a16:creationId xmlns:a16="http://schemas.microsoft.com/office/drawing/2014/main" id="{AC94ADDD-6F3D-D261-16AF-9B1AF17882DE}"/>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21 CuadroTexto">
            <a:extLst>
              <a:ext uri="{FF2B5EF4-FFF2-40B4-BE49-F238E27FC236}">
                <a16:creationId xmlns:a16="http://schemas.microsoft.com/office/drawing/2014/main" id="{9E7CC2F6-78F7-240C-622F-B7ACA058B4BD}"/>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ESTRUCTURA DE UN MÓDULO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DIRECTORIOS Y FICHEROS</a:t>
            </a:r>
          </a:p>
        </p:txBody>
      </p:sp>
    </p:spTree>
    <p:extLst>
      <p:ext uri="{BB962C8B-B14F-4D97-AF65-F5344CB8AC3E}">
        <p14:creationId xmlns:p14="http://schemas.microsoft.com/office/powerpoint/2010/main" val="11479244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3 CuadroTexto">
            <a:extLst>
              <a:ext uri="{FF2B5EF4-FFF2-40B4-BE49-F238E27FC236}">
                <a16:creationId xmlns:a16="http://schemas.microsoft.com/office/drawing/2014/main" id="{53405827-A9C2-26C7-A68C-B6344338C895}"/>
              </a:ext>
            </a:extLst>
          </p:cNvPr>
          <p:cNvSpPr txBox="1"/>
          <p:nvPr/>
        </p:nvSpPr>
        <p:spPr>
          <a:xfrm>
            <a:off x="611559" y="908720"/>
            <a:ext cx="7848873" cy="381323"/>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Ahora vamos a por el </a:t>
            </a:r>
            <a:r>
              <a:rPr lang="es-ES" b="1" dirty="0">
                <a:latin typeface="Arial Nova Cond" panose="020B0604020202020204" pitchFamily="34" charset="0"/>
              </a:rPr>
              <a:t>modelo</a:t>
            </a:r>
            <a:r>
              <a:rPr lang="es-ES" dirty="0">
                <a:latin typeface="Arial Nova Cond" panose="020B0604020202020204" pitchFamily="34" charset="0"/>
              </a:rPr>
              <a:t>, que está en el fichero </a:t>
            </a:r>
            <a:r>
              <a:rPr lang="es-ES" b="1" dirty="0">
                <a:latin typeface="Arial Nova Cond" panose="020B0604020202020204" pitchFamily="34" charset="0"/>
              </a:rPr>
              <a:t>models.py</a:t>
            </a:r>
            <a:endParaRPr lang="es-ES" sz="1600" b="1" dirty="0">
              <a:latin typeface="Arial Nova Cond" panose="020B0604020202020204" pitchFamily="34" charset="0"/>
            </a:endParaRPr>
          </a:p>
        </p:txBody>
      </p:sp>
      <p:sp>
        <p:nvSpPr>
          <p:cNvPr id="7" name="5 Rectángulo">
            <a:extLst>
              <a:ext uri="{FF2B5EF4-FFF2-40B4-BE49-F238E27FC236}">
                <a16:creationId xmlns:a16="http://schemas.microsoft.com/office/drawing/2014/main" id="{F19D6742-91EE-88A2-7676-5D144614EA1E}"/>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6 Rectángulo">
            <a:extLst>
              <a:ext uri="{FF2B5EF4-FFF2-40B4-BE49-F238E27FC236}">
                <a16:creationId xmlns:a16="http://schemas.microsoft.com/office/drawing/2014/main" id="{263C199E-B337-A818-EACD-2405ACE9675B}"/>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10 CuadroTexto">
            <a:extLst>
              <a:ext uri="{FF2B5EF4-FFF2-40B4-BE49-F238E27FC236}">
                <a16:creationId xmlns:a16="http://schemas.microsoft.com/office/drawing/2014/main" id="{0C5D680D-1581-E3EF-A847-72495ED4171E}"/>
              </a:ext>
              <a:ext uri="{C183D7F6-B498-43B3-948B-1728B52AA6E4}">
                <adec:decorative xmlns:adec="http://schemas.microsoft.com/office/drawing/2017/decorative" val="1"/>
              </a:ext>
            </a:extLst>
          </p:cNvPr>
          <p:cNvSpPr txBox="1"/>
          <p:nvPr/>
        </p:nvSpPr>
        <p:spPr>
          <a:xfrm>
            <a:off x="1043608" y="7820"/>
            <a:ext cx="4059188"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FICHERO CON EL MODELO</a:t>
            </a:r>
          </a:p>
        </p:txBody>
      </p:sp>
      <p:sp>
        <p:nvSpPr>
          <p:cNvPr id="10" name="6 CuadroTexto">
            <a:extLst>
              <a:ext uri="{FF2B5EF4-FFF2-40B4-BE49-F238E27FC236}">
                <a16:creationId xmlns:a16="http://schemas.microsoft.com/office/drawing/2014/main" id="{9D9C675B-7587-E7D8-8AE2-1FBD72242433}"/>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1" name="10 CuadroTexto">
            <a:extLst>
              <a:ext uri="{FF2B5EF4-FFF2-40B4-BE49-F238E27FC236}">
                <a16:creationId xmlns:a16="http://schemas.microsoft.com/office/drawing/2014/main" id="{68C53F17-3638-AACF-5041-AA62B2AFADA8}"/>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pic>
        <p:nvPicPr>
          <p:cNvPr id="5" name="Imagen 4">
            <a:extLst>
              <a:ext uri="{FF2B5EF4-FFF2-40B4-BE49-F238E27FC236}">
                <a16:creationId xmlns:a16="http://schemas.microsoft.com/office/drawing/2014/main" id="{8BCBA362-E356-E7EE-526C-70CDF2170A02}"/>
              </a:ext>
              <a:ext uri="{C183D7F6-B498-43B3-948B-1728B52AA6E4}">
                <adec:decorative xmlns:adec="http://schemas.microsoft.com/office/drawing/2017/decorative" val="1"/>
              </a:ext>
            </a:extLst>
          </p:cNvPr>
          <p:cNvPicPr>
            <a:picLocks noChangeAspect="1"/>
          </p:cNvPicPr>
          <p:nvPr/>
        </p:nvPicPr>
        <p:blipFill>
          <a:blip r:embed="rId2"/>
          <a:srcRect r="20392"/>
          <a:stretch/>
        </p:blipFill>
        <p:spPr>
          <a:xfrm>
            <a:off x="611559" y="1618472"/>
            <a:ext cx="7848873" cy="4411029"/>
          </a:xfrm>
          <a:prstGeom prst="rect">
            <a:avLst/>
          </a:prstGeom>
        </p:spPr>
      </p:pic>
      <p:sp>
        <p:nvSpPr>
          <p:cNvPr id="3" name="8 Rectángulo">
            <a:extLst>
              <a:ext uri="{FF2B5EF4-FFF2-40B4-BE49-F238E27FC236}">
                <a16:creationId xmlns:a16="http://schemas.microsoft.com/office/drawing/2014/main" id="{0A80FDA4-F38F-16D6-ABA6-CB5434E80F06}"/>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21 CuadroTexto">
            <a:extLst>
              <a:ext uri="{FF2B5EF4-FFF2-40B4-BE49-F238E27FC236}">
                <a16:creationId xmlns:a16="http://schemas.microsoft.com/office/drawing/2014/main" id="{05ABF10E-95FE-98A0-4923-FE1EF5961E46}"/>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ESTRUCTURA DE UN MÓDULO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DIRECTORIOS Y FICHEROS</a:t>
            </a:r>
          </a:p>
        </p:txBody>
      </p:sp>
    </p:spTree>
    <p:extLst>
      <p:ext uri="{BB962C8B-B14F-4D97-AF65-F5344CB8AC3E}">
        <p14:creationId xmlns:p14="http://schemas.microsoft.com/office/powerpoint/2010/main" val="42637867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7F8D3EE4-C775-EA9C-D0A4-FE2257EA511C}"/>
              </a:ext>
              <a:ext uri="{C183D7F6-B498-43B3-948B-1728B52AA6E4}">
                <adec:decorative xmlns:adec="http://schemas.microsoft.com/office/drawing/2017/decorative" val="1"/>
              </a:ext>
            </a:extLst>
          </p:cNvPr>
          <p:cNvPicPr>
            <a:picLocks noChangeAspect="1"/>
          </p:cNvPicPr>
          <p:nvPr/>
        </p:nvPicPr>
        <p:blipFill rotWithShape="1">
          <a:blip r:embed="rId2"/>
          <a:srcRect r="3676"/>
          <a:stretch/>
        </p:blipFill>
        <p:spPr>
          <a:xfrm>
            <a:off x="611560" y="1692720"/>
            <a:ext cx="7848872" cy="3680496"/>
          </a:xfrm>
          <a:prstGeom prst="rect">
            <a:avLst/>
          </a:prstGeom>
        </p:spPr>
      </p:pic>
      <p:sp>
        <p:nvSpPr>
          <p:cNvPr id="8" name="5 Rectángulo">
            <a:extLst>
              <a:ext uri="{FF2B5EF4-FFF2-40B4-BE49-F238E27FC236}">
                <a16:creationId xmlns:a16="http://schemas.microsoft.com/office/drawing/2014/main" id="{6293D74A-3444-9659-BFC6-1B95DA472C17}"/>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6 Rectángulo">
            <a:extLst>
              <a:ext uri="{FF2B5EF4-FFF2-40B4-BE49-F238E27FC236}">
                <a16:creationId xmlns:a16="http://schemas.microsoft.com/office/drawing/2014/main" id="{52620685-448A-0D68-3B1D-02D0F6A21A08}"/>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10 CuadroTexto">
            <a:extLst>
              <a:ext uri="{FF2B5EF4-FFF2-40B4-BE49-F238E27FC236}">
                <a16:creationId xmlns:a16="http://schemas.microsoft.com/office/drawing/2014/main" id="{EBFA9BB9-26C1-21BC-F185-800B2C7D98F9}"/>
              </a:ext>
              <a:ext uri="{C183D7F6-B498-43B3-948B-1728B52AA6E4}">
                <adec:decorative xmlns:adec="http://schemas.microsoft.com/office/drawing/2017/decorative" val="1"/>
              </a:ext>
            </a:extLst>
          </p:cNvPr>
          <p:cNvSpPr txBox="1"/>
          <p:nvPr/>
        </p:nvSpPr>
        <p:spPr>
          <a:xfrm>
            <a:off x="1043608" y="7820"/>
            <a:ext cx="3616311"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FICHERO CON LA VISTA</a:t>
            </a:r>
          </a:p>
        </p:txBody>
      </p:sp>
      <p:sp>
        <p:nvSpPr>
          <p:cNvPr id="11" name="6 CuadroTexto">
            <a:extLst>
              <a:ext uri="{FF2B5EF4-FFF2-40B4-BE49-F238E27FC236}">
                <a16:creationId xmlns:a16="http://schemas.microsoft.com/office/drawing/2014/main" id="{9B16E1E3-5ED6-D9A8-3894-5404DBF27DAB}"/>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2" name="10 CuadroTexto">
            <a:extLst>
              <a:ext uri="{FF2B5EF4-FFF2-40B4-BE49-F238E27FC236}">
                <a16:creationId xmlns:a16="http://schemas.microsoft.com/office/drawing/2014/main" id="{8A39CDC1-CE05-9C93-9C97-1AD1876C7EFF}"/>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5" name="3 CuadroTexto">
            <a:extLst>
              <a:ext uri="{FF2B5EF4-FFF2-40B4-BE49-F238E27FC236}">
                <a16:creationId xmlns:a16="http://schemas.microsoft.com/office/drawing/2014/main" id="{4CC59DB0-6D7E-CF7A-FBF2-C7EC3D49F0DC}"/>
              </a:ext>
            </a:extLst>
          </p:cNvPr>
          <p:cNvSpPr txBox="1"/>
          <p:nvPr/>
        </p:nvSpPr>
        <p:spPr>
          <a:xfrm>
            <a:off x="611559" y="908720"/>
            <a:ext cx="7848873" cy="381323"/>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Y la </a:t>
            </a:r>
            <a:r>
              <a:rPr lang="es-ES" b="1" dirty="0">
                <a:latin typeface="Arial Nova Cond" panose="020B0604020202020204" pitchFamily="34" charset="0"/>
              </a:rPr>
              <a:t>vista</a:t>
            </a:r>
            <a:r>
              <a:rPr lang="es-ES" dirty="0">
                <a:latin typeface="Arial Nova Cond" panose="020B0604020202020204" pitchFamily="34" charset="0"/>
              </a:rPr>
              <a:t> en el fichero </a:t>
            </a:r>
            <a:r>
              <a:rPr lang="es-ES" b="1" dirty="0">
                <a:latin typeface="Arial Nova Cond" panose="020B0604020202020204" pitchFamily="34" charset="0"/>
              </a:rPr>
              <a:t>views.xml</a:t>
            </a:r>
            <a:endParaRPr lang="es-ES" sz="1600" b="1" dirty="0">
              <a:latin typeface="Arial Nova Cond" panose="020B0604020202020204" pitchFamily="34" charset="0"/>
            </a:endParaRPr>
          </a:p>
        </p:txBody>
      </p:sp>
      <p:sp>
        <p:nvSpPr>
          <p:cNvPr id="16" name="CuadroTexto 15">
            <a:extLst>
              <a:ext uri="{FF2B5EF4-FFF2-40B4-BE49-F238E27FC236}">
                <a16:creationId xmlns:a16="http://schemas.microsoft.com/office/drawing/2014/main" id="{5FAD2BEE-B318-59F2-6385-EDB119BCF09F}"/>
              </a:ext>
              <a:ext uri="{C183D7F6-B498-43B3-948B-1728B52AA6E4}">
                <adec:decorative xmlns:adec="http://schemas.microsoft.com/office/drawing/2017/decorative" val="1"/>
              </a:ext>
            </a:extLst>
          </p:cNvPr>
          <p:cNvSpPr txBox="1"/>
          <p:nvPr/>
        </p:nvSpPr>
        <p:spPr>
          <a:xfrm>
            <a:off x="5834102" y="5510698"/>
            <a:ext cx="2654894" cy="292388"/>
          </a:xfrm>
          <a:prstGeom prst="rect">
            <a:avLst/>
          </a:prstGeom>
          <a:noFill/>
        </p:spPr>
        <p:txBody>
          <a:bodyPr wrap="none" rtlCol="0">
            <a:spAutoFit/>
          </a:bodyPr>
          <a:lstStyle/>
          <a:p>
            <a:r>
              <a:rPr lang="es-ES" sz="1300" i="1" dirty="0"/>
              <a:t>Continua en la siguiente página….</a:t>
            </a:r>
          </a:p>
        </p:txBody>
      </p:sp>
      <p:sp>
        <p:nvSpPr>
          <p:cNvPr id="2" name="8 Rectángulo">
            <a:extLst>
              <a:ext uri="{FF2B5EF4-FFF2-40B4-BE49-F238E27FC236}">
                <a16:creationId xmlns:a16="http://schemas.microsoft.com/office/drawing/2014/main" id="{D2418165-A391-4D9A-4BEA-54A3D45A24AE}"/>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21 CuadroTexto">
            <a:extLst>
              <a:ext uri="{FF2B5EF4-FFF2-40B4-BE49-F238E27FC236}">
                <a16:creationId xmlns:a16="http://schemas.microsoft.com/office/drawing/2014/main" id="{F04F7D84-B4AC-8BAF-2253-6F767C5271A7}"/>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ESTRUCTURA DE UN MÓDULO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DIRECTORIOS Y FICHEROS</a:t>
            </a:r>
          </a:p>
        </p:txBody>
      </p:sp>
    </p:spTree>
    <p:extLst>
      <p:ext uri="{BB962C8B-B14F-4D97-AF65-F5344CB8AC3E}">
        <p14:creationId xmlns:p14="http://schemas.microsoft.com/office/powerpoint/2010/main" val="28415792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C1C2DFE6-26CD-2E7B-7B47-AA78E62871EB}"/>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11559" y="1032712"/>
            <a:ext cx="7848872" cy="4844560"/>
          </a:xfrm>
          <a:prstGeom prst="rect">
            <a:avLst/>
          </a:prstGeom>
        </p:spPr>
      </p:pic>
      <p:sp>
        <p:nvSpPr>
          <p:cNvPr id="6" name="5 Rectángulo">
            <a:extLst>
              <a:ext uri="{FF2B5EF4-FFF2-40B4-BE49-F238E27FC236}">
                <a16:creationId xmlns:a16="http://schemas.microsoft.com/office/drawing/2014/main" id="{64915074-BB47-27BD-2414-A0AE3C9DFA5A}"/>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Rectángulo">
            <a:extLst>
              <a:ext uri="{FF2B5EF4-FFF2-40B4-BE49-F238E27FC236}">
                <a16:creationId xmlns:a16="http://schemas.microsoft.com/office/drawing/2014/main" id="{164FB9B0-ABE7-EF14-A62B-F9F17D989B16}"/>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10 CuadroTexto">
            <a:extLst>
              <a:ext uri="{FF2B5EF4-FFF2-40B4-BE49-F238E27FC236}">
                <a16:creationId xmlns:a16="http://schemas.microsoft.com/office/drawing/2014/main" id="{F147DA46-6A26-4D49-F79C-EA8BA9BCB660}"/>
              </a:ext>
              <a:ext uri="{C183D7F6-B498-43B3-948B-1728B52AA6E4}">
                <adec:decorative xmlns:adec="http://schemas.microsoft.com/office/drawing/2017/decorative" val="1"/>
              </a:ext>
            </a:extLst>
          </p:cNvPr>
          <p:cNvSpPr txBox="1"/>
          <p:nvPr/>
        </p:nvSpPr>
        <p:spPr>
          <a:xfrm>
            <a:off x="1043608" y="7820"/>
            <a:ext cx="3616311"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FICHERO CON LA VISTA</a:t>
            </a:r>
          </a:p>
        </p:txBody>
      </p:sp>
      <p:sp>
        <p:nvSpPr>
          <p:cNvPr id="9" name="6 CuadroTexto">
            <a:extLst>
              <a:ext uri="{FF2B5EF4-FFF2-40B4-BE49-F238E27FC236}">
                <a16:creationId xmlns:a16="http://schemas.microsoft.com/office/drawing/2014/main" id="{D6DA4326-9A75-0A37-D74D-E0D8D4B696BA}"/>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0" name="10 CuadroTexto">
            <a:extLst>
              <a:ext uri="{FF2B5EF4-FFF2-40B4-BE49-F238E27FC236}">
                <a16:creationId xmlns:a16="http://schemas.microsoft.com/office/drawing/2014/main" id="{A9C071BD-7499-57B8-1A5A-9BCF6AD80995}"/>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2" name="8 Rectángulo">
            <a:extLst>
              <a:ext uri="{FF2B5EF4-FFF2-40B4-BE49-F238E27FC236}">
                <a16:creationId xmlns:a16="http://schemas.microsoft.com/office/drawing/2014/main" id="{CBB4E7AD-BA30-B48B-3B56-EBACE98767EE}"/>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21 CuadroTexto">
            <a:extLst>
              <a:ext uri="{FF2B5EF4-FFF2-40B4-BE49-F238E27FC236}">
                <a16:creationId xmlns:a16="http://schemas.microsoft.com/office/drawing/2014/main" id="{0ED4AE5F-2EA9-F109-BC56-E59E86BEDDFF}"/>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ESTRUCTURA DE UN MÓDULO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DIRECTORIOS Y FICHEROS</a:t>
            </a:r>
          </a:p>
        </p:txBody>
      </p:sp>
    </p:spTree>
    <p:extLst>
      <p:ext uri="{BB962C8B-B14F-4D97-AF65-F5344CB8AC3E}">
        <p14:creationId xmlns:p14="http://schemas.microsoft.com/office/powerpoint/2010/main" val="37857254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a:extLst>
              <a:ext uri="{FF2B5EF4-FFF2-40B4-BE49-F238E27FC236}">
                <a16:creationId xmlns:a16="http://schemas.microsoft.com/office/drawing/2014/main" id="{B3417EC8-7B2F-58FB-9058-A6D3E1892973}"/>
              </a:ext>
            </a:extLst>
          </p:cNvPr>
          <p:cNvSpPr txBox="1"/>
          <p:nvPr/>
        </p:nvSpPr>
        <p:spPr>
          <a:xfrm>
            <a:off x="611559" y="908720"/>
            <a:ext cx="7848873" cy="697114"/>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El módulo se debería actualizar automáticamente (si estás en modo desarrollador), si no lo hiciera puedes actualizarlo manualmente </a:t>
            </a:r>
            <a:endParaRPr lang="es-ES" sz="1600" b="1" dirty="0">
              <a:latin typeface="Arial Nova Cond" panose="020B0604020202020204" pitchFamily="34" charset="0"/>
            </a:endParaRPr>
          </a:p>
        </p:txBody>
      </p:sp>
      <p:pic>
        <p:nvPicPr>
          <p:cNvPr id="6" name="Imagen 5">
            <a:extLst>
              <a:ext uri="{FF2B5EF4-FFF2-40B4-BE49-F238E27FC236}">
                <a16:creationId xmlns:a16="http://schemas.microsoft.com/office/drawing/2014/main" id="{391D9A5E-264D-A7B2-4731-5D28E32C7AF6}"/>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475656" y="1988840"/>
            <a:ext cx="6192688" cy="2472538"/>
          </a:xfrm>
          <a:prstGeom prst="rect">
            <a:avLst/>
          </a:prstGeom>
        </p:spPr>
      </p:pic>
      <p:sp>
        <p:nvSpPr>
          <p:cNvPr id="8" name="5 Rectángulo">
            <a:extLst>
              <a:ext uri="{FF2B5EF4-FFF2-40B4-BE49-F238E27FC236}">
                <a16:creationId xmlns:a16="http://schemas.microsoft.com/office/drawing/2014/main" id="{7EBB8D50-A019-B06F-8B40-BF12515A3226}"/>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6 Rectángulo">
            <a:extLst>
              <a:ext uri="{FF2B5EF4-FFF2-40B4-BE49-F238E27FC236}">
                <a16:creationId xmlns:a16="http://schemas.microsoft.com/office/drawing/2014/main" id="{F20A5BBB-9E12-680D-D130-9D67E4D16C25}"/>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10 CuadroTexto">
            <a:extLst>
              <a:ext uri="{FF2B5EF4-FFF2-40B4-BE49-F238E27FC236}">
                <a16:creationId xmlns:a16="http://schemas.microsoft.com/office/drawing/2014/main" id="{6ADB3918-EBCB-3C34-189F-B27E840A17A6}"/>
              </a:ext>
              <a:ext uri="{C183D7F6-B498-43B3-948B-1728B52AA6E4}">
                <adec:decorative xmlns:adec="http://schemas.microsoft.com/office/drawing/2017/decorative" val="1"/>
              </a:ext>
            </a:extLst>
          </p:cNvPr>
          <p:cNvSpPr txBox="1"/>
          <p:nvPr/>
        </p:nvSpPr>
        <p:spPr>
          <a:xfrm>
            <a:off x="1043608" y="7820"/>
            <a:ext cx="4363952"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ACTUALIZANDO EL MÓDULO</a:t>
            </a:r>
          </a:p>
        </p:txBody>
      </p:sp>
      <p:sp>
        <p:nvSpPr>
          <p:cNvPr id="11" name="6 CuadroTexto">
            <a:extLst>
              <a:ext uri="{FF2B5EF4-FFF2-40B4-BE49-F238E27FC236}">
                <a16:creationId xmlns:a16="http://schemas.microsoft.com/office/drawing/2014/main" id="{13482157-260C-8091-12D3-A08587CC649E}"/>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2" name="10 CuadroTexto">
            <a:extLst>
              <a:ext uri="{FF2B5EF4-FFF2-40B4-BE49-F238E27FC236}">
                <a16:creationId xmlns:a16="http://schemas.microsoft.com/office/drawing/2014/main" id="{BBBF0B43-519E-0F42-7F87-2C2186569808}"/>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2" name="8 Rectángulo">
            <a:extLst>
              <a:ext uri="{FF2B5EF4-FFF2-40B4-BE49-F238E27FC236}">
                <a16:creationId xmlns:a16="http://schemas.microsoft.com/office/drawing/2014/main" id="{F229551B-D9A0-D833-CC8B-1C82334C2A1D}"/>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21 CuadroTexto">
            <a:extLst>
              <a:ext uri="{FF2B5EF4-FFF2-40B4-BE49-F238E27FC236}">
                <a16:creationId xmlns:a16="http://schemas.microsoft.com/office/drawing/2014/main" id="{F916E2EE-F84C-C178-D5DF-1A5F29C1D335}"/>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ESTRUCTURA DE UN MÓDULO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DIRECTORIOS Y FICHEROS</a:t>
            </a:r>
          </a:p>
        </p:txBody>
      </p:sp>
    </p:spTree>
    <p:extLst>
      <p:ext uri="{BB962C8B-B14F-4D97-AF65-F5344CB8AC3E}">
        <p14:creationId xmlns:p14="http://schemas.microsoft.com/office/powerpoint/2010/main" val="2646702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9C0CCE3-6638-A8AC-7014-B638737C6035}"/>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50210" y="3212976"/>
            <a:ext cx="7560840" cy="2831620"/>
          </a:xfrm>
          <a:prstGeom prst="rect">
            <a:avLst/>
          </a:prstGeom>
        </p:spPr>
      </p:pic>
      <p:sp>
        <p:nvSpPr>
          <p:cNvPr id="6" name="3 CuadroTexto">
            <a:extLst>
              <a:ext uri="{FF2B5EF4-FFF2-40B4-BE49-F238E27FC236}">
                <a16:creationId xmlns:a16="http://schemas.microsoft.com/office/drawing/2014/main" id="{3B835F39-0B13-6689-708E-094EEBFD3B1F}"/>
              </a:ext>
            </a:extLst>
          </p:cNvPr>
          <p:cNvSpPr txBox="1"/>
          <p:nvPr/>
        </p:nvSpPr>
        <p:spPr>
          <a:xfrm>
            <a:off x="611559" y="908720"/>
            <a:ext cx="7848873" cy="697114"/>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Y ya tendríamos el módulo, si vamos a </a:t>
            </a:r>
            <a:r>
              <a:rPr lang="es-ES" i="1" dirty="0">
                <a:latin typeface="Arial Nova Cond" panose="020B0604020202020204" pitchFamily="34" charset="0"/>
              </a:rPr>
              <a:t>Más información </a:t>
            </a:r>
            <a:r>
              <a:rPr lang="es-ES" dirty="0">
                <a:latin typeface="Arial Nova Cond" panose="020B0604020202020204" pitchFamily="34" charset="0"/>
              </a:rPr>
              <a:t>podremos ver toda la información que pusimos en el fichero __manifest__.py</a:t>
            </a:r>
            <a:endParaRPr lang="es-ES" sz="1600" b="1" dirty="0">
              <a:latin typeface="Arial Nova Cond" panose="020B0604020202020204" pitchFamily="34" charset="0"/>
            </a:endParaRPr>
          </a:p>
        </p:txBody>
      </p:sp>
      <p:sp>
        <p:nvSpPr>
          <p:cNvPr id="8" name="5 Rectángulo">
            <a:extLst>
              <a:ext uri="{FF2B5EF4-FFF2-40B4-BE49-F238E27FC236}">
                <a16:creationId xmlns:a16="http://schemas.microsoft.com/office/drawing/2014/main" id="{1F420277-B93B-2B20-19AC-BC219FB61D59}"/>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6 Rectángulo">
            <a:extLst>
              <a:ext uri="{FF2B5EF4-FFF2-40B4-BE49-F238E27FC236}">
                <a16:creationId xmlns:a16="http://schemas.microsoft.com/office/drawing/2014/main" id="{54E2D5C9-EC4C-EF13-91DE-97202C643762}"/>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10 CuadroTexto">
            <a:extLst>
              <a:ext uri="{FF2B5EF4-FFF2-40B4-BE49-F238E27FC236}">
                <a16:creationId xmlns:a16="http://schemas.microsoft.com/office/drawing/2014/main" id="{792D7A66-07A0-FEF4-8226-DE97B3054515}"/>
              </a:ext>
              <a:ext uri="{C183D7F6-B498-43B3-948B-1728B52AA6E4}">
                <adec:decorative xmlns:adec="http://schemas.microsoft.com/office/drawing/2017/decorative" val="1"/>
              </a:ext>
            </a:extLst>
          </p:cNvPr>
          <p:cNvSpPr txBox="1"/>
          <p:nvPr/>
        </p:nvSpPr>
        <p:spPr>
          <a:xfrm>
            <a:off x="1043608" y="7820"/>
            <a:ext cx="2888868"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RESULTADO FINAL</a:t>
            </a:r>
          </a:p>
        </p:txBody>
      </p:sp>
      <p:sp>
        <p:nvSpPr>
          <p:cNvPr id="11" name="6 CuadroTexto">
            <a:extLst>
              <a:ext uri="{FF2B5EF4-FFF2-40B4-BE49-F238E27FC236}">
                <a16:creationId xmlns:a16="http://schemas.microsoft.com/office/drawing/2014/main" id="{A7D8782C-7D5F-5B4E-0E08-780F9750AFFB}"/>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2" name="10 CuadroTexto">
            <a:extLst>
              <a:ext uri="{FF2B5EF4-FFF2-40B4-BE49-F238E27FC236}">
                <a16:creationId xmlns:a16="http://schemas.microsoft.com/office/drawing/2014/main" id="{5BA8D813-BF43-0FEB-E619-6F016181FB0E}"/>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pic>
        <p:nvPicPr>
          <p:cNvPr id="17" name="Imagen 16">
            <a:extLst>
              <a:ext uri="{FF2B5EF4-FFF2-40B4-BE49-F238E27FC236}">
                <a16:creationId xmlns:a16="http://schemas.microsoft.com/office/drawing/2014/main" id="{2E548554-B68B-B4AC-BAAC-4493DC5B148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059832" y="1772816"/>
            <a:ext cx="5228700" cy="2275010"/>
          </a:xfrm>
          <a:prstGeom prst="rect">
            <a:avLst/>
          </a:prstGeom>
        </p:spPr>
      </p:pic>
      <p:sp>
        <p:nvSpPr>
          <p:cNvPr id="2" name="8 Rectángulo">
            <a:extLst>
              <a:ext uri="{FF2B5EF4-FFF2-40B4-BE49-F238E27FC236}">
                <a16:creationId xmlns:a16="http://schemas.microsoft.com/office/drawing/2014/main" id="{3C8C1CB0-4840-5FF8-57E6-8F7B99A70C71}"/>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21 CuadroTexto">
            <a:extLst>
              <a:ext uri="{FF2B5EF4-FFF2-40B4-BE49-F238E27FC236}">
                <a16:creationId xmlns:a16="http://schemas.microsoft.com/office/drawing/2014/main" id="{9F4E0C2A-CCF5-0607-869D-0D2DF2264D0E}"/>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ESTRUCTURA DE UN MÓDULO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DIRECTORIOS Y FICHEROS</a:t>
            </a:r>
          </a:p>
        </p:txBody>
      </p:sp>
    </p:spTree>
    <p:extLst>
      <p:ext uri="{BB962C8B-B14F-4D97-AF65-F5344CB8AC3E}">
        <p14:creationId xmlns:p14="http://schemas.microsoft.com/office/powerpoint/2010/main" val="23310722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65806B60-970F-97F4-1754-1A7022B1A21D}"/>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81927" y="908721"/>
            <a:ext cx="2050514" cy="2808312"/>
          </a:xfrm>
          <a:prstGeom prst="rect">
            <a:avLst/>
          </a:prstGeom>
        </p:spPr>
      </p:pic>
      <p:sp>
        <p:nvSpPr>
          <p:cNvPr id="4" name="3 CuadroTexto">
            <a:extLst>
              <a:ext uri="{FF2B5EF4-FFF2-40B4-BE49-F238E27FC236}">
                <a16:creationId xmlns:a16="http://schemas.microsoft.com/office/drawing/2014/main" id="{2F48723F-C9C4-F085-5303-639A7F26CCC1}"/>
              </a:ext>
            </a:extLst>
          </p:cNvPr>
          <p:cNvSpPr txBox="1"/>
          <p:nvPr/>
        </p:nvSpPr>
        <p:spPr>
          <a:xfrm>
            <a:off x="611559" y="908720"/>
            <a:ext cx="5616625" cy="697114"/>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Si activas el módulo verás que ya lo tenemos disponible en el menú superior izquierdo de </a:t>
            </a:r>
            <a:r>
              <a:rPr lang="es-ES" dirty="0" err="1">
                <a:latin typeface="Arial Nova Cond" panose="020B0604020202020204" pitchFamily="34" charset="0"/>
              </a:rPr>
              <a:t>Odoo</a:t>
            </a:r>
            <a:r>
              <a:rPr lang="es-ES" dirty="0">
                <a:latin typeface="Arial Nova Cond" panose="020B0604020202020204" pitchFamily="34" charset="0"/>
              </a:rPr>
              <a:t>. </a:t>
            </a:r>
          </a:p>
        </p:txBody>
      </p:sp>
      <p:sp>
        <p:nvSpPr>
          <p:cNvPr id="5" name="5 Rectángulo">
            <a:extLst>
              <a:ext uri="{FF2B5EF4-FFF2-40B4-BE49-F238E27FC236}">
                <a16:creationId xmlns:a16="http://schemas.microsoft.com/office/drawing/2014/main" id="{6FF63DF0-6085-FF1B-193B-0640678FC929}"/>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6 Rectángulo">
            <a:extLst>
              <a:ext uri="{FF2B5EF4-FFF2-40B4-BE49-F238E27FC236}">
                <a16:creationId xmlns:a16="http://schemas.microsoft.com/office/drawing/2014/main" id="{76360871-6564-0BFB-C393-C293DBEE9641}"/>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10 CuadroTexto">
            <a:extLst>
              <a:ext uri="{FF2B5EF4-FFF2-40B4-BE49-F238E27FC236}">
                <a16:creationId xmlns:a16="http://schemas.microsoft.com/office/drawing/2014/main" id="{77990312-25DF-AA60-75FD-FF5693340511}"/>
              </a:ext>
              <a:ext uri="{C183D7F6-B498-43B3-948B-1728B52AA6E4}">
                <adec:decorative xmlns:adec="http://schemas.microsoft.com/office/drawing/2017/decorative" val="1"/>
              </a:ext>
            </a:extLst>
          </p:cNvPr>
          <p:cNvSpPr txBox="1"/>
          <p:nvPr/>
        </p:nvSpPr>
        <p:spPr>
          <a:xfrm>
            <a:off x="1043608" y="7820"/>
            <a:ext cx="2888868"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RESULTADO FINAL</a:t>
            </a:r>
          </a:p>
        </p:txBody>
      </p:sp>
      <p:sp>
        <p:nvSpPr>
          <p:cNvPr id="8" name="6 CuadroTexto">
            <a:extLst>
              <a:ext uri="{FF2B5EF4-FFF2-40B4-BE49-F238E27FC236}">
                <a16:creationId xmlns:a16="http://schemas.microsoft.com/office/drawing/2014/main" id="{AD974CDF-0902-1AC4-9A5C-97EFAA8076AA}"/>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9" name="10 CuadroTexto">
            <a:extLst>
              <a:ext uri="{FF2B5EF4-FFF2-40B4-BE49-F238E27FC236}">
                <a16:creationId xmlns:a16="http://schemas.microsoft.com/office/drawing/2014/main" id="{A1483CFF-C9B0-E993-5AE5-E41E019B318E}"/>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pic>
        <p:nvPicPr>
          <p:cNvPr id="13" name="Imagen 12">
            <a:extLst>
              <a:ext uri="{FF2B5EF4-FFF2-40B4-BE49-F238E27FC236}">
                <a16:creationId xmlns:a16="http://schemas.microsoft.com/office/drawing/2014/main" id="{E380DB69-E39D-ACD0-ED89-09AF4E5CC97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10559" y="3140968"/>
            <a:ext cx="8189924" cy="2930842"/>
          </a:xfrm>
          <a:prstGeom prst="rect">
            <a:avLst/>
          </a:prstGeom>
        </p:spPr>
      </p:pic>
      <p:sp>
        <p:nvSpPr>
          <p:cNvPr id="2" name="8 Rectángulo">
            <a:extLst>
              <a:ext uri="{FF2B5EF4-FFF2-40B4-BE49-F238E27FC236}">
                <a16:creationId xmlns:a16="http://schemas.microsoft.com/office/drawing/2014/main" id="{66E9A474-9E56-47AB-FC4F-BB3CAEA91CA7}"/>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21 CuadroTexto">
            <a:extLst>
              <a:ext uri="{FF2B5EF4-FFF2-40B4-BE49-F238E27FC236}">
                <a16:creationId xmlns:a16="http://schemas.microsoft.com/office/drawing/2014/main" id="{63BC2E42-CA33-E117-1098-A36BFEB8732A}"/>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ESTRUCTURA DE UN MÓDULO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DIRECTORIOS Y FICHEROS</a:t>
            </a:r>
          </a:p>
        </p:txBody>
      </p:sp>
    </p:spTree>
    <p:extLst>
      <p:ext uri="{BB962C8B-B14F-4D97-AF65-F5344CB8AC3E}">
        <p14:creationId xmlns:p14="http://schemas.microsoft.com/office/powerpoint/2010/main" val="39805766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3 CuadroTexto">
            <a:extLst>
              <a:ext uri="{FF2B5EF4-FFF2-40B4-BE49-F238E27FC236}">
                <a16:creationId xmlns:a16="http://schemas.microsoft.com/office/drawing/2014/main" id="{15953586-1D64-FAD6-FBC8-3C6E115ED1D9}"/>
              </a:ext>
            </a:extLst>
          </p:cNvPr>
          <p:cNvSpPr txBox="1"/>
          <p:nvPr/>
        </p:nvSpPr>
        <p:spPr>
          <a:xfrm>
            <a:off x="611559" y="908720"/>
            <a:ext cx="7848873" cy="697114"/>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Ahora que ya has conseguido hacer funcionar tu primer módulo en </a:t>
            </a:r>
            <a:r>
              <a:rPr lang="es-ES" dirty="0" err="1">
                <a:latin typeface="Arial Nova Cond" panose="020B0604020202020204" pitchFamily="34" charset="0"/>
              </a:rPr>
              <a:t>Odoo</a:t>
            </a:r>
            <a:r>
              <a:rPr lang="es-ES" dirty="0">
                <a:latin typeface="Arial Nova Cond" panose="020B0604020202020204" pitchFamily="34" charset="0"/>
              </a:rPr>
              <a:t>, vamos a ver exactamente qué hace el código que hemos escrito. </a:t>
            </a:r>
          </a:p>
        </p:txBody>
      </p:sp>
      <p:sp>
        <p:nvSpPr>
          <p:cNvPr id="6" name="5 Rectángulo">
            <a:extLst>
              <a:ext uri="{FF2B5EF4-FFF2-40B4-BE49-F238E27FC236}">
                <a16:creationId xmlns:a16="http://schemas.microsoft.com/office/drawing/2014/main" id="{6DE0222E-E988-5C0A-9CAC-A10969B2AEBE}"/>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Rectángulo">
            <a:extLst>
              <a:ext uri="{FF2B5EF4-FFF2-40B4-BE49-F238E27FC236}">
                <a16:creationId xmlns:a16="http://schemas.microsoft.com/office/drawing/2014/main" id="{C2A53E1B-89C4-D2E4-9F7B-EB5F04199C66}"/>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10 CuadroTexto">
            <a:extLst>
              <a:ext uri="{FF2B5EF4-FFF2-40B4-BE49-F238E27FC236}">
                <a16:creationId xmlns:a16="http://schemas.microsoft.com/office/drawing/2014/main" id="{0CF1B407-737C-89C2-0328-84E25E19A06A}"/>
              </a:ext>
              <a:ext uri="{C183D7F6-B498-43B3-948B-1728B52AA6E4}">
                <adec:decorative xmlns:adec="http://schemas.microsoft.com/office/drawing/2017/decorative" val="1"/>
              </a:ext>
            </a:extLst>
          </p:cNvPr>
          <p:cNvSpPr txBox="1"/>
          <p:nvPr/>
        </p:nvSpPr>
        <p:spPr>
          <a:xfrm>
            <a:off x="1043608" y="7820"/>
            <a:ext cx="4108561"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EXPLICACIÓN DEL CÓDIGO</a:t>
            </a:r>
          </a:p>
        </p:txBody>
      </p:sp>
      <p:sp>
        <p:nvSpPr>
          <p:cNvPr id="9" name="6 CuadroTexto">
            <a:extLst>
              <a:ext uri="{FF2B5EF4-FFF2-40B4-BE49-F238E27FC236}">
                <a16:creationId xmlns:a16="http://schemas.microsoft.com/office/drawing/2014/main" id="{7D190528-8B68-F748-A456-441EBCF3AE05}"/>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0" name="10 CuadroTexto">
            <a:extLst>
              <a:ext uri="{FF2B5EF4-FFF2-40B4-BE49-F238E27FC236}">
                <a16:creationId xmlns:a16="http://schemas.microsoft.com/office/drawing/2014/main" id="{7A63EB27-5F9C-CFA3-9FAB-BFECA5C3C52A}"/>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5" name="3 CuadroTexto">
            <a:extLst>
              <a:ext uri="{FF2B5EF4-FFF2-40B4-BE49-F238E27FC236}">
                <a16:creationId xmlns:a16="http://schemas.microsoft.com/office/drawing/2014/main" id="{8969BAFC-52C0-A6D2-5A8F-79F3E1FE5ED4}"/>
              </a:ext>
            </a:extLst>
          </p:cNvPr>
          <p:cNvSpPr txBox="1"/>
          <p:nvPr/>
        </p:nvSpPr>
        <p:spPr>
          <a:xfrm>
            <a:off x="611559" y="1902154"/>
            <a:ext cx="7848873" cy="381323"/>
          </a:xfrm>
          <a:prstGeom prst="rect">
            <a:avLst/>
          </a:prstGeom>
          <a:solidFill>
            <a:schemeClr val="accent4">
              <a:lumMod val="75000"/>
            </a:schemeClr>
          </a:solidFill>
        </p:spPr>
        <p:txBody>
          <a:bodyPr wrap="square" rtlCol="0">
            <a:spAutoFit/>
          </a:bodyPr>
          <a:lstStyle/>
          <a:p>
            <a:pPr algn="just">
              <a:lnSpc>
                <a:spcPct val="114000"/>
              </a:lnSpc>
              <a:spcBef>
                <a:spcPts val="600"/>
              </a:spcBef>
              <a:spcAft>
                <a:spcPts val="1200"/>
              </a:spcAft>
            </a:pPr>
            <a:r>
              <a:rPr lang="es-ES" dirty="0">
                <a:solidFill>
                  <a:schemeClr val="bg1"/>
                </a:solidFill>
                <a:latin typeface="Arial Nova Cond" panose="020B0604020202020204" pitchFamily="34" charset="0"/>
              </a:rPr>
              <a:t>Fichero </a:t>
            </a:r>
            <a:r>
              <a:rPr lang="es-ES" b="1" dirty="0">
                <a:solidFill>
                  <a:schemeClr val="bg1"/>
                </a:solidFill>
                <a:latin typeface="Arial Nova Cond" panose="020B0604020202020204" pitchFamily="34" charset="0"/>
              </a:rPr>
              <a:t>models.py</a:t>
            </a:r>
          </a:p>
        </p:txBody>
      </p:sp>
      <p:sp>
        <p:nvSpPr>
          <p:cNvPr id="16" name="3 CuadroTexto">
            <a:extLst>
              <a:ext uri="{FF2B5EF4-FFF2-40B4-BE49-F238E27FC236}">
                <a16:creationId xmlns:a16="http://schemas.microsoft.com/office/drawing/2014/main" id="{914D698E-8D64-4698-8F59-51710013BF57}"/>
              </a:ext>
            </a:extLst>
          </p:cNvPr>
          <p:cNvSpPr txBox="1"/>
          <p:nvPr/>
        </p:nvSpPr>
        <p:spPr>
          <a:xfrm>
            <a:off x="611558" y="2420888"/>
            <a:ext cx="7848873" cy="2191113"/>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err="1">
                <a:latin typeface="Arial Nova Cond" panose="020B0604020202020204" pitchFamily="34" charset="0"/>
              </a:rPr>
              <a:t>Odoo</a:t>
            </a:r>
            <a:r>
              <a:rPr lang="es-ES" dirty="0">
                <a:latin typeface="Arial Nova Cond" panose="020B0604020202020204" pitchFamily="34" charset="0"/>
              </a:rPr>
              <a:t> se basa en el sistema </a:t>
            </a:r>
            <a:r>
              <a:rPr lang="es-ES" b="1" dirty="0">
                <a:latin typeface="Arial Nova Cond" panose="020B0604020202020204" pitchFamily="34" charset="0"/>
              </a:rPr>
              <a:t>ORM (</a:t>
            </a:r>
            <a:r>
              <a:rPr lang="es-ES" b="1" dirty="0" err="1">
                <a:latin typeface="Arial Nova Cond" panose="020B0604020202020204" pitchFamily="34" charset="0"/>
              </a:rPr>
              <a:t>Object</a:t>
            </a:r>
            <a:r>
              <a:rPr lang="es-ES" b="1" dirty="0">
                <a:latin typeface="Arial Nova Cond" panose="020B0604020202020204" pitchFamily="34" charset="0"/>
              </a:rPr>
              <a:t> </a:t>
            </a:r>
            <a:r>
              <a:rPr lang="es-ES" b="1" dirty="0" err="1">
                <a:latin typeface="Arial Nova Cond" panose="020B0604020202020204" pitchFamily="34" charset="0"/>
              </a:rPr>
              <a:t>Relational</a:t>
            </a:r>
            <a:r>
              <a:rPr lang="es-ES" b="1" dirty="0">
                <a:latin typeface="Arial Nova Cond" panose="020B0604020202020204" pitchFamily="34" charset="0"/>
              </a:rPr>
              <a:t> </a:t>
            </a:r>
            <a:r>
              <a:rPr lang="es-ES" b="1" dirty="0" err="1">
                <a:latin typeface="Arial Nova Cond" panose="020B0604020202020204" pitchFamily="34" charset="0"/>
              </a:rPr>
              <a:t>Mapping</a:t>
            </a:r>
            <a:r>
              <a:rPr lang="es-ES" b="1" dirty="0">
                <a:latin typeface="Arial Nova Cond" panose="020B0604020202020204" pitchFamily="34" charset="0"/>
              </a:rPr>
              <a:t>), </a:t>
            </a:r>
            <a:r>
              <a:rPr lang="es-ES" dirty="0">
                <a:latin typeface="Arial Nova Cond" panose="020B0604020202020204" pitchFamily="34" charset="0"/>
              </a:rPr>
              <a:t>una técnica que consiste en mapear directamente las clases creadas en un lenguaje de programación sobre una base de datos relacional.</a:t>
            </a:r>
          </a:p>
          <a:p>
            <a:pPr algn="just">
              <a:lnSpc>
                <a:spcPct val="114000"/>
              </a:lnSpc>
              <a:spcBef>
                <a:spcPts val="600"/>
              </a:spcBef>
              <a:spcAft>
                <a:spcPts val="1200"/>
              </a:spcAft>
            </a:pPr>
            <a:r>
              <a:rPr lang="es-ES" dirty="0">
                <a:latin typeface="Arial Nova Cond" panose="020B0604020202020204" pitchFamily="34" charset="0"/>
              </a:rPr>
              <a:t>De esta forma, no necesitamos crear la base de datos como tal, sino que simplemente creamos una clase con las propiedades que queramos y, automáticamente, se crearán los campos correspondientes en la base de datos. </a:t>
            </a:r>
          </a:p>
        </p:txBody>
      </p:sp>
      <p:sp>
        <p:nvSpPr>
          <p:cNvPr id="18" name="3 CuadroTexto">
            <a:extLst>
              <a:ext uri="{FF2B5EF4-FFF2-40B4-BE49-F238E27FC236}">
                <a16:creationId xmlns:a16="http://schemas.microsoft.com/office/drawing/2014/main" id="{342F4899-47EC-15B7-C382-27615E95CA86}"/>
              </a:ext>
            </a:extLst>
          </p:cNvPr>
          <p:cNvSpPr txBox="1"/>
          <p:nvPr/>
        </p:nvSpPr>
        <p:spPr>
          <a:xfrm>
            <a:off x="611559" y="4638243"/>
            <a:ext cx="2520282" cy="1644489"/>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Para que esto sea posible, la clase que creamos deberá heredar de la clase </a:t>
            </a:r>
            <a:r>
              <a:rPr lang="es-ES" b="1" dirty="0" err="1">
                <a:latin typeface="Arial Nova Cond" panose="020B0604020202020204" pitchFamily="34" charset="0"/>
              </a:rPr>
              <a:t>models.Model</a:t>
            </a:r>
            <a:endParaRPr lang="es-ES" b="1" dirty="0">
              <a:latin typeface="Arial Nova Cond" panose="020B0604020202020204" pitchFamily="34" charset="0"/>
            </a:endParaRPr>
          </a:p>
        </p:txBody>
      </p:sp>
      <p:pic>
        <p:nvPicPr>
          <p:cNvPr id="17" name="Imagen 16">
            <a:extLst>
              <a:ext uri="{FF2B5EF4-FFF2-40B4-BE49-F238E27FC236}">
                <a16:creationId xmlns:a16="http://schemas.microsoft.com/office/drawing/2014/main" id="{B005D27C-9198-44DF-ADA2-8214D21FCD94}"/>
              </a:ext>
              <a:ext uri="{C183D7F6-B498-43B3-948B-1728B52AA6E4}">
                <adec:decorative xmlns:adec="http://schemas.microsoft.com/office/drawing/2017/decorative" val="1"/>
              </a:ext>
            </a:extLst>
          </p:cNvPr>
          <p:cNvPicPr>
            <a:picLocks noChangeAspect="1"/>
          </p:cNvPicPr>
          <p:nvPr/>
        </p:nvPicPr>
        <p:blipFill rotWithShape="1">
          <a:blip r:embed="rId2"/>
          <a:srcRect l="7425" t="21363" r="30876" b="59073"/>
          <a:stretch/>
        </p:blipFill>
        <p:spPr>
          <a:xfrm>
            <a:off x="3131841" y="4839545"/>
            <a:ext cx="5328590" cy="1027771"/>
          </a:xfrm>
          <a:prstGeom prst="rect">
            <a:avLst/>
          </a:prstGeom>
        </p:spPr>
      </p:pic>
      <p:sp>
        <p:nvSpPr>
          <p:cNvPr id="2" name="8 Rectángulo">
            <a:extLst>
              <a:ext uri="{FF2B5EF4-FFF2-40B4-BE49-F238E27FC236}">
                <a16:creationId xmlns:a16="http://schemas.microsoft.com/office/drawing/2014/main" id="{A0594942-52C4-2241-08DF-04BB982FAF63}"/>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21 CuadroTexto">
            <a:extLst>
              <a:ext uri="{FF2B5EF4-FFF2-40B4-BE49-F238E27FC236}">
                <a16:creationId xmlns:a16="http://schemas.microsoft.com/office/drawing/2014/main" id="{61EB0D2A-4D48-2500-D6AD-A765D6B36001}"/>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ESTRUCTURA DE UN MÓDULO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DIRECTORIOS Y FICHEROS</a:t>
            </a:r>
          </a:p>
        </p:txBody>
      </p:sp>
    </p:spTree>
    <p:extLst>
      <p:ext uri="{BB962C8B-B14F-4D97-AF65-F5344CB8AC3E}">
        <p14:creationId xmlns:p14="http://schemas.microsoft.com/office/powerpoint/2010/main" val="37952803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1A6B3B06-6CCE-A61B-0081-57FBCD475803}"/>
              </a:ext>
              <a:ext uri="{C183D7F6-B498-43B3-948B-1728B52AA6E4}">
                <adec:decorative xmlns:adec="http://schemas.microsoft.com/office/drawing/2017/decorative" val="1"/>
              </a:ext>
            </a:extLst>
          </p:cNvPr>
          <p:cNvPicPr>
            <a:picLocks noChangeAspect="1"/>
          </p:cNvPicPr>
          <p:nvPr/>
        </p:nvPicPr>
        <p:blipFill rotWithShape="1">
          <a:blip r:embed="rId2"/>
          <a:srcRect l="7425" t="21363" r="30876" b="59073"/>
          <a:stretch/>
        </p:blipFill>
        <p:spPr>
          <a:xfrm>
            <a:off x="1427684" y="2732738"/>
            <a:ext cx="6120681" cy="1180548"/>
          </a:xfrm>
          <a:prstGeom prst="rect">
            <a:avLst/>
          </a:prstGeom>
        </p:spPr>
      </p:pic>
      <p:cxnSp>
        <p:nvCxnSpPr>
          <p:cNvPr id="8" name="Conector recto de flecha 7">
            <a:extLst>
              <a:ext uri="{FF2B5EF4-FFF2-40B4-BE49-F238E27FC236}">
                <a16:creationId xmlns:a16="http://schemas.microsoft.com/office/drawing/2014/main" id="{B9854388-5A33-9872-8D5A-5708C0F415DE}"/>
              </a:ext>
              <a:ext uri="{C183D7F6-B498-43B3-948B-1728B52AA6E4}">
                <adec:decorative xmlns:adec="http://schemas.microsoft.com/office/drawing/2017/decorative" val="1"/>
              </a:ext>
            </a:extLst>
          </p:cNvPr>
          <p:cNvCxnSpPr>
            <a:cxnSpLocks/>
          </p:cNvCxnSpPr>
          <p:nvPr/>
        </p:nvCxnSpPr>
        <p:spPr>
          <a:xfrm>
            <a:off x="2915816" y="1940650"/>
            <a:ext cx="1392188" cy="792088"/>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3 CuadroTexto">
            <a:extLst>
              <a:ext uri="{FF2B5EF4-FFF2-40B4-BE49-F238E27FC236}">
                <a16:creationId xmlns:a16="http://schemas.microsoft.com/office/drawing/2014/main" id="{0902A644-E83A-19B8-3B31-8BCAA2CFFF02}"/>
              </a:ext>
            </a:extLst>
          </p:cNvPr>
          <p:cNvSpPr txBox="1"/>
          <p:nvPr/>
        </p:nvSpPr>
        <p:spPr>
          <a:xfrm>
            <a:off x="584101" y="1078765"/>
            <a:ext cx="2640260" cy="1053815"/>
          </a:xfrm>
          <a:prstGeom prst="rect">
            <a:avLst/>
          </a:prstGeom>
          <a:solidFill>
            <a:schemeClr val="accent1">
              <a:lumMod val="20000"/>
              <a:lumOff val="80000"/>
            </a:schemeClr>
          </a:solidFill>
          <a:ln w="28575">
            <a:solidFill>
              <a:schemeClr val="accent1">
                <a:lumMod val="60000"/>
                <a:lumOff val="40000"/>
              </a:schemeClr>
            </a:solidFill>
          </a:ln>
        </p:spPr>
        <p:txBody>
          <a:bodyPr wrap="square" rtlCol="0">
            <a:spAutoFit/>
          </a:bodyPr>
          <a:lstStyle/>
          <a:p>
            <a:pPr algn="ctr">
              <a:lnSpc>
                <a:spcPct val="114000"/>
              </a:lnSpc>
              <a:spcBef>
                <a:spcPts val="600"/>
              </a:spcBef>
              <a:spcAft>
                <a:spcPts val="1200"/>
              </a:spcAft>
            </a:pPr>
            <a:r>
              <a:rPr lang="es-ES" sz="1400" dirty="0">
                <a:latin typeface="Arial Nova Cond" panose="020B0604020202020204" pitchFamily="34" charset="0"/>
              </a:rPr>
              <a:t>En Python la herencia se indica así. Esto quiere decir que la clase </a:t>
            </a:r>
            <a:r>
              <a:rPr lang="es-ES" sz="1400" b="1" dirty="0" err="1">
                <a:latin typeface="Arial Nova Cond" panose="020B0604020202020204" pitchFamily="34" charset="0"/>
              </a:rPr>
              <a:t>lista_tareas</a:t>
            </a:r>
            <a:r>
              <a:rPr lang="es-ES" sz="1400" b="1" dirty="0">
                <a:latin typeface="Arial Nova Cond" panose="020B0604020202020204" pitchFamily="34" charset="0"/>
              </a:rPr>
              <a:t> </a:t>
            </a:r>
            <a:r>
              <a:rPr lang="es-ES" sz="1400" dirty="0">
                <a:latin typeface="Arial Nova Cond" panose="020B0604020202020204" pitchFamily="34" charset="0"/>
              </a:rPr>
              <a:t>hereda de la clase </a:t>
            </a:r>
            <a:r>
              <a:rPr lang="es-ES" sz="1400" b="1" dirty="0" err="1">
                <a:latin typeface="Arial Nova Cond" panose="020B0604020202020204" pitchFamily="34" charset="0"/>
              </a:rPr>
              <a:t>models.Model</a:t>
            </a:r>
            <a:endParaRPr lang="es-ES" sz="1400" b="1" dirty="0">
              <a:latin typeface="Arial Nova Cond" panose="020B0604020202020204" pitchFamily="34" charset="0"/>
            </a:endParaRPr>
          </a:p>
        </p:txBody>
      </p:sp>
      <p:pic>
        <p:nvPicPr>
          <p:cNvPr id="12" name="Imagen 11">
            <a:extLst>
              <a:ext uri="{FF2B5EF4-FFF2-40B4-BE49-F238E27FC236}">
                <a16:creationId xmlns:a16="http://schemas.microsoft.com/office/drawing/2014/main" id="{D49D66B3-8B11-803A-24E5-0FC54818E75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621057" y="4676954"/>
            <a:ext cx="4839375" cy="1200318"/>
          </a:xfrm>
          <a:prstGeom prst="rect">
            <a:avLst/>
          </a:prstGeom>
        </p:spPr>
      </p:pic>
      <p:cxnSp>
        <p:nvCxnSpPr>
          <p:cNvPr id="13" name="Conector recto de flecha 12">
            <a:extLst>
              <a:ext uri="{FF2B5EF4-FFF2-40B4-BE49-F238E27FC236}">
                <a16:creationId xmlns:a16="http://schemas.microsoft.com/office/drawing/2014/main" id="{F81A809B-AA38-4792-A79B-98934CFC9ACA}"/>
              </a:ext>
              <a:ext uri="{C183D7F6-B498-43B3-948B-1728B52AA6E4}">
                <adec:decorative xmlns:adec="http://schemas.microsoft.com/office/drawing/2017/decorative" val="1"/>
              </a:ext>
            </a:extLst>
          </p:cNvPr>
          <p:cNvCxnSpPr>
            <a:cxnSpLocks/>
          </p:cNvCxnSpPr>
          <p:nvPr/>
        </p:nvCxnSpPr>
        <p:spPr>
          <a:xfrm flipV="1">
            <a:off x="1872258" y="3462293"/>
            <a:ext cx="245765" cy="765330"/>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0B21436A-3253-A6A2-7F47-435A4399DAAA}"/>
              </a:ext>
              <a:ext uri="{C183D7F6-B498-43B3-948B-1728B52AA6E4}">
                <adec:decorative xmlns:adec="http://schemas.microsoft.com/office/drawing/2017/decorative" val="1"/>
              </a:ext>
            </a:extLst>
          </p:cNvPr>
          <p:cNvCxnSpPr>
            <a:cxnSpLocks/>
            <a:endCxn id="12" idx="1"/>
          </p:cNvCxnSpPr>
          <p:nvPr/>
        </p:nvCxnSpPr>
        <p:spPr>
          <a:xfrm>
            <a:off x="3160957" y="5277113"/>
            <a:ext cx="460100" cy="0"/>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3 CuadroTexto">
            <a:extLst>
              <a:ext uri="{FF2B5EF4-FFF2-40B4-BE49-F238E27FC236}">
                <a16:creationId xmlns:a16="http://schemas.microsoft.com/office/drawing/2014/main" id="{FD27ECC4-B236-47ED-F306-E25A9225B53C}"/>
              </a:ext>
            </a:extLst>
          </p:cNvPr>
          <p:cNvSpPr txBox="1"/>
          <p:nvPr/>
        </p:nvSpPr>
        <p:spPr>
          <a:xfrm>
            <a:off x="552128" y="4209571"/>
            <a:ext cx="2640260" cy="1299395"/>
          </a:xfrm>
          <a:prstGeom prst="rect">
            <a:avLst/>
          </a:prstGeom>
          <a:solidFill>
            <a:schemeClr val="accent1">
              <a:lumMod val="20000"/>
              <a:lumOff val="80000"/>
            </a:schemeClr>
          </a:solidFill>
          <a:ln w="28575">
            <a:solidFill>
              <a:schemeClr val="accent1">
                <a:lumMod val="60000"/>
                <a:lumOff val="40000"/>
              </a:schemeClr>
            </a:solidFill>
          </a:ln>
        </p:spPr>
        <p:txBody>
          <a:bodyPr wrap="square" rtlCol="0">
            <a:spAutoFit/>
          </a:bodyPr>
          <a:lstStyle/>
          <a:p>
            <a:pPr algn="ctr">
              <a:lnSpc>
                <a:spcPct val="114000"/>
              </a:lnSpc>
              <a:spcBef>
                <a:spcPts val="600"/>
              </a:spcBef>
              <a:spcAft>
                <a:spcPts val="1200"/>
              </a:spcAft>
            </a:pPr>
            <a:r>
              <a:rPr lang="es-ES" sz="1400" dirty="0">
                <a:latin typeface="Arial Nova Cond" panose="020B0604020202020204" pitchFamily="34" charset="0"/>
              </a:rPr>
              <a:t>La propiedad </a:t>
            </a:r>
            <a:r>
              <a:rPr lang="es-ES" sz="1400" b="1" dirty="0">
                <a:latin typeface="Arial Nova Cond" panose="020B0604020202020204" pitchFamily="34" charset="0"/>
              </a:rPr>
              <a:t>_</a:t>
            </a:r>
            <a:r>
              <a:rPr lang="es-ES" sz="1400" b="1" dirty="0" err="1">
                <a:latin typeface="Arial Nova Cond" panose="020B0604020202020204" pitchFamily="34" charset="0"/>
              </a:rPr>
              <a:t>name</a:t>
            </a:r>
            <a:r>
              <a:rPr lang="es-ES" sz="1400" dirty="0">
                <a:latin typeface="Arial Nova Cond" panose="020B0604020202020204" pitchFamily="34" charset="0"/>
              </a:rPr>
              <a:t> determina el nombre de la tabla que se va a crear. Aquí vemos desde </a:t>
            </a:r>
            <a:r>
              <a:rPr lang="es-ES" sz="1400" b="1" dirty="0" err="1">
                <a:latin typeface="Arial Nova Cond" panose="020B0604020202020204" pitchFamily="34" charset="0"/>
              </a:rPr>
              <a:t>psql</a:t>
            </a:r>
            <a:r>
              <a:rPr lang="es-ES" sz="1400" dirty="0">
                <a:latin typeface="Arial Nova Cond" panose="020B0604020202020204" pitchFamily="34" charset="0"/>
              </a:rPr>
              <a:t> la tabla que ha creado automáticamente</a:t>
            </a:r>
            <a:endParaRPr lang="es-ES" sz="1400" b="1" dirty="0">
              <a:latin typeface="Arial Nova Cond" panose="020B0604020202020204" pitchFamily="34" charset="0"/>
            </a:endParaRPr>
          </a:p>
        </p:txBody>
      </p:sp>
      <p:sp>
        <p:nvSpPr>
          <p:cNvPr id="19" name="5 Rectángulo">
            <a:extLst>
              <a:ext uri="{FF2B5EF4-FFF2-40B4-BE49-F238E27FC236}">
                <a16:creationId xmlns:a16="http://schemas.microsoft.com/office/drawing/2014/main" id="{302CDE56-E149-D8D6-A667-EA0DD03B7BD4}"/>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6 Rectángulo">
            <a:extLst>
              <a:ext uri="{FF2B5EF4-FFF2-40B4-BE49-F238E27FC236}">
                <a16:creationId xmlns:a16="http://schemas.microsoft.com/office/drawing/2014/main" id="{8E4B4996-1918-1958-B43E-1D7A68DA4B59}"/>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10 CuadroTexto">
            <a:extLst>
              <a:ext uri="{FF2B5EF4-FFF2-40B4-BE49-F238E27FC236}">
                <a16:creationId xmlns:a16="http://schemas.microsoft.com/office/drawing/2014/main" id="{0A273463-82F2-FE59-F5E7-F86E0418949E}"/>
              </a:ext>
              <a:ext uri="{C183D7F6-B498-43B3-948B-1728B52AA6E4}">
                <adec:decorative xmlns:adec="http://schemas.microsoft.com/office/drawing/2017/decorative" val="1"/>
              </a:ext>
            </a:extLst>
          </p:cNvPr>
          <p:cNvSpPr txBox="1"/>
          <p:nvPr/>
        </p:nvSpPr>
        <p:spPr>
          <a:xfrm>
            <a:off x="1043608" y="7820"/>
            <a:ext cx="4108561"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EXPLICACIÓN DEL CÓDIGO</a:t>
            </a:r>
          </a:p>
        </p:txBody>
      </p:sp>
      <p:sp>
        <p:nvSpPr>
          <p:cNvPr id="22" name="6 CuadroTexto">
            <a:extLst>
              <a:ext uri="{FF2B5EF4-FFF2-40B4-BE49-F238E27FC236}">
                <a16:creationId xmlns:a16="http://schemas.microsoft.com/office/drawing/2014/main" id="{6A5061D7-1DCB-8BA6-B1A7-24120F7AF05B}"/>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23" name="10 CuadroTexto">
            <a:extLst>
              <a:ext uri="{FF2B5EF4-FFF2-40B4-BE49-F238E27FC236}">
                <a16:creationId xmlns:a16="http://schemas.microsoft.com/office/drawing/2014/main" id="{AF728E70-F6C8-4354-50D3-F87D4DA19E18}"/>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cxnSp>
        <p:nvCxnSpPr>
          <p:cNvPr id="28" name="Conector recto de flecha 27">
            <a:extLst>
              <a:ext uri="{FF2B5EF4-FFF2-40B4-BE49-F238E27FC236}">
                <a16:creationId xmlns:a16="http://schemas.microsoft.com/office/drawing/2014/main" id="{797CA93D-DC05-57A0-6074-4DECFFC89F22}"/>
              </a:ext>
              <a:ext uri="{C183D7F6-B498-43B3-948B-1728B52AA6E4}">
                <adec:decorative xmlns:adec="http://schemas.microsoft.com/office/drawing/2017/decorative" val="1"/>
              </a:ext>
            </a:extLst>
          </p:cNvPr>
          <p:cNvCxnSpPr>
            <a:cxnSpLocks/>
          </p:cNvCxnSpPr>
          <p:nvPr/>
        </p:nvCxnSpPr>
        <p:spPr>
          <a:xfrm flipH="1">
            <a:off x="6948264" y="2436453"/>
            <a:ext cx="340552" cy="976112"/>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3 CuadroTexto">
            <a:extLst>
              <a:ext uri="{FF2B5EF4-FFF2-40B4-BE49-F238E27FC236}">
                <a16:creationId xmlns:a16="http://schemas.microsoft.com/office/drawing/2014/main" id="{8ED8386B-DFC1-4E4B-2B59-48A9A9D4E132}"/>
              </a:ext>
            </a:extLst>
          </p:cNvPr>
          <p:cNvSpPr txBox="1"/>
          <p:nvPr/>
        </p:nvSpPr>
        <p:spPr>
          <a:xfrm>
            <a:off x="7092280" y="1075502"/>
            <a:ext cx="1588724" cy="1544975"/>
          </a:xfrm>
          <a:prstGeom prst="rect">
            <a:avLst/>
          </a:prstGeom>
          <a:solidFill>
            <a:schemeClr val="accent1">
              <a:lumMod val="20000"/>
              <a:lumOff val="80000"/>
            </a:schemeClr>
          </a:solidFill>
          <a:ln w="28575">
            <a:solidFill>
              <a:schemeClr val="accent1">
                <a:lumMod val="60000"/>
                <a:lumOff val="40000"/>
              </a:schemeClr>
            </a:solidFill>
          </a:ln>
        </p:spPr>
        <p:txBody>
          <a:bodyPr wrap="square" rtlCol="0">
            <a:spAutoFit/>
          </a:bodyPr>
          <a:lstStyle/>
          <a:p>
            <a:pPr algn="ctr">
              <a:lnSpc>
                <a:spcPct val="114000"/>
              </a:lnSpc>
              <a:spcBef>
                <a:spcPts val="600"/>
              </a:spcBef>
              <a:spcAft>
                <a:spcPts val="1200"/>
              </a:spcAft>
            </a:pPr>
            <a:r>
              <a:rPr lang="es-ES" sz="1400" b="1" dirty="0">
                <a:latin typeface="Arial Nova Cond" panose="020B0604020202020204" pitchFamily="34" charset="0"/>
              </a:rPr>
              <a:t>_</a:t>
            </a:r>
            <a:r>
              <a:rPr lang="es-ES" sz="1400" b="1" dirty="0" err="1">
                <a:latin typeface="Arial Nova Cond" panose="020B0604020202020204" pitchFamily="34" charset="0"/>
              </a:rPr>
              <a:t>description</a:t>
            </a:r>
            <a:r>
              <a:rPr lang="es-ES" sz="1400" dirty="0">
                <a:latin typeface="Arial Nova Cond" panose="020B0604020202020204" pitchFamily="34" charset="0"/>
              </a:rPr>
              <a:t> es el nombre general para el modelo que se usa, por ejemplo, para búsquedas.</a:t>
            </a:r>
            <a:endParaRPr lang="es-ES" sz="1400" b="1" dirty="0">
              <a:latin typeface="Arial Nova Cond" panose="020B0604020202020204" pitchFamily="34" charset="0"/>
            </a:endParaRPr>
          </a:p>
        </p:txBody>
      </p:sp>
      <p:sp>
        <p:nvSpPr>
          <p:cNvPr id="3" name="8 Rectángulo">
            <a:extLst>
              <a:ext uri="{FF2B5EF4-FFF2-40B4-BE49-F238E27FC236}">
                <a16:creationId xmlns:a16="http://schemas.microsoft.com/office/drawing/2014/main" id="{B713EAB6-BBFB-C034-9D00-A77C307CB346}"/>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21 CuadroTexto">
            <a:extLst>
              <a:ext uri="{FF2B5EF4-FFF2-40B4-BE49-F238E27FC236}">
                <a16:creationId xmlns:a16="http://schemas.microsoft.com/office/drawing/2014/main" id="{0710996A-0876-5A45-FE07-9BD0EE6FD86D}"/>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ESTRUCTURA DE UN MÓDULO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DIRECTORIOS Y FICHEROS</a:t>
            </a:r>
          </a:p>
        </p:txBody>
      </p:sp>
    </p:spTree>
    <p:extLst>
      <p:ext uri="{BB962C8B-B14F-4D97-AF65-F5344CB8AC3E}">
        <p14:creationId xmlns:p14="http://schemas.microsoft.com/office/powerpoint/2010/main" val="27887222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Conector recto de flecha 15">
            <a:extLst>
              <a:ext uri="{FF2B5EF4-FFF2-40B4-BE49-F238E27FC236}">
                <a16:creationId xmlns:a16="http://schemas.microsoft.com/office/drawing/2014/main" id="{7D9E4393-8F65-864C-1870-90652D1EBC9B}"/>
              </a:ext>
              <a:ext uri="{C183D7F6-B498-43B3-948B-1728B52AA6E4}">
                <adec:decorative xmlns:adec="http://schemas.microsoft.com/office/drawing/2017/decorative" val="1"/>
              </a:ext>
            </a:extLst>
          </p:cNvPr>
          <p:cNvCxnSpPr>
            <a:cxnSpLocks/>
          </p:cNvCxnSpPr>
          <p:nvPr/>
        </p:nvCxnSpPr>
        <p:spPr>
          <a:xfrm flipV="1">
            <a:off x="2195736" y="980728"/>
            <a:ext cx="0" cy="570662"/>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 name="Imagen 1">
            <a:extLst>
              <a:ext uri="{FF2B5EF4-FFF2-40B4-BE49-F238E27FC236}">
                <a16:creationId xmlns:a16="http://schemas.microsoft.com/office/drawing/2014/main" id="{42B0E743-A3D0-A653-6520-F764D0223CB1}"/>
              </a:ext>
              <a:ext uri="{C183D7F6-B498-43B3-948B-1728B52AA6E4}">
                <adec:decorative xmlns:adec="http://schemas.microsoft.com/office/drawing/2017/decorative" val="1"/>
              </a:ext>
            </a:extLst>
          </p:cNvPr>
          <p:cNvPicPr>
            <a:picLocks noChangeAspect="1"/>
          </p:cNvPicPr>
          <p:nvPr/>
        </p:nvPicPr>
        <p:blipFill rotWithShape="1">
          <a:blip r:embed="rId2"/>
          <a:srcRect l="13731" t="39128" r="2052" b="38298"/>
          <a:stretch/>
        </p:blipFill>
        <p:spPr>
          <a:xfrm>
            <a:off x="683568" y="3277940"/>
            <a:ext cx="7992888" cy="1303188"/>
          </a:xfrm>
          <a:prstGeom prst="rect">
            <a:avLst/>
          </a:prstGeom>
        </p:spPr>
      </p:pic>
      <p:cxnSp>
        <p:nvCxnSpPr>
          <p:cNvPr id="3" name="Conector recto de flecha 2">
            <a:extLst>
              <a:ext uri="{FF2B5EF4-FFF2-40B4-BE49-F238E27FC236}">
                <a16:creationId xmlns:a16="http://schemas.microsoft.com/office/drawing/2014/main" id="{C8DA990A-B852-D172-E168-7164E06CD89A}"/>
              </a:ext>
              <a:ext uri="{C183D7F6-B498-43B3-948B-1728B52AA6E4}">
                <adec:decorative xmlns:adec="http://schemas.microsoft.com/office/drawing/2017/decorative" val="1"/>
              </a:ext>
            </a:extLst>
          </p:cNvPr>
          <p:cNvCxnSpPr>
            <a:cxnSpLocks/>
          </p:cNvCxnSpPr>
          <p:nvPr/>
        </p:nvCxnSpPr>
        <p:spPr>
          <a:xfrm>
            <a:off x="1691680" y="2758280"/>
            <a:ext cx="179090" cy="544440"/>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 name="3 CuadroTexto">
            <a:extLst>
              <a:ext uri="{FF2B5EF4-FFF2-40B4-BE49-F238E27FC236}">
                <a16:creationId xmlns:a16="http://schemas.microsoft.com/office/drawing/2014/main" id="{04F4F7DE-D5EE-54EF-3F53-BA6708A103D9}"/>
              </a:ext>
            </a:extLst>
          </p:cNvPr>
          <p:cNvSpPr txBox="1"/>
          <p:nvPr/>
        </p:nvSpPr>
        <p:spPr>
          <a:xfrm>
            <a:off x="552128" y="1479382"/>
            <a:ext cx="2640260" cy="1544975"/>
          </a:xfrm>
          <a:prstGeom prst="rect">
            <a:avLst/>
          </a:prstGeom>
          <a:solidFill>
            <a:schemeClr val="accent1">
              <a:lumMod val="20000"/>
              <a:lumOff val="80000"/>
            </a:schemeClr>
          </a:solidFill>
          <a:ln w="28575">
            <a:solidFill>
              <a:schemeClr val="accent1">
                <a:lumMod val="60000"/>
                <a:lumOff val="40000"/>
              </a:schemeClr>
            </a:solidFill>
          </a:ln>
        </p:spPr>
        <p:txBody>
          <a:bodyPr wrap="square" rtlCol="0">
            <a:spAutoFit/>
          </a:bodyPr>
          <a:lstStyle/>
          <a:p>
            <a:pPr algn="ctr">
              <a:lnSpc>
                <a:spcPct val="114000"/>
              </a:lnSpc>
              <a:spcBef>
                <a:spcPts val="600"/>
              </a:spcBef>
              <a:spcAft>
                <a:spcPts val="1200"/>
              </a:spcAft>
            </a:pPr>
            <a:r>
              <a:rPr lang="es-ES" sz="1400" dirty="0">
                <a:latin typeface="Arial Nova Cond" panose="020B0604020202020204" pitchFamily="34" charset="0"/>
              </a:rPr>
              <a:t>Creamos una variable por cada registro que va a tener la tabla en la base de datos. El objeto </a:t>
            </a:r>
            <a:r>
              <a:rPr lang="es-ES" sz="1400" b="1" dirty="0" err="1">
                <a:latin typeface="Arial Nova Cond" panose="020B0604020202020204" pitchFamily="34" charset="0"/>
              </a:rPr>
              <a:t>fields</a:t>
            </a:r>
            <a:r>
              <a:rPr lang="es-ES" sz="1400" dirty="0">
                <a:latin typeface="Arial Nova Cond" panose="020B0604020202020204" pitchFamily="34" charset="0"/>
              </a:rPr>
              <a:t> tiene diversas funciones según el tipo de datos que queramos. Más información en el enlace</a:t>
            </a:r>
          </a:p>
        </p:txBody>
      </p:sp>
      <p:pic>
        <p:nvPicPr>
          <p:cNvPr id="6" name="Imagen 5">
            <a:extLst>
              <a:ext uri="{FF2B5EF4-FFF2-40B4-BE49-F238E27FC236}">
                <a16:creationId xmlns:a16="http://schemas.microsoft.com/office/drawing/2014/main" id="{934BF3A8-6AB3-2710-42CB-B7FB72AB2F0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635896" y="1403123"/>
            <a:ext cx="5129691" cy="1766292"/>
          </a:xfrm>
          <a:prstGeom prst="rect">
            <a:avLst/>
          </a:prstGeom>
        </p:spPr>
      </p:pic>
      <p:sp>
        <p:nvSpPr>
          <p:cNvPr id="7" name="5 Rectángulo">
            <a:extLst>
              <a:ext uri="{FF2B5EF4-FFF2-40B4-BE49-F238E27FC236}">
                <a16:creationId xmlns:a16="http://schemas.microsoft.com/office/drawing/2014/main" id="{8D196DEA-F039-B809-61D9-ACFF48B4137C}"/>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6 Rectángulo">
            <a:extLst>
              <a:ext uri="{FF2B5EF4-FFF2-40B4-BE49-F238E27FC236}">
                <a16:creationId xmlns:a16="http://schemas.microsoft.com/office/drawing/2014/main" id="{39213B6D-9332-B35B-137B-FC1421ACC935}"/>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10 CuadroTexto">
            <a:extLst>
              <a:ext uri="{FF2B5EF4-FFF2-40B4-BE49-F238E27FC236}">
                <a16:creationId xmlns:a16="http://schemas.microsoft.com/office/drawing/2014/main" id="{F6029AEA-8B8B-A572-B1E5-1978131B6AD3}"/>
              </a:ext>
              <a:ext uri="{C183D7F6-B498-43B3-948B-1728B52AA6E4}">
                <adec:decorative xmlns:adec="http://schemas.microsoft.com/office/drawing/2017/decorative" val="1"/>
              </a:ext>
            </a:extLst>
          </p:cNvPr>
          <p:cNvSpPr txBox="1"/>
          <p:nvPr/>
        </p:nvSpPr>
        <p:spPr>
          <a:xfrm>
            <a:off x="1043608" y="7820"/>
            <a:ext cx="4108561"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EXPLICACIÓN DEL CÓDIGO</a:t>
            </a:r>
          </a:p>
        </p:txBody>
      </p:sp>
      <p:sp>
        <p:nvSpPr>
          <p:cNvPr id="10" name="6 CuadroTexto">
            <a:extLst>
              <a:ext uri="{FF2B5EF4-FFF2-40B4-BE49-F238E27FC236}">
                <a16:creationId xmlns:a16="http://schemas.microsoft.com/office/drawing/2014/main" id="{1714CE19-DBAF-6FC1-40BF-1D180249EC54}"/>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1" name="10 CuadroTexto">
            <a:extLst>
              <a:ext uri="{FF2B5EF4-FFF2-40B4-BE49-F238E27FC236}">
                <a16:creationId xmlns:a16="http://schemas.microsoft.com/office/drawing/2014/main" id="{DC8BDA69-812A-D5DA-628A-651C19CF5EBB}"/>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20" name="CuadroTexto 19">
            <a:extLst>
              <a:ext uri="{FF2B5EF4-FFF2-40B4-BE49-F238E27FC236}">
                <a16:creationId xmlns:a16="http://schemas.microsoft.com/office/drawing/2014/main" id="{C7F9795B-6152-F689-2F45-981C83D5867D}"/>
              </a:ext>
              <a:ext uri="{C183D7F6-B498-43B3-948B-1728B52AA6E4}">
                <adec:decorative xmlns:adec="http://schemas.microsoft.com/office/drawing/2017/decorative" val="1"/>
              </a:ext>
            </a:extLst>
          </p:cNvPr>
          <p:cNvSpPr txBox="1"/>
          <p:nvPr/>
        </p:nvSpPr>
        <p:spPr>
          <a:xfrm>
            <a:off x="1691680" y="700188"/>
            <a:ext cx="6048672" cy="276999"/>
          </a:xfrm>
          <a:prstGeom prst="rect">
            <a:avLst/>
          </a:prstGeom>
          <a:solidFill>
            <a:schemeClr val="accent1">
              <a:lumMod val="50000"/>
            </a:schemeClr>
          </a:solidFill>
        </p:spPr>
        <p:txBody>
          <a:bodyPr wrap="square">
            <a:spAutoFit/>
          </a:bodyPr>
          <a:lstStyle/>
          <a:p>
            <a:r>
              <a:rPr lang="es-ES" sz="1200" dirty="0">
                <a:latin typeface="Arial Nova Cond" panose="020B0506020202020204" pitchFamily="34" charset="0"/>
                <a:hlinkClick r:id="rId4"/>
              </a:rPr>
              <a:t>https://www.odoo.com/documentation/17.0/developer/reference/backend/orm.html#fields</a:t>
            </a:r>
            <a:r>
              <a:rPr lang="es-ES" sz="1200" dirty="0">
                <a:latin typeface="Arial Nova Cond" panose="020B0506020202020204" pitchFamily="34" charset="0"/>
              </a:rPr>
              <a:t> </a:t>
            </a:r>
          </a:p>
        </p:txBody>
      </p:sp>
      <p:pic>
        <p:nvPicPr>
          <p:cNvPr id="25" name="Imagen 24">
            <a:extLst>
              <a:ext uri="{FF2B5EF4-FFF2-40B4-BE49-F238E27FC236}">
                <a16:creationId xmlns:a16="http://schemas.microsoft.com/office/drawing/2014/main" id="{00BE9B49-9E13-6C7D-571F-C6BF46E20C66}"/>
              </a:ext>
              <a:ext uri="{C183D7F6-B498-43B3-948B-1728B52AA6E4}">
                <adec:decorative xmlns:adec="http://schemas.microsoft.com/office/drawing/2017/decorative" val="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28738" t="5901" r="28737" b="5901"/>
          <a:stretch/>
        </p:blipFill>
        <p:spPr>
          <a:xfrm>
            <a:off x="7164288" y="602019"/>
            <a:ext cx="504056" cy="522725"/>
          </a:xfrm>
          <a:prstGeom prst="rect">
            <a:avLst/>
          </a:prstGeom>
        </p:spPr>
      </p:pic>
      <p:cxnSp>
        <p:nvCxnSpPr>
          <p:cNvPr id="29" name="Conector recto de flecha 28">
            <a:extLst>
              <a:ext uri="{FF2B5EF4-FFF2-40B4-BE49-F238E27FC236}">
                <a16:creationId xmlns:a16="http://schemas.microsoft.com/office/drawing/2014/main" id="{3C643DCA-BB55-58DB-48A2-2C5B6874BAEA}"/>
              </a:ext>
              <a:ext uri="{C183D7F6-B498-43B3-948B-1728B52AA6E4}">
                <adec:decorative xmlns:adec="http://schemas.microsoft.com/office/drawing/2017/decorative" val="1"/>
              </a:ext>
            </a:extLst>
          </p:cNvPr>
          <p:cNvCxnSpPr>
            <a:cxnSpLocks/>
          </p:cNvCxnSpPr>
          <p:nvPr/>
        </p:nvCxnSpPr>
        <p:spPr>
          <a:xfrm flipV="1">
            <a:off x="4620946" y="4221088"/>
            <a:ext cx="0" cy="792088"/>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3 CuadroTexto">
            <a:extLst>
              <a:ext uri="{FF2B5EF4-FFF2-40B4-BE49-F238E27FC236}">
                <a16:creationId xmlns:a16="http://schemas.microsoft.com/office/drawing/2014/main" id="{BDB53D7D-F937-4C4C-26A1-EE965B4FCA72}"/>
              </a:ext>
            </a:extLst>
          </p:cNvPr>
          <p:cNvSpPr txBox="1"/>
          <p:nvPr/>
        </p:nvSpPr>
        <p:spPr>
          <a:xfrm>
            <a:off x="1664618" y="4903871"/>
            <a:ext cx="4348571" cy="1053815"/>
          </a:xfrm>
          <a:prstGeom prst="rect">
            <a:avLst/>
          </a:prstGeom>
          <a:solidFill>
            <a:schemeClr val="accent1">
              <a:lumMod val="20000"/>
              <a:lumOff val="80000"/>
            </a:schemeClr>
          </a:solidFill>
          <a:ln w="28575">
            <a:solidFill>
              <a:schemeClr val="accent1">
                <a:lumMod val="60000"/>
                <a:lumOff val="40000"/>
              </a:schemeClr>
            </a:solidFill>
          </a:ln>
        </p:spPr>
        <p:txBody>
          <a:bodyPr wrap="square" rtlCol="0">
            <a:spAutoFit/>
          </a:bodyPr>
          <a:lstStyle/>
          <a:p>
            <a:pPr algn="ctr">
              <a:lnSpc>
                <a:spcPct val="114000"/>
              </a:lnSpc>
              <a:spcBef>
                <a:spcPts val="600"/>
              </a:spcBef>
              <a:spcAft>
                <a:spcPts val="1200"/>
              </a:spcAft>
            </a:pPr>
            <a:r>
              <a:rPr lang="es-ES" sz="1400" dirty="0">
                <a:latin typeface="Arial Nova Cond" panose="020B0604020202020204" pitchFamily="34" charset="0"/>
              </a:rPr>
              <a:t>Podemos agregar información extra para cada registro. Por ejemplo, aquí estamos indicando que el campo </a:t>
            </a:r>
            <a:r>
              <a:rPr lang="es-ES" sz="1400" i="1" dirty="0">
                <a:latin typeface="Arial Nova Cond" panose="020B0604020202020204" pitchFamily="34" charset="0"/>
              </a:rPr>
              <a:t>urgente</a:t>
            </a:r>
            <a:r>
              <a:rPr lang="es-ES" sz="1400" dirty="0">
                <a:latin typeface="Arial Nova Cond" panose="020B0604020202020204" pitchFamily="34" charset="0"/>
              </a:rPr>
              <a:t> es un </a:t>
            </a:r>
            <a:r>
              <a:rPr lang="es-ES" sz="1400" b="1" dirty="0">
                <a:latin typeface="Arial Nova Cond" panose="020B0604020202020204" pitchFamily="34" charset="0"/>
              </a:rPr>
              <a:t>campo calculado </a:t>
            </a:r>
            <a:r>
              <a:rPr lang="es-ES" sz="1400" dirty="0">
                <a:latin typeface="Arial Nova Cond" panose="020B0604020202020204" pitchFamily="34" charset="0"/>
              </a:rPr>
              <a:t>mediante la función </a:t>
            </a:r>
            <a:r>
              <a:rPr lang="es-ES" sz="1400" i="1" dirty="0">
                <a:latin typeface="Arial Nova Cond" panose="020B0604020202020204" pitchFamily="34" charset="0"/>
              </a:rPr>
              <a:t>_</a:t>
            </a:r>
            <a:r>
              <a:rPr lang="es-ES" sz="1400" i="1" dirty="0" err="1">
                <a:latin typeface="Arial Nova Cond" panose="020B0604020202020204" pitchFamily="34" charset="0"/>
              </a:rPr>
              <a:t>value_urgente</a:t>
            </a:r>
            <a:r>
              <a:rPr lang="es-ES" sz="1400" dirty="0">
                <a:latin typeface="Arial Nova Cond" panose="020B0604020202020204" pitchFamily="34" charset="0"/>
              </a:rPr>
              <a:t> </a:t>
            </a:r>
          </a:p>
        </p:txBody>
      </p:sp>
      <p:cxnSp>
        <p:nvCxnSpPr>
          <p:cNvPr id="33" name="Conector recto de flecha 32">
            <a:extLst>
              <a:ext uri="{FF2B5EF4-FFF2-40B4-BE49-F238E27FC236}">
                <a16:creationId xmlns:a16="http://schemas.microsoft.com/office/drawing/2014/main" id="{5B044832-0A19-2189-C05C-6AC4947F0492}"/>
              </a:ext>
              <a:ext uri="{C183D7F6-B498-43B3-948B-1728B52AA6E4}">
                <adec:decorative xmlns:adec="http://schemas.microsoft.com/office/drawing/2017/decorative" val="1"/>
              </a:ext>
            </a:extLst>
          </p:cNvPr>
          <p:cNvCxnSpPr>
            <a:cxnSpLocks/>
          </p:cNvCxnSpPr>
          <p:nvPr/>
        </p:nvCxnSpPr>
        <p:spPr>
          <a:xfrm flipV="1">
            <a:off x="7373344" y="4272582"/>
            <a:ext cx="0" cy="792088"/>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4" name="3 CuadroTexto">
            <a:extLst>
              <a:ext uri="{FF2B5EF4-FFF2-40B4-BE49-F238E27FC236}">
                <a16:creationId xmlns:a16="http://schemas.microsoft.com/office/drawing/2014/main" id="{57AD85A7-ACA1-C565-D503-15BBF6F8D526}"/>
              </a:ext>
            </a:extLst>
          </p:cNvPr>
          <p:cNvSpPr txBox="1"/>
          <p:nvPr/>
        </p:nvSpPr>
        <p:spPr>
          <a:xfrm>
            <a:off x="6588224" y="4955365"/>
            <a:ext cx="2177363" cy="1299395"/>
          </a:xfrm>
          <a:prstGeom prst="rect">
            <a:avLst/>
          </a:prstGeom>
          <a:solidFill>
            <a:schemeClr val="accent1">
              <a:lumMod val="20000"/>
              <a:lumOff val="80000"/>
            </a:schemeClr>
          </a:solidFill>
          <a:ln w="28575">
            <a:solidFill>
              <a:schemeClr val="accent1">
                <a:lumMod val="60000"/>
                <a:lumOff val="40000"/>
              </a:schemeClr>
            </a:solidFill>
          </a:ln>
        </p:spPr>
        <p:txBody>
          <a:bodyPr wrap="square" rtlCol="0">
            <a:spAutoFit/>
          </a:bodyPr>
          <a:lstStyle/>
          <a:p>
            <a:pPr algn="ctr">
              <a:lnSpc>
                <a:spcPct val="114000"/>
              </a:lnSpc>
              <a:spcBef>
                <a:spcPts val="600"/>
              </a:spcBef>
              <a:spcAft>
                <a:spcPts val="1200"/>
              </a:spcAft>
            </a:pPr>
            <a:r>
              <a:rPr lang="es-ES" sz="1400" dirty="0">
                <a:latin typeface="Arial Nova Cond" panose="020B0604020202020204" pitchFamily="34" charset="0"/>
              </a:rPr>
              <a:t>Con </a:t>
            </a:r>
            <a:r>
              <a:rPr lang="es-ES" sz="1400" i="1" dirty="0">
                <a:latin typeface="Arial Nova Cond" panose="020B0604020202020204" pitchFamily="34" charset="0"/>
              </a:rPr>
              <a:t>store</a:t>
            </a:r>
            <a:r>
              <a:rPr lang="es-ES" sz="1400" dirty="0">
                <a:latin typeface="Arial Nova Cond" panose="020B0604020202020204" pitchFamily="34" charset="0"/>
              </a:rPr>
              <a:t> indicamos que se almacenará en la base de datos (sino se recalculará cada vez que sea requerido)</a:t>
            </a:r>
          </a:p>
        </p:txBody>
      </p:sp>
      <p:sp>
        <p:nvSpPr>
          <p:cNvPr id="5" name="8 Rectángulo">
            <a:extLst>
              <a:ext uri="{FF2B5EF4-FFF2-40B4-BE49-F238E27FC236}">
                <a16:creationId xmlns:a16="http://schemas.microsoft.com/office/drawing/2014/main" id="{E81D0CA8-659A-A803-68D1-FC56EE901205}"/>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21 CuadroTexto">
            <a:extLst>
              <a:ext uri="{FF2B5EF4-FFF2-40B4-BE49-F238E27FC236}">
                <a16:creationId xmlns:a16="http://schemas.microsoft.com/office/drawing/2014/main" id="{4C0D75E9-5AA2-E73D-079F-5F2F51C034EC}"/>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ESTRUCTURA DE UN MÓDULO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DIRECTORIOS Y FICHEROS</a:t>
            </a:r>
          </a:p>
        </p:txBody>
      </p:sp>
    </p:spTree>
    <p:extLst>
      <p:ext uri="{BB962C8B-B14F-4D97-AF65-F5344CB8AC3E}">
        <p14:creationId xmlns:p14="http://schemas.microsoft.com/office/powerpoint/2010/main" val="13686340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AD1E9815-38BA-8CC6-30EB-7D5D9B567E79}"/>
              </a:ext>
              <a:ext uri="{C183D7F6-B498-43B3-948B-1728B52AA6E4}">
                <adec:decorative xmlns:adec="http://schemas.microsoft.com/office/drawing/2017/decorative" val="1"/>
              </a:ext>
            </a:extLst>
          </p:cNvPr>
          <p:cNvPicPr>
            <a:picLocks noChangeAspect="1"/>
          </p:cNvPicPr>
          <p:nvPr/>
        </p:nvPicPr>
        <p:blipFill rotWithShape="1">
          <a:blip r:embed="rId2"/>
          <a:srcRect l="13036" t="63505" r="32955"/>
          <a:stretch/>
        </p:blipFill>
        <p:spPr>
          <a:xfrm>
            <a:off x="2512732" y="2391825"/>
            <a:ext cx="5299628" cy="2178264"/>
          </a:xfrm>
          <a:prstGeom prst="rect">
            <a:avLst/>
          </a:prstGeom>
        </p:spPr>
      </p:pic>
      <p:cxnSp>
        <p:nvCxnSpPr>
          <p:cNvPr id="3" name="Conector recto de flecha 2">
            <a:extLst>
              <a:ext uri="{FF2B5EF4-FFF2-40B4-BE49-F238E27FC236}">
                <a16:creationId xmlns:a16="http://schemas.microsoft.com/office/drawing/2014/main" id="{5EC3F2C8-D026-DDDC-9FAD-1F2467AC9429}"/>
              </a:ext>
              <a:ext uri="{C183D7F6-B498-43B3-948B-1728B52AA6E4}">
                <adec:decorative xmlns:adec="http://schemas.microsoft.com/office/drawing/2017/decorative" val="1"/>
              </a:ext>
            </a:extLst>
          </p:cNvPr>
          <p:cNvCxnSpPr>
            <a:cxnSpLocks/>
          </p:cNvCxnSpPr>
          <p:nvPr/>
        </p:nvCxnSpPr>
        <p:spPr>
          <a:xfrm>
            <a:off x="1936668" y="2866186"/>
            <a:ext cx="720080" cy="0"/>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 name="3 CuadroTexto">
            <a:extLst>
              <a:ext uri="{FF2B5EF4-FFF2-40B4-BE49-F238E27FC236}">
                <a16:creationId xmlns:a16="http://schemas.microsoft.com/office/drawing/2014/main" id="{487AFDC8-DDE6-3C42-FDC2-E04958B98CBE}"/>
              </a:ext>
            </a:extLst>
          </p:cNvPr>
          <p:cNvSpPr txBox="1"/>
          <p:nvPr/>
        </p:nvSpPr>
        <p:spPr>
          <a:xfrm>
            <a:off x="568516" y="2584859"/>
            <a:ext cx="1512168" cy="562655"/>
          </a:xfrm>
          <a:prstGeom prst="rect">
            <a:avLst/>
          </a:prstGeom>
          <a:solidFill>
            <a:schemeClr val="accent1">
              <a:lumMod val="20000"/>
              <a:lumOff val="80000"/>
            </a:schemeClr>
          </a:solidFill>
          <a:ln w="28575">
            <a:solidFill>
              <a:schemeClr val="accent1">
                <a:lumMod val="60000"/>
                <a:lumOff val="40000"/>
              </a:schemeClr>
            </a:solidFill>
          </a:ln>
        </p:spPr>
        <p:txBody>
          <a:bodyPr wrap="square" rtlCol="0">
            <a:spAutoFit/>
          </a:bodyPr>
          <a:lstStyle/>
          <a:p>
            <a:pPr algn="ctr">
              <a:lnSpc>
                <a:spcPct val="114000"/>
              </a:lnSpc>
              <a:spcBef>
                <a:spcPts val="600"/>
              </a:spcBef>
              <a:spcAft>
                <a:spcPts val="1200"/>
              </a:spcAft>
            </a:pPr>
            <a:r>
              <a:rPr lang="es-ES" sz="1400" dirty="0">
                <a:latin typeface="Arial Nova Cond" panose="020B0604020202020204" pitchFamily="34" charset="0"/>
              </a:rPr>
              <a:t>La función para el campo calculado</a:t>
            </a:r>
          </a:p>
        </p:txBody>
      </p:sp>
      <p:cxnSp>
        <p:nvCxnSpPr>
          <p:cNvPr id="7" name="Conector recto de flecha 6">
            <a:extLst>
              <a:ext uri="{FF2B5EF4-FFF2-40B4-BE49-F238E27FC236}">
                <a16:creationId xmlns:a16="http://schemas.microsoft.com/office/drawing/2014/main" id="{1F4C669B-C6C3-4581-218F-3C09FC9DF477}"/>
              </a:ext>
              <a:ext uri="{C183D7F6-B498-43B3-948B-1728B52AA6E4}">
                <adec:decorative xmlns:adec="http://schemas.microsoft.com/office/drawing/2017/decorative" val="1"/>
              </a:ext>
            </a:extLst>
          </p:cNvPr>
          <p:cNvCxnSpPr>
            <a:cxnSpLocks/>
          </p:cNvCxnSpPr>
          <p:nvPr/>
        </p:nvCxnSpPr>
        <p:spPr>
          <a:xfrm>
            <a:off x="2296708" y="1792771"/>
            <a:ext cx="691116" cy="720080"/>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3 CuadroTexto">
            <a:extLst>
              <a:ext uri="{FF2B5EF4-FFF2-40B4-BE49-F238E27FC236}">
                <a16:creationId xmlns:a16="http://schemas.microsoft.com/office/drawing/2014/main" id="{788E08F4-1026-15F0-B3F7-A60AA943090E}"/>
              </a:ext>
            </a:extLst>
          </p:cNvPr>
          <p:cNvSpPr txBox="1"/>
          <p:nvPr/>
        </p:nvSpPr>
        <p:spPr>
          <a:xfrm>
            <a:off x="899592" y="908720"/>
            <a:ext cx="2635332" cy="1053815"/>
          </a:xfrm>
          <a:prstGeom prst="rect">
            <a:avLst/>
          </a:prstGeom>
          <a:solidFill>
            <a:schemeClr val="accent1">
              <a:lumMod val="20000"/>
              <a:lumOff val="80000"/>
            </a:schemeClr>
          </a:solidFill>
          <a:ln w="28575">
            <a:solidFill>
              <a:schemeClr val="accent1">
                <a:lumMod val="60000"/>
                <a:lumOff val="40000"/>
              </a:schemeClr>
            </a:solidFill>
          </a:ln>
        </p:spPr>
        <p:txBody>
          <a:bodyPr wrap="square" rtlCol="0">
            <a:spAutoFit/>
          </a:bodyPr>
          <a:lstStyle/>
          <a:p>
            <a:pPr algn="ctr">
              <a:lnSpc>
                <a:spcPct val="114000"/>
              </a:lnSpc>
              <a:spcBef>
                <a:spcPts val="600"/>
              </a:spcBef>
              <a:spcAft>
                <a:spcPts val="1200"/>
              </a:spcAft>
            </a:pPr>
            <a:r>
              <a:rPr lang="es-ES" sz="1400" dirty="0">
                <a:latin typeface="Arial Nova Cond" panose="020B0604020202020204" pitchFamily="34" charset="0"/>
              </a:rPr>
              <a:t>Este </a:t>
            </a:r>
            <a:r>
              <a:rPr lang="es-ES" sz="1400" b="1" dirty="0">
                <a:latin typeface="Arial Nova Cond" panose="020B0604020202020204" pitchFamily="34" charset="0"/>
              </a:rPr>
              <a:t>decorador</a:t>
            </a:r>
            <a:r>
              <a:rPr lang="es-ES" sz="1400" dirty="0">
                <a:latin typeface="Arial Nova Cond" panose="020B0604020202020204" pitchFamily="34" charset="0"/>
              </a:rPr>
              <a:t> indica las dependencias del campo calculado para saber cuándo hay que recalcularlo.</a:t>
            </a:r>
          </a:p>
        </p:txBody>
      </p:sp>
      <p:cxnSp>
        <p:nvCxnSpPr>
          <p:cNvPr id="11" name="Conector recto de flecha 10">
            <a:extLst>
              <a:ext uri="{FF2B5EF4-FFF2-40B4-BE49-F238E27FC236}">
                <a16:creationId xmlns:a16="http://schemas.microsoft.com/office/drawing/2014/main" id="{B63F85C4-9D33-BB35-3A07-9D49CE649C93}"/>
              </a:ext>
              <a:ext uri="{C183D7F6-B498-43B3-948B-1728B52AA6E4}">
                <adec:decorative xmlns:adec="http://schemas.microsoft.com/office/drawing/2017/decorative" val="1"/>
              </a:ext>
            </a:extLst>
          </p:cNvPr>
          <p:cNvCxnSpPr>
            <a:cxnSpLocks/>
          </p:cNvCxnSpPr>
          <p:nvPr/>
        </p:nvCxnSpPr>
        <p:spPr>
          <a:xfrm flipV="1">
            <a:off x="2915816" y="3646849"/>
            <a:ext cx="827914" cy="1357978"/>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3 CuadroTexto">
            <a:extLst>
              <a:ext uri="{FF2B5EF4-FFF2-40B4-BE49-F238E27FC236}">
                <a16:creationId xmlns:a16="http://schemas.microsoft.com/office/drawing/2014/main" id="{467BCC03-9600-2772-43A3-28F0D70C3FD9}"/>
              </a:ext>
            </a:extLst>
          </p:cNvPr>
          <p:cNvSpPr txBox="1"/>
          <p:nvPr/>
        </p:nvSpPr>
        <p:spPr>
          <a:xfrm>
            <a:off x="892374" y="4946832"/>
            <a:ext cx="2635332" cy="1053815"/>
          </a:xfrm>
          <a:prstGeom prst="rect">
            <a:avLst/>
          </a:prstGeom>
          <a:solidFill>
            <a:schemeClr val="accent1">
              <a:lumMod val="20000"/>
              <a:lumOff val="80000"/>
            </a:schemeClr>
          </a:solidFill>
          <a:ln w="28575">
            <a:solidFill>
              <a:schemeClr val="accent1">
                <a:lumMod val="60000"/>
                <a:lumOff val="40000"/>
              </a:schemeClr>
            </a:solidFill>
          </a:ln>
        </p:spPr>
        <p:txBody>
          <a:bodyPr wrap="square" rtlCol="0">
            <a:spAutoFit/>
          </a:bodyPr>
          <a:lstStyle/>
          <a:p>
            <a:pPr algn="ctr">
              <a:lnSpc>
                <a:spcPct val="114000"/>
              </a:lnSpc>
              <a:spcBef>
                <a:spcPts val="600"/>
              </a:spcBef>
              <a:spcAft>
                <a:spcPts val="1200"/>
              </a:spcAft>
            </a:pPr>
            <a:r>
              <a:rPr lang="es-ES" sz="1400" dirty="0">
                <a:latin typeface="Arial Nova Cond" panose="020B0604020202020204" pitchFamily="34" charset="0"/>
              </a:rPr>
              <a:t>Ya veremos la sintaxis de Python, pero algo importante es que el </a:t>
            </a:r>
            <a:r>
              <a:rPr lang="es-ES" sz="1400" b="1" dirty="0" err="1">
                <a:latin typeface="Arial Nova Cond" panose="020B0604020202020204" pitchFamily="34" charset="0"/>
              </a:rPr>
              <a:t>indentado</a:t>
            </a:r>
            <a:r>
              <a:rPr lang="es-ES" sz="1400" dirty="0">
                <a:latin typeface="Arial Nova Cond" panose="020B0604020202020204" pitchFamily="34" charset="0"/>
              </a:rPr>
              <a:t> sirve para establecer los bloques de código</a:t>
            </a:r>
          </a:p>
        </p:txBody>
      </p:sp>
      <p:cxnSp>
        <p:nvCxnSpPr>
          <p:cNvPr id="16" name="Conector recto de flecha 15">
            <a:extLst>
              <a:ext uri="{FF2B5EF4-FFF2-40B4-BE49-F238E27FC236}">
                <a16:creationId xmlns:a16="http://schemas.microsoft.com/office/drawing/2014/main" id="{947DEB8F-4808-05E0-F019-9C780F18FF1B}"/>
              </a:ext>
              <a:ext uri="{C183D7F6-B498-43B3-948B-1728B52AA6E4}">
                <adec:decorative xmlns:adec="http://schemas.microsoft.com/office/drawing/2017/decorative" val="1"/>
              </a:ext>
            </a:extLst>
          </p:cNvPr>
          <p:cNvCxnSpPr>
            <a:cxnSpLocks/>
          </p:cNvCxnSpPr>
          <p:nvPr/>
        </p:nvCxnSpPr>
        <p:spPr>
          <a:xfrm flipH="1" flipV="1">
            <a:off x="5767172" y="4457067"/>
            <a:ext cx="461012" cy="578220"/>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3 CuadroTexto">
            <a:extLst>
              <a:ext uri="{FF2B5EF4-FFF2-40B4-BE49-F238E27FC236}">
                <a16:creationId xmlns:a16="http://schemas.microsoft.com/office/drawing/2014/main" id="{82DAE9AD-CCB4-8076-E8EC-D0BE23685E11}"/>
              </a:ext>
            </a:extLst>
          </p:cNvPr>
          <p:cNvSpPr txBox="1"/>
          <p:nvPr/>
        </p:nvSpPr>
        <p:spPr>
          <a:xfrm>
            <a:off x="5400272" y="4921850"/>
            <a:ext cx="2635332" cy="1053815"/>
          </a:xfrm>
          <a:prstGeom prst="rect">
            <a:avLst/>
          </a:prstGeom>
          <a:solidFill>
            <a:schemeClr val="accent1">
              <a:lumMod val="20000"/>
              <a:lumOff val="80000"/>
            </a:schemeClr>
          </a:solidFill>
          <a:ln w="28575">
            <a:solidFill>
              <a:schemeClr val="accent1">
                <a:lumMod val="60000"/>
                <a:lumOff val="40000"/>
              </a:schemeClr>
            </a:solidFill>
          </a:ln>
        </p:spPr>
        <p:txBody>
          <a:bodyPr wrap="square" rtlCol="0">
            <a:spAutoFit/>
          </a:bodyPr>
          <a:lstStyle/>
          <a:p>
            <a:pPr algn="ctr">
              <a:lnSpc>
                <a:spcPct val="114000"/>
              </a:lnSpc>
              <a:spcBef>
                <a:spcPts val="600"/>
              </a:spcBef>
              <a:spcAft>
                <a:spcPts val="1200"/>
              </a:spcAft>
            </a:pPr>
            <a:r>
              <a:rPr lang="es-ES" sz="1400" dirty="0">
                <a:latin typeface="Arial Nova Cond" panose="020B0604020202020204" pitchFamily="34" charset="0"/>
              </a:rPr>
              <a:t>Este campo calculado (urgente) se calcula como verdadero si la prioridad es superior a 10 y falso en caso contrario.</a:t>
            </a:r>
          </a:p>
        </p:txBody>
      </p:sp>
      <p:sp>
        <p:nvSpPr>
          <p:cNvPr id="19" name="5 Rectángulo">
            <a:extLst>
              <a:ext uri="{FF2B5EF4-FFF2-40B4-BE49-F238E27FC236}">
                <a16:creationId xmlns:a16="http://schemas.microsoft.com/office/drawing/2014/main" id="{6A18AFAB-849E-C91A-629E-D0B1DD7CBE78}"/>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6 Rectángulo">
            <a:extLst>
              <a:ext uri="{FF2B5EF4-FFF2-40B4-BE49-F238E27FC236}">
                <a16:creationId xmlns:a16="http://schemas.microsoft.com/office/drawing/2014/main" id="{95283E90-79C5-4C0E-5FE6-1E9AD3B4D3EC}"/>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10 CuadroTexto">
            <a:extLst>
              <a:ext uri="{FF2B5EF4-FFF2-40B4-BE49-F238E27FC236}">
                <a16:creationId xmlns:a16="http://schemas.microsoft.com/office/drawing/2014/main" id="{F2F939CB-4A80-37AA-9CB6-335CEFB3EDE8}"/>
              </a:ext>
              <a:ext uri="{C183D7F6-B498-43B3-948B-1728B52AA6E4}">
                <adec:decorative xmlns:adec="http://schemas.microsoft.com/office/drawing/2017/decorative" val="1"/>
              </a:ext>
            </a:extLst>
          </p:cNvPr>
          <p:cNvSpPr txBox="1"/>
          <p:nvPr/>
        </p:nvSpPr>
        <p:spPr>
          <a:xfrm>
            <a:off x="1043608" y="7820"/>
            <a:ext cx="4108561"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EXPLICACIÓN DEL CÓDIGO</a:t>
            </a:r>
          </a:p>
        </p:txBody>
      </p:sp>
      <p:sp>
        <p:nvSpPr>
          <p:cNvPr id="22" name="6 CuadroTexto">
            <a:extLst>
              <a:ext uri="{FF2B5EF4-FFF2-40B4-BE49-F238E27FC236}">
                <a16:creationId xmlns:a16="http://schemas.microsoft.com/office/drawing/2014/main" id="{69DE940C-80F7-07D3-50DD-B75A8134C2EA}"/>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23" name="10 CuadroTexto">
            <a:extLst>
              <a:ext uri="{FF2B5EF4-FFF2-40B4-BE49-F238E27FC236}">
                <a16:creationId xmlns:a16="http://schemas.microsoft.com/office/drawing/2014/main" id="{A443B315-31AC-1AC4-B152-882017CFFFC3}"/>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5" name="8 Rectángulo">
            <a:extLst>
              <a:ext uri="{FF2B5EF4-FFF2-40B4-BE49-F238E27FC236}">
                <a16:creationId xmlns:a16="http://schemas.microsoft.com/office/drawing/2014/main" id="{FBF92AC6-1465-B823-02CC-19363522855B}"/>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21 CuadroTexto">
            <a:extLst>
              <a:ext uri="{FF2B5EF4-FFF2-40B4-BE49-F238E27FC236}">
                <a16:creationId xmlns:a16="http://schemas.microsoft.com/office/drawing/2014/main" id="{D647C788-96AE-3F0D-5342-2F2382B0EF6E}"/>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ESTRUCTURA DE UN MÓDULO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DIRECTORIOS Y FICHEROS</a:t>
            </a:r>
          </a:p>
        </p:txBody>
      </p:sp>
    </p:spTree>
    <p:extLst>
      <p:ext uri="{BB962C8B-B14F-4D97-AF65-F5344CB8AC3E}">
        <p14:creationId xmlns:p14="http://schemas.microsoft.com/office/powerpoint/2010/main" val="5397263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0" name="Conector recto de flecha 29">
            <a:extLst>
              <a:ext uri="{FF2B5EF4-FFF2-40B4-BE49-F238E27FC236}">
                <a16:creationId xmlns:a16="http://schemas.microsoft.com/office/drawing/2014/main" id="{BB71D9D4-D112-4A8C-B008-3911B6C0337F}"/>
              </a:ext>
              <a:ext uri="{C183D7F6-B498-43B3-948B-1728B52AA6E4}">
                <adec:decorative xmlns:adec="http://schemas.microsoft.com/office/drawing/2017/decorative" val="1"/>
              </a:ext>
            </a:extLst>
          </p:cNvPr>
          <p:cNvCxnSpPr>
            <a:cxnSpLocks/>
          </p:cNvCxnSpPr>
          <p:nvPr/>
        </p:nvCxnSpPr>
        <p:spPr>
          <a:xfrm>
            <a:off x="5812395" y="5166156"/>
            <a:ext cx="127757" cy="267961"/>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 name="5 Rectángulo">
            <a:extLst>
              <a:ext uri="{FF2B5EF4-FFF2-40B4-BE49-F238E27FC236}">
                <a16:creationId xmlns:a16="http://schemas.microsoft.com/office/drawing/2014/main" id="{62F09E2F-2819-55C8-F6B9-6D72006E388F}"/>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6 Rectángulo">
            <a:extLst>
              <a:ext uri="{FF2B5EF4-FFF2-40B4-BE49-F238E27FC236}">
                <a16:creationId xmlns:a16="http://schemas.microsoft.com/office/drawing/2014/main" id="{32ED0AA8-88BA-35A6-0151-1C154CF5817D}"/>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10 CuadroTexto">
            <a:extLst>
              <a:ext uri="{FF2B5EF4-FFF2-40B4-BE49-F238E27FC236}">
                <a16:creationId xmlns:a16="http://schemas.microsoft.com/office/drawing/2014/main" id="{AC859B86-D279-7CA6-5218-5C88A4E03943}"/>
              </a:ext>
              <a:ext uri="{C183D7F6-B498-43B3-948B-1728B52AA6E4}">
                <adec:decorative xmlns:adec="http://schemas.microsoft.com/office/drawing/2017/decorative" val="1"/>
              </a:ext>
            </a:extLst>
          </p:cNvPr>
          <p:cNvSpPr txBox="1"/>
          <p:nvPr/>
        </p:nvSpPr>
        <p:spPr>
          <a:xfrm>
            <a:off x="1043608" y="7820"/>
            <a:ext cx="4108561"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EXPLICACIÓN DEL CÓDIGO</a:t>
            </a:r>
          </a:p>
        </p:txBody>
      </p:sp>
      <p:sp>
        <p:nvSpPr>
          <p:cNvPr id="6" name="6 CuadroTexto">
            <a:extLst>
              <a:ext uri="{FF2B5EF4-FFF2-40B4-BE49-F238E27FC236}">
                <a16:creationId xmlns:a16="http://schemas.microsoft.com/office/drawing/2014/main" id="{2EC48E94-E8F2-FBB5-F487-B648C89FD24D}"/>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7" name="10 CuadroTexto">
            <a:extLst>
              <a:ext uri="{FF2B5EF4-FFF2-40B4-BE49-F238E27FC236}">
                <a16:creationId xmlns:a16="http://schemas.microsoft.com/office/drawing/2014/main" id="{DD00C53A-8B7E-88DE-A562-B2E52C3F16B9}"/>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0" name="3 CuadroTexto">
            <a:extLst>
              <a:ext uri="{FF2B5EF4-FFF2-40B4-BE49-F238E27FC236}">
                <a16:creationId xmlns:a16="http://schemas.microsoft.com/office/drawing/2014/main" id="{31FBC0B1-5A45-710E-1257-2ECE4DDFC5E5}"/>
              </a:ext>
            </a:extLst>
          </p:cNvPr>
          <p:cNvSpPr txBox="1"/>
          <p:nvPr/>
        </p:nvSpPr>
        <p:spPr>
          <a:xfrm>
            <a:off x="611559" y="863169"/>
            <a:ext cx="7848873" cy="381323"/>
          </a:xfrm>
          <a:prstGeom prst="rect">
            <a:avLst/>
          </a:prstGeom>
          <a:solidFill>
            <a:schemeClr val="accent4">
              <a:lumMod val="75000"/>
            </a:schemeClr>
          </a:solidFill>
        </p:spPr>
        <p:txBody>
          <a:bodyPr wrap="square" rtlCol="0">
            <a:spAutoFit/>
          </a:bodyPr>
          <a:lstStyle/>
          <a:p>
            <a:pPr algn="just">
              <a:lnSpc>
                <a:spcPct val="114000"/>
              </a:lnSpc>
              <a:spcBef>
                <a:spcPts val="600"/>
              </a:spcBef>
              <a:spcAft>
                <a:spcPts val="1200"/>
              </a:spcAft>
            </a:pPr>
            <a:r>
              <a:rPr lang="es-ES" dirty="0">
                <a:solidFill>
                  <a:schemeClr val="bg1"/>
                </a:solidFill>
                <a:latin typeface="Arial Nova Cond" panose="020B0604020202020204" pitchFamily="34" charset="0"/>
              </a:rPr>
              <a:t>Fichero </a:t>
            </a:r>
            <a:r>
              <a:rPr lang="es-ES" b="1" dirty="0">
                <a:solidFill>
                  <a:schemeClr val="bg1"/>
                </a:solidFill>
                <a:latin typeface="Arial Nova Cond" panose="020B0604020202020204" pitchFamily="34" charset="0"/>
              </a:rPr>
              <a:t>views.xml</a:t>
            </a:r>
          </a:p>
        </p:txBody>
      </p:sp>
      <p:sp>
        <p:nvSpPr>
          <p:cNvPr id="11" name="3 CuadroTexto">
            <a:extLst>
              <a:ext uri="{FF2B5EF4-FFF2-40B4-BE49-F238E27FC236}">
                <a16:creationId xmlns:a16="http://schemas.microsoft.com/office/drawing/2014/main" id="{2FC742CF-E043-A18B-DAB9-0AB0609E5740}"/>
              </a:ext>
            </a:extLst>
          </p:cNvPr>
          <p:cNvSpPr txBox="1"/>
          <p:nvPr/>
        </p:nvSpPr>
        <p:spPr>
          <a:xfrm>
            <a:off x="611558" y="1381903"/>
            <a:ext cx="7848873" cy="381323"/>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Este fichero en formato XML determina qué es lo que va a ver el usuario.</a:t>
            </a:r>
          </a:p>
        </p:txBody>
      </p:sp>
      <p:pic>
        <p:nvPicPr>
          <p:cNvPr id="14" name="Imagen 13">
            <a:extLst>
              <a:ext uri="{FF2B5EF4-FFF2-40B4-BE49-F238E27FC236}">
                <a16:creationId xmlns:a16="http://schemas.microsoft.com/office/drawing/2014/main" id="{FB55C746-054E-8CF9-B778-2EBE0A007474}"/>
              </a:ext>
              <a:ext uri="{C183D7F6-B498-43B3-948B-1728B52AA6E4}">
                <adec:decorative xmlns:adec="http://schemas.microsoft.com/office/drawing/2017/decorative" val="1"/>
              </a:ext>
            </a:extLst>
          </p:cNvPr>
          <p:cNvPicPr>
            <a:picLocks noChangeAspect="1"/>
          </p:cNvPicPr>
          <p:nvPr/>
        </p:nvPicPr>
        <p:blipFill rotWithShape="1">
          <a:blip r:embed="rId2"/>
          <a:srcRect l="7070" t="4537" r="21350" b="47220"/>
          <a:stretch/>
        </p:blipFill>
        <p:spPr>
          <a:xfrm>
            <a:off x="780379" y="2128494"/>
            <a:ext cx="7110537" cy="2164602"/>
          </a:xfrm>
          <a:prstGeom prst="rect">
            <a:avLst/>
          </a:prstGeom>
        </p:spPr>
      </p:pic>
      <p:cxnSp>
        <p:nvCxnSpPr>
          <p:cNvPr id="15" name="Conector recto de flecha 14">
            <a:extLst>
              <a:ext uri="{FF2B5EF4-FFF2-40B4-BE49-F238E27FC236}">
                <a16:creationId xmlns:a16="http://schemas.microsoft.com/office/drawing/2014/main" id="{5234CAF4-F322-062A-CC08-844C021707FC}"/>
              </a:ext>
              <a:ext uri="{C183D7F6-B498-43B3-948B-1728B52AA6E4}">
                <adec:decorative xmlns:adec="http://schemas.microsoft.com/office/drawing/2017/decorative" val="1"/>
              </a:ext>
            </a:extLst>
          </p:cNvPr>
          <p:cNvCxnSpPr>
            <a:cxnSpLocks/>
          </p:cNvCxnSpPr>
          <p:nvPr/>
        </p:nvCxnSpPr>
        <p:spPr>
          <a:xfrm flipH="1">
            <a:off x="1763688" y="2571760"/>
            <a:ext cx="4320480" cy="0"/>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3 CuadroTexto">
            <a:extLst>
              <a:ext uri="{FF2B5EF4-FFF2-40B4-BE49-F238E27FC236}">
                <a16:creationId xmlns:a16="http://schemas.microsoft.com/office/drawing/2014/main" id="{AE268D22-B516-1CF5-EC5A-36F308EBAD6D}"/>
              </a:ext>
            </a:extLst>
          </p:cNvPr>
          <p:cNvSpPr txBox="1"/>
          <p:nvPr/>
        </p:nvSpPr>
        <p:spPr>
          <a:xfrm>
            <a:off x="6084168" y="2327957"/>
            <a:ext cx="2052048" cy="562655"/>
          </a:xfrm>
          <a:prstGeom prst="rect">
            <a:avLst/>
          </a:prstGeom>
          <a:solidFill>
            <a:schemeClr val="accent1">
              <a:lumMod val="20000"/>
              <a:lumOff val="80000"/>
            </a:schemeClr>
          </a:solidFill>
          <a:ln w="28575">
            <a:solidFill>
              <a:schemeClr val="accent1">
                <a:lumMod val="60000"/>
                <a:lumOff val="40000"/>
              </a:schemeClr>
            </a:solidFill>
          </a:ln>
        </p:spPr>
        <p:txBody>
          <a:bodyPr wrap="square" rtlCol="0">
            <a:spAutoFit/>
          </a:bodyPr>
          <a:lstStyle/>
          <a:p>
            <a:pPr algn="ctr">
              <a:lnSpc>
                <a:spcPct val="114000"/>
              </a:lnSpc>
              <a:spcBef>
                <a:spcPts val="600"/>
              </a:spcBef>
              <a:spcAft>
                <a:spcPts val="1200"/>
              </a:spcAft>
            </a:pPr>
            <a:r>
              <a:rPr lang="es-ES" sz="1400" dirty="0">
                <a:latin typeface="Arial Nova Cond" panose="020B0604020202020204" pitchFamily="34" charset="0"/>
              </a:rPr>
              <a:t>Todo está dentro de la etiqueta </a:t>
            </a:r>
            <a:r>
              <a:rPr lang="es-ES" sz="1400" b="1" dirty="0">
                <a:latin typeface="Arial Nova Cond" panose="020B0604020202020204" pitchFamily="34" charset="0"/>
              </a:rPr>
              <a:t>&lt;</a:t>
            </a:r>
            <a:r>
              <a:rPr lang="es-ES" sz="1400" b="1" dirty="0" err="1">
                <a:latin typeface="Arial Nova Cond" panose="020B0604020202020204" pitchFamily="34" charset="0"/>
              </a:rPr>
              <a:t>odoo</a:t>
            </a:r>
            <a:r>
              <a:rPr lang="es-ES" sz="1400" b="1" dirty="0">
                <a:latin typeface="Arial Nova Cond" panose="020B0604020202020204" pitchFamily="34" charset="0"/>
              </a:rPr>
              <a:t>&gt;</a:t>
            </a:r>
          </a:p>
        </p:txBody>
      </p:sp>
      <p:cxnSp>
        <p:nvCxnSpPr>
          <p:cNvPr id="19" name="Conector recto de flecha 18">
            <a:extLst>
              <a:ext uri="{FF2B5EF4-FFF2-40B4-BE49-F238E27FC236}">
                <a16:creationId xmlns:a16="http://schemas.microsoft.com/office/drawing/2014/main" id="{530A01D4-6A41-7917-6CAE-BC587747FA0B}"/>
              </a:ext>
              <a:ext uri="{C183D7F6-B498-43B3-948B-1728B52AA6E4}">
                <adec:decorative xmlns:adec="http://schemas.microsoft.com/office/drawing/2017/decorative" val="1"/>
              </a:ext>
            </a:extLst>
          </p:cNvPr>
          <p:cNvCxnSpPr>
            <a:cxnSpLocks/>
          </p:cNvCxnSpPr>
          <p:nvPr/>
        </p:nvCxnSpPr>
        <p:spPr>
          <a:xfrm flipV="1">
            <a:off x="1691680" y="3458736"/>
            <a:ext cx="1800200" cy="1399091"/>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3 CuadroTexto">
            <a:extLst>
              <a:ext uri="{FF2B5EF4-FFF2-40B4-BE49-F238E27FC236}">
                <a16:creationId xmlns:a16="http://schemas.microsoft.com/office/drawing/2014/main" id="{A234DD1F-4AA3-A4BC-FA34-611E6879F11C}"/>
              </a:ext>
            </a:extLst>
          </p:cNvPr>
          <p:cNvSpPr txBox="1"/>
          <p:nvPr/>
        </p:nvSpPr>
        <p:spPr>
          <a:xfrm>
            <a:off x="737664" y="4712408"/>
            <a:ext cx="2052048" cy="1544975"/>
          </a:xfrm>
          <a:prstGeom prst="rect">
            <a:avLst/>
          </a:prstGeom>
          <a:solidFill>
            <a:schemeClr val="accent1">
              <a:lumMod val="20000"/>
              <a:lumOff val="80000"/>
            </a:schemeClr>
          </a:solidFill>
          <a:ln w="28575">
            <a:solidFill>
              <a:schemeClr val="accent1">
                <a:lumMod val="60000"/>
                <a:lumOff val="40000"/>
              </a:schemeClr>
            </a:solidFill>
          </a:ln>
        </p:spPr>
        <p:txBody>
          <a:bodyPr wrap="square" rtlCol="0">
            <a:spAutoFit/>
          </a:bodyPr>
          <a:lstStyle/>
          <a:p>
            <a:pPr algn="ctr">
              <a:lnSpc>
                <a:spcPct val="114000"/>
              </a:lnSpc>
              <a:spcBef>
                <a:spcPts val="600"/>
              </a:spcBef>
              <a:spcAft>
                <a:spcPts val="1200"/>
              </a:spcAft>
            </a:pPr>
            <a:r>
              <a:rPr lang="es-ES" sz="1400" dirty="0">
                <a:latin typeface="Arial Nova Cond" panose="020B0604020202020204" pitchFamily="34" charset="0"/>
              </a:rPr>
              <a:t>El modelo </a:t>
            </a:r>
            <a:r>
              <a:rPr lang="es-ES" sz="1400" b="1" dirty="0" err="1">
                <a:latin typeface="Arial Nova Cond" panose="020B0604020202020204" pitchFamily="34" charset="0"/>
              </a:rPr>
              <a:t>ir.ui.view</a:t>
            </a:r>
            <a:r>
              <a:rPr lang="es-ES" sz="1400" dirty="0">
                <a:latin typeface="Arial Nova Cond" panose="020B0604020202020204" pitchFamily="34" charset="0"/>
              </a:rPr>
              <a:t> es un modelo interno de </a:t>
            </a:r>
            <a:r>
              <a:rPr lang="es-ES" sz="1400" dirty="0" err="1">
                <a:latin typeface="Arial Nova Cond" panose="020B0604020202020204" pitchFamily="34" charset="0"/>
              </a:rPr>
              <a:t>Odoo</a:t>
            </a:r>
            <a:r>
              <a:rPr lang="es-ES" sz="1400" dirty="0">
                <a:latin typeface="Arial Nova Cond" panose="020B0604020202020204" pitchFamily="34" charset="0"/>
              </a:rPr>
              <a:t> que se utiliza en las vistas donde se muestra un campo o una lista de árbol (</a:t>
            </a:r>
            <a:r>
              <a:rPr lang="es-ES" sz="1400" dirty="0" err="1">
                <a:latin typeface="Arial Nova Cond" panose="020B0604020202020204" pitchFamily="34" charset="0"/>
              </a:rPr>
              <a:t>tree</a:t>
            </a:r>
            <a:r>
              <a:rPr lang="es-ES" sz="1400" dirty="0">
                <a:latin typeface="Arial Nova Cond" panose="020B0604020202020204" pitchFamily="34" charset="0"/>
              </a:rPr>
              <a:t> </a:t>
            </a:r>
            <a:r>
              <a:rPr lang="es-ES" sz="1400" dirty="0" err="1">
                <a:latin typeface="Arial Nova Cond" panose="020B0604020202020204" pitchFamily="34" charset="0"/>
              </a:rPr>
              <a:t>list</a:t>
            </a:r>
            <a:r>
              <a:rPr lang="es-ES" sz="1400" dirty="0">
                <a:latin typeface="Arial Nova Cond" panose="020B0604020202020204" pitchFamily="34" charset="0"/>
              </a:rPr>
              <a:t>)</a:t>
            </a:r>
            <a:endParaRPr lang="es-ES" sz="1400" b="1" dirty="0">
              <a:latin typeface="Arial Nova Cond" panose="020B0604020202020204" pitchFamily="34" charset="0"/>
            </a:endParaRPr>
          </a:p>
        </p:txBody>
      </p:sp>
      <p:cxnSp>
        <p:nvCxnSpPr>
          <p:cNvPr id="25" name="Conector recto de flecha 24">
            <a:extLst>
              <a:ext uri="{FF2B5EF4-FFF2-40B4-BE49-F238E27FC236}">
                <a16:creationId xmlns:a16="http://schemas.microsoft.com/office/drawing/2014/main" id="{1C0D86AC-3E76-E841-16DA-CC2914864B5E}"/>
              </a:ext>
              <a:ext uri="{C183D7F6-B498-43B3-948B-1728B52AA6E4}">
                <adec:decorative xmlns:adec="http://schemas.microsoft.com/office/drawing/2017/decorative" val="1"/>
              </a:ext>
            </a:extLst>
          </p:cNvPr>
          <p:cNvCxnSpPr>
            <a:cxnSpLocks/>
          </p:cNvCxnSpPr>
          <p:nvPr/>
        </p:nvCxnSpPr>
        <p:spPr>
          <a:xfrm flipV="1">
            <a:off x="5057799" y="3995474"/>
            <a:ext cx="342473" cy="740888"/>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3 CuadroTexto">
            <a:extLst>
              <a:ext uri="{FF2B5EF4-FFF2-40B4-BE49-F238E27FC236}">
                <a16:creationId xmlns:a16="http://schemas.microsoft.com/office/drawing/2014/main" id="{1707B1C1-BDD6-2FB5-9004-D11A29792318}"/>
              </a:ext>
            </a:extLst>
          </p:cNvPr>
          <p:cNvSpPr txBox="1"/>
          <p:nvPr/>
        </p:nvSpPr>
        <p:spPr>
          <a:xfrm>
            <a:off x="4075240" y="4636732"/>
            <a:ext cx="4331096" cy="562655"/>
          </a:xfrm>
          <a:prstGeom prst="rect">
            <a:avLst/>
          </a:prstGeom>
          <a:solidFill>
            <a:schemeClr val="accent1">
              <a:lumMod val="20000"/>
              <a:lumOff val="80000"/>
            </a:schemeClr>
          </a:solidFill>
          <a:ln w="28575">
            <a:solidFill>
              <a:schemeClr val="accent1">
                <a:lumMod val="60000"/>
                <a:lumOff val="40000"/>
              </a:schemeClr>
            </a:solidFill>
          </a:ln>
        </p:spPr>
        <p:txBody>
          <a:bodyPr wrap="square" rtlCol="0">
            <a:spAutoFit/>
          </a:bodyPr>
          <a:lstStyle/>
          <a:p>
            <a:pPr algn="ctr">
              <a:lnSpc>
                <a:spcPct val="114000"/>
              </a:lnSpc>
              <a:spcBef>
                <a:spcPts val="600"/>
              </a:spcBef>
              <a:spcAft>
                <a:spcPts val="1200"/>
              </a:spcAft>
            </a:pPr>
            <a:r>
              <a:rPr lang="es-ES" sz="1400" dirty="0">
                <a:latin typeface="Arial Nova Cond" panose="020B0604020202020204" pitchFamily="34" charset="0"/>
              </a:rPr>
              <a:t>Indicamos el modelo que corresponde a esta vista (recuerda que es el nombre que le dimos en models.py)</a:t>
            </a:r>
            <a:endParaRPr lang="es-ES" sz="1400" b="1" dirty="0">
              <a:latin typeface="Arial Nova Cond" panose="020B0604020202020204" pitchFamily="34" charset="0"/>
            </a:endParaRPr>
          </a:p>
        </p:txBody>
      </p:sp>
      <p:pic>
        <p:nvPicPr>
          <p:cNvPr id="29" name="Imagen 28">
            <a:extLst>
              <a:ext uri="{FF2B5EF4-FFF2-40B4-BE49-F238E27FC236}">
                <a16:creationId xmlns:a16="http://schemas.microsoft.com/office/drawing/2014/main" id="{7583829E-3F57-F1D5-2D86-E9D23F9C4ED6}"/>
              </a:ext>
              <a:ext uri="{C183D7F6-B498-43B3-948B-1728B52AA6E4}">
                <adec:decorative xmlns:adec="http://schemas.microsoft.com/office/drawing/2017/decorative" val="1"/>
              </a:ext>
            </a:extLst>
          </p:cNvPr>
          <p:cNvPicPr>
            <a:picLocks noChangeAspect="1"/>
          </p:cNvPicPr>
          <p:nvPr/>
        </p:nvPicPr>
        <p:blipFill rotWithShape="1">
          <a:blip r:embed="rId3"/>
          <a:srcRect l="7425" t="21363" r="30876" b="59073"/>
          <a:stretch/>
        </p:blipFill>
        <p:spPr>
          <a:xfrm>
            <a:off x="4860032" y="5472731"/>
            <a:ext cx="3756737" cy="724594"/>
          </a:xfrm>
          <a:prstGeom prst="rect">
            <a:avLst/>
          </a:prstGeom>
        </p:spPr>
      </p:pic>
      <p:sp>
        <p:nvSpPr>
          <p:cNvPr id="2" name="8 Rectángulo">
            <a:extLst>
              <a:ext uri="{FF2B5EF4-FFF2-40B4-BE49-F238E27FC236}">
                <a16:creationId xmlns:a16="http://schemas.microsoft.com/office/drawing/2014/main" id="{2A70EECF-6BA1-07E0-D6F3-7D705BE3B028}"/>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21 CuadroTexto">
            <a:extLst>
              <a:ext uri="{FF2B5EF4-FFF2-40B4-BE49-F238E27FC236}">
                <a16:creationId xmlns:a16="http://schemas.microsoft.com/office/drawing/2014/main" id="{62BD6092-8408-84BB-9EC0-958E23A68439}"/>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ESTRUCTURA DE UN MÓDULO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DIRECTORIOS Y FICHEROS</a:t>
            </a:r>
          </a:p>
        </p:txBody>
      </p:sp>
    </p:spTree>
    <p:extLst>
      <p:ext uri="{BB962C8B-B14F-4D97-AF65-F5344CB8AC3E}">
        <p14:creationId xmlns:p14="http://schemas.microsoft.com/office/powerpoint/2010/main" val="17040353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Rectángulo">
            <a:extLst>
              <a:ext uri="{FF2B5EF4-FFF2-40B4-BE49-F238E27FC236}">
                <a16:creationId xmlns:a16="http://schemas.microsoft.com/office/drawing/2014/main" id="{302D457B-4F7E-B658-8046-94AC96318FDD}"/>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6 Rectángulo">
            <a:extLst>
              <a:ext uri="{FF2B5EF4-FFF2-40B4-BE49-F238E27FC236}">
                <a16:creationId xmlns:a16="http://schemas.microsoft.com/office/drawing/2014/main" id="{2CD2115C-E917-F69D-D8C1-CEA0BA105CCF}"/>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10 CuadroTexto">
            <a:extLst>
              <a:ext uri="{FF2B5EF4-FFF2-40B4-BE49-F238E27FC236}">
                <a16:creationId xmlns:a16="http://schemas.microsoft.com/office/drawing/2014/main" id="{95045A33-5F1E-7CE0-75E9-8E4F9B2D047E}"/>
              </a:ext>
              <a:ext uri="{C183D7F6-B498-43B3-948B-1728B52AA6E4}">
                <adec:decorative xmlns:adec="http://schemas.microsoft.com/office/drawing/2017/decorative" val="1"/>
              </a:ext>
            </a:extLst>
          </p:cNvPr>
          <p:cNvSpPr txBox="1"/>
          <p:nvPr/>
        </p:nvSpPr>
        <p:spPr>
          <a:xfrm>
            <a:off x="1043608" y="7820"/>
            <a:ext cx="4108561"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EXPLICACIÓN DEL CÓDIGO</a:t>
            </a:r>
          </a:p>
        </p:txBody>
      </p:sp>
      <p:sp>
        <p:nvSpPr>
          <p:cNvPr id="5" name="6 CuadroTexto">
            <a:extLst>
              <a:ext uri="{FF2B5EF4-FFF2-40B4-BE49-F238E27FC236}">
                <a16:creationId xmlns:a16="http://schemas.microsoft.com/office/drawing/2014/main" id="{304D5B1B-42A7-6A12-9C2B-E6D8F90CAB5E}"/>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6" name="10 CuadroTexto">
            <a:extLst>
              <a:ext uri="{FF2B5EF4-FFF2-40B4-BE49-F238E27FC236}">
                <a16:creationId xmlns:a16="http://schemas.microsoft.com/office/drawing/2014/main" id="{4CEB1F26-7EFC-0076-6B8D-76C8070A17C9}"/>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4" name="3 CuadroTexto">
            <a:extLst>
              <a:ext uri="{FF2B5EF4-FFF2-40B4-BE49-F238E27FC236}">
                <a16:creationId xmlns:a16="http://schemas.microsoft.com/office/drawing/2014/main" id="{00872AD4-FE16-FC5A-1EA6-9E3A9CE7A506}"/>
              </a:ext>
            </a:extLst>
          </p:cNvPr>
          <p:cNvSpPr txBox="1"/>
          <p:nvPr/>
        </p:nvSpPr>
        <p:spPr>
          <a:xfrm>
            <a:off x="611561" y="980728"/>
            <a:ext cx="5184576" cy="2855397"/>
          </a:xfrm>
          <a:prstGeom prst="rect">
            <a:avLst/>
          </a:prstGeom>
          <a:solidFill>
            <a:schemeClr val="accent3">
              <a:lumMod val="20000"/>
              <a:lumOff val="80000"/>
            </a:schemeClr>
          </a:solidFill>
          <a:ln w="28575">
            <a:noFill/>
          </a:ln>
        </p:spPr>
        <p:txBody>
          <a:bodyPr wrap="square" rtlCol="0">
            <a:spAutoFit/>
          </a:bodyPr>
          <a:lstStyle/>
          <a:p>
            <a:pPr>
              <a:lnSpc>
                <a:spcPct val="114000"/>
              </a:lnSpc>
              <a:spcBef>
                <a:spcPts val="600"/>
              </a:spcBef>
            </a:pPr>
            <a:r>
              <a:rPr lang="es-ES" sz="1500" dirty="0">
                <a:latin typeface="Arial Nova Cond" panose="020B0604020202020204" pitchFamily="34" charset="0"/>
              </a:rPr>
              <a:t>Si listamos las tablas (modelos) de </a:t>
            </a:r>
            <a:r>
              <a:rPr lang="es-ES" sz="1500" dirty="0" err="1">
                <a:latin typeface="Arial Nova Cond" panose="020B0604020202020204" pitchFamily="34" charset="0"/>
              </a:rPr>
              <a:t>Odoo</a:t>
            </a:r>
            <a:r>
              <a:rPr lang="es-ES" sz="1500" dirty="0">
                <a:latin typeface="Arial Nova Cond" panose="020B0604020202020204" pitchFamily="34" charset="0"/>
              </a:rPr>
              <a:t> veremos que destacan dos grupos de tablas: las que comienzan por </a:t>
            </a:r>
            <a:r>
              <a:rPr lang="es-ES" sz="1500" b="1" dirty="0">
                <a:latin typeface="Arial Nova Cond" panose="020B0604020202020204" pitchFamily="34" charset="0"/>
              </a:rPr>
              <a:t>ir </a:t>
            </a:r>
            <a:r>
              <a:rPr lang="es-ES" sz="1500" dirty="0">
                <a:latin typeface="Arial Nova Cond" panose="020B0604020202020204" pitchFamily="34" charset="0"/>
              </a:rPr>
              <a:t>(</a:t>
            </a:r>
            <a:r>
              <a:rPr lang="es-ES" sz="1500" dirty="0" err="1">
                <a:latin typeface="Arial Nova Cond" panose="020B0604020202020204" pitchFamily="34" charset="0"/>
              </a:rPr>
              <a:t>Information</a:t>
            </a:r>
            <a:r>
              <a:rPr lang="es-ES" sz="1500" dirty="0">
                <a:latin typeface="Arial Nova Cond" panose="020B0604020202020204" pitchFamily="34" charset="0"/>
              </a:rPr>
              <a:t> </a:t>
            </a:r>
            <a:r>
              <a:rPr lang="es-ES" sz="1500" dirty="0" err="1">
                <a:latin typeface="Arial Nova Cond" panose="020B0604020202020204" pitchFamily="34" charset="0"/>
              </a:rPr>
              <a:t>Repository</a:t>
            </a:r>
            <a:r>
              <a:rPr lang="es-ES" sz="1500" dirty="0">
                <a:latin typeface="Arial Nova Cond" panose="020B0604020202020204" pitchFamily="34" charset="0"/>
              </a:rPr>
              <a:t>) y las que comienzan por </a:t>
            </a:r>
            <a:r>
              <a:rPr lang="es-ES" sz="1500" b="1" dirty="0">
                <a:latin typeface="Arial Nova Cond" panose="020B0604020202020204" pitchFamily="34" charset="0"/>
              </a:rPr>
              <a:t>res </a:t>
            </a:r>
            <a:r>
              <a:rPr lang="es-ES" sz="1500" dirty="0">
                <a:latin typeface="Arial Nova Cond" panose="020B0604020202020204" pitchFamily="34" charset="0"/>
              </a:rPr>
              <a:t>(</a:t>
            </a:r>
            <a:r>
              <a:rPr lang="es-ES" sz="1500" dirty="0" err="1">
                <a:latin typeface="Arial Nova Cond" panose="020B0604020202020204" pitchFamily="34" charset="0"/>
              </a:rPr>
              <a:t>Resource</a:t>
            </a:r>
            <a:r>
              <a:rPr lang="es-ES" sz="1500" dirty="0">
                <a:latin typeface="Arial Nova Cond" panose="020B0604020202020204" pitchFamily="34" charset="0"/>
              </a:rPr>
              <a:t>).</a:t>
            </a:r>
          </a:p>
          <a:p>
            <a:pPr marL="285750" indent="-285750">
              <a:lnSpc>
                <a:spcPct val="114000"/>
              </a:lnSpc>
              <a:spcBef>
                <a:spcPts val="600"/>
              </a:spcBef>
              <a:buFont typeface="Arial" panose="020B0604020202020204" pitchFamily="34" charset="0"/>
              <a:buChar char="•"/>
            </a:pPr>
            <a:r>
              <a:rPr lang="es-ES" sz="1500" dirty="0">
                <a:latin typeface="Arial Nova Cond" panose="020B0604020202020204" pitchFamily="34" charset="0"/>
              </a:rPr>
              <a:t>Los </a:t>
            </a:r>
            <a:r>
              <a:rPr lang="es-ES" sz="1500" b="1" dirty="0">
                <a:latin typeface="Arial Nova Cond" panose="020B0604020202020204" pitchFamily="34" charset="0"/>
              </a:rPr>
              <a:t>recursos</a:t>
            </a:r>
            <a:r>
              <a:rPr lang="es-ES" sz="1500" dirty="0">
                <a:latin typeface="Arial Nova Cond" panose="020B0604020202020204" pitchFamily="34" charset="0"/>
              </a:rPr>
              <a:t> corresponden a algo del "mundo real" que almacenamos en </a:t>
            </a:r>
            <a:r>
              <a:rPr lang="es-ES" sz="1500" dirty="0" err="1">
                <a:latin typeface="Arial Nova Cond" panose="020B0604020202020204" pitchFamily="34" charset="0"/>
              </a:rPr>
              <a:t>Odoo</a:t>
            </a:r>
            <a:r>
              <a:rPr lang="es-ES" sz="1500" dirty="0">
                <a:latin typeface="Arial Nova Cond" panose="020B0604020202020204" pitchFamily="34" charset="0"/>
              </a:rPr>
              <a:t>, por ejemplo, países (</a:t>
            </a:r>
            <a:r>
              <a:rPr lang="es-ES" sz="1500" dirty="0" err="1">
                <a:solidFill>
                  <a:schemeClr val="tx1">
                    <a:lumMod val="50000"/>
                    <a:lumOff val="50000"/>
                  </a:schemeClr>
                </a:solidFill>
                <a:latin typeface="Arial Nova Cond" panose="020B0604020202020204" pitchFamily="34" charset="0"/>
              </a:rPr>
              <a:t>res_country</a:t>
            </a:r>
            <a:r>
              <a:rPr lang="es-ES" sz="1500" dirty="0">
                <a:latin typeface="Arial Nova Cond" panose="020B0604020202020204" pitchFamily="34" charset="0"/>
              </a:rPr>
              <a:t>) o empresas (</a:t>
            </a:r>
            <a:r>
              <a:rPr lang="es-ES" sz="1500" dirty="0" err="1">
                <a:solidFill>
                  <a:schemeClr val="tx1">
                    <a:lumMod val="50000"/>
                    <a:lumOff val="50000"/>
                  </a:schemeClr>
                </a:solidFill>
                <a:latin typeface="Arial Nova Cond" panose="020B0604020202020204" pitchFamily="34" charset="0"/>
              </a:rPr>
              <a:t>res_company</a:t>
            </a:r>
            <a:r>
              <a:rPr lang="es-ES" sz="1500" dirty="0">
                <a:latin typeface="Arial Nova Cond" panose="020B0604020202020204" pitchFamily="34" charset="0"/>
              </a:rPr>
              <a:t>)</a:t>
            </a:r>
          </a:p>
          <a:p>
            <a:pPr marL="285750" indent="-285750">
              <a:lnSpc>
                <a:spcPct val="114000"/>
              </a:lnSpc>
              <a:spcBef>
                <a:spcPts val="600"/>
              </a:spcBef>
              <a:buFont typeface="Arial" panose="020B0604020202020204" pitchFamily="34" charset="0"/>
              <a:buChar char="•"/>
            </a:pPr>
            <a:r>
              <a:rPr lang="es-ES" sz="1500" dirty="0">
                <a:latin typeface="Arial Nova Cond" panose="020B0604020202020204" pitchFamily="34" charset="0"/>
              </a:rPr>
              <a:t>Los </a:t>
            </a:r>
            <a:r>
              <a:rPr lang="es-ES" sz="1500" b="1" dirty="0" err="1">
                <a:latin typeface="Arial Nova Cond" panose="020B0604020202020204" pitchFamily="34" charset="0"/>
              </a:rPr>
              <a:t>Information</a:t>
            </a:r>
            <a:r>
              <a:rPr lang="es-ES" sz="1500" b="1" dirty="0">
                <a:latin typeface="Arial Nova Cond" panose="020B0604020202020204" pitchFamily="34" charset="0"/>
              </a:rPr>
              <a:t> </a:t>
            </a:r>
            <a:r>
              <a:rPr lang="es-ES" sz="1500" b="1" dirty="0" err="1">
                <a:latin typeface="Arial Nova Cond" panose="020B0604020202020204" pitchFamily="34" charset="0"/>
              </a:rPr>
              <a:t>Repository</a:t>
            </a:r>
            <a:r>
              <a:rPr lang="es-ES" sz="1500" b="1" dirty="0">
                <a:latin typeface="Arial Nova Cond" panose="020B0604020202020204" pitchFamily="34" charset="0"/>
              </a:rPr>
              <a:t> </a:t>
            </a:r>
            <a:r>
              <a:rPr lang="es-ES" sz="1500" dirty="0">
                <a:latin typeface="Arial Nova Cond" panose="020B0604020202020204" pitchFamily="34" charset="0"/>
              </a:rPr>
              <a:t>son usados para almacenar datos necesarios para </a:t>
            </a:r>
            <a:r>
              <a:rPr lang="es-ES" sz="1500" dirty="0" err="1">
                <a:latin typeface="Arial Nova Cond" panose="020B0604020202020204" pitchFamily="34" charset="0"/>
              </a:rPr>
              <a:t>Odoo</a:t>
            </a:r>
            <a:r>
              <a:rPr lang="es-ES" sz="1500" dirty="0">
                <a:latin typeface="Arial Nova Cond" panose="020B0604020202020204" pitchFamily="34" charset="0"/>
              </a:rPr>
              <a:t> para saber cómo trabajar como aplicación. Por ejemplo, para definir menús (</a:t>
            </a:r>
            <a:r>
              <a:rPr lang="es-ES" sz="1500" dirty="0" err="1">
                <a:solidFill>
                  <a:schemeClr val="tx1">
                    <a:lumMod val="50000"/>
                    <a:lumOff val="50000"/>
                  </a:schemeClr>
                </a:solidFill>
                <a:latin typeface="Arial Nova Cond" panose="020B0604020202020204" pitchFamily="34" charset="0"/>
              </a:rPr>
              <a:t>ir_ui_menú</a:t>
            </a:r>
            <a:r>
              <a:rPr lang="es-ES" sz="1500" dirty="0">
                <a:latin typeface="Arial Nova Cond" panose="020B0604020202020204" pitchFamily="34" charset="0"/>
              </a:rPr>
              <a:t>) o vistas (</a:t>
            </a:r>
            <a:r>
              <a:rPr lang="es-ES" sz="1500" dirty="0" err="1">
                <a:solidFill>
                  <a:schemeClr val="tx1">
                    <a:lumMod val="50000"/>
                    <a:lumOff val="50000"/>
                  </a:schemeClr>
                </a:solidFill>
                <a:latin typeface="Arial Nova Cond" panose="020B0604020202020204" pitchFamily="34" charset="0"/>
              </a:rPr>
              <a:t>ir_ui_view</a:t>
            </a:r>
            <a:r>
              <a:rPr lang="es-ES" sz="1500" dirty="0">
                <a:latin typeface="Arial Nova Cond" panose="020B0604020202020204" pitchFamily="34" charset="0"/>
              </a:rPr>
              <a:t>)</a:t>
            </a:r>
          </a:p>
        </p:txBody>
      </p:sp>
      <p:pic>
        <p:nvPicPr>
          <p:cNvPr id="17" name="Imagen 16">
            <a:extLst>
              <a:ext uri="{FF2B5EF4-FFF2-40B4-BE49-F238E27FC236}">
                <a16:creationId xmlns:a16="http://schemas.microsoft.com/office/drawing/2014/main" id="{EAC6FF06-1A86-A95E-A077-EFF5253B63ED}"/>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025866" y="980728"/>
            <a:ext cx="2463130" cy="1465562"/>
          </a:xfrm>
          <a:prstGeom prst="rect">
            <a:avLst/>
          </a:prstGeom>
        </p:spPr>
      </p:pic>
      <p:pic>
        <p:nvPicPr>
          <p:cNvPr id="19" name="Imagen 18">
            <a:extLst>
              <a:ext uri="{FF2B5EF4-FFF2-40B4-BE49-F238E27FC236}">
                <a16:creationId xmlns:a16="http://schemas.microsoft.com/office/drawing/2014/main" id="{BB79EBB6-21E3-B5E4-5011-142FABEDEB42}"/>
              </a:ext>
              <a:ext uri="{C183D7F6-B498-43B3-948B-1728B52AA6E4}">
                <adec:decorative xmlns:adec="http://schemas.microsoft.com/office/drawing/2017/decorative" val="1"/>
              </a:ext>
            </a:extLst>
          </p:cNvPr>
          <p:cNvPicPr>
            <a:picLocks noChangeAspect="1"/>
          </p:cNvPicPr>
          <p:nvPr/>
        </p:nvPicPr>
        <p:blipFill rotWithShape="1">
          <a:blip r:embed="rId3"/>
          <a:srcRect r="22780"/>
          <a:stretch/>
        </p:blipFill>
        <p:spPr>
          <a:xfrm>
            <a:off x="6035054" y="2482591"/>
            <a:ext cx="2463130" cy="1551772"/>
          </a:xfrm>
          <a:prstGeom prst="rect">
            <a:avLst/>
          </a:prstGeom>
        </p:spPr>
      </p:pic>
      <p:pic>
        <p:nvPicPr>
          <p:cNvPr id="10" name="Imagen 9">
            <a:extLst>
              <a:ext uri="{FF2B5EF4-FFF2-40B4-BE49-F238E27FC236}">
                <a16:creationId xmlns:a16="http://schemas.microsoft.com/office/drawing/2014/main" id="{465117C1-87B4-F392-3E05-768F0EE0C8E1}"/>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11561" y="4298535"/>
            <a:ext cx="6206480" cy="1962636"/>
          </a:xfrm>
          <a:prstGeom prst="rect">
            <a:avLst/>
          </a:prstGeom>
        </p:spPr>
      </p:pic>
      <p:cxnSp>
        <p:nvCxnSpPr>
          <p:cNvPr id="11" name="Conector recto de flecha 10">
            <a:extLst>
              <a:ext uri="{FF2B5EF4-FFF2-40B4-BE49-F238E27FC236}">
                <a16:creationId xmlns:a16="http://schemas.microsoft.com/office/drawing/2014/main" id="{3156C3EE-64F3-3006-CFFF-832358A15768}"/>
              </a:ext>
              <a:ext uri="{C183D7F6-B498-43B3-948B-1728B52AA6E4}">
                <adec:decorative xmlns:adec="http://schemas.microsoft.com/office/drawing/2017/decorative" val="1"/>
              </a:ext>
            </a:extLst>
          </p:cNvPr>
          <p:cNvCxnSpPr>
            <a:cxnSpLocks/>
          </p:cNvCxnSpPr>
          <p:nvPr/>
        </p:nvCxnSpPr>
        <p:spPr>
          <a:xfrm flipH="1">
            <a:off x="6818041" y="5085184"/>
            <a:ext cx="494368" cy="0"/>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3 CuadroTexto">
            <a:extLst>
              <a:ext uri="{FF2B5EF4-FFF2-40B4-BE49-F238E27FC236}">
                <a16:creationId xmlns:a16="http://schemas.microsoft.com/office/drawing/2014/main" id="{4380A924-F295-F584-AD4F-76EEC4BCEE22}"/>
              </a:ext>
              <a:ext uri="{C183D7F6-B498-43B3-948B-1728B52AA6E4}">
                <adec:decorative xmlns:adec="http://schemas.microsoft.com/office/drawing/2017/decorative" val="1"/>
              </a:ext>
            </a:extLst>
          </p:cNvPr>
          <p:cNvSpPr txBox="1"/>
          <p:nvPr/>
        </p:nvSpPr>
        <p:spPr>
          <a:xfrm>
            <a:off x="7236296" y="4719118"/>
            <a:ext cx="1229924" cy="808235"/>
          </a:xfrm>
          <a:prstGeom prst="rect">
            <a:avLst/>
          </a:prstGeom>
          <a:solidFill>
            <a:schemeClr val="accent5">
              <a:lumMod val="40000"/>
              <a:lumOff val="60000"/>
            </a:schemeClr>
          </a:solidFill>
          <a:ln w="28575">
            <a:solidFill>
              <a:schemeClr val="accent6">
                <a:lumMod val="75000"/>
              </a:schemeClr>
            </a:solidFill>
          </a:ln>
        </p:spPr>
        <p:txBody>
          <a:bodyPr wrap="square" rtlCol="0">
            <a:spAutoFit/>
          </a:bodyPr>
          <a:lstStyle/>
          <a:p>
            <a:pPr algn="ctr">
              <a:lnSpc>
                <a:spcPct val="114000"/>
              </a:lnSpc>
              <a:spcBef>
                <a:spcPts val="600"/>
              </a:spcBef>
              <a:spcAft>
                <a:spcPts val="1200"/>
              </a:spcAft>
            </a:pPr>
            <a:r>
              <a:rPr lang="es-ES" sz="1400" dirty="0">
                <a:latin typeface="Arial Nova Cond" panose="020B0604020202020204" pitchFamily="34" charset="0"/>
              </a:rPr>
              <a:t>Ejemplo del contenido de </a:t>
            </a:r>
            <a:r>
              <a:rPr lang="es-ES" sz="1400" b="1" dirty="0" err="1">
                <a:latin typeface="Arial Nova Cond" panose="020B0604020202020204" pitchFamily="34" charset="0"/>
              </a:rPr>
              <a:t>res_country</a:t>
            </a:r>
            <a:endParaRPr lang="es-ES" sz="1400" b="1" dirty="0">
              <a:latin typeface="Arial Nova Cond" panose="020B0604020202020204" pitchFamily="34" charset="0"/>
            </a:endParaRPr>
          </a:p>
        </p:txBody>
      </p:sp>
      <p:sp>
        <p:nvSpPr>
          <p:cNvPr id="9" name="8 Rectángulo">
            <a:extLst>
              <a:ext uri="{FF2B5EF4-FFF2-40B4-BE49-F238E27FC236}">
                <a16:creationId xmlns:a16="http://schemas.microsoft.com/office/drawing/2014/main" id="{B28DDACD-5627-CC89-4DA5-847FBB098A58}"/>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21 CuadroTexto">
            <a:extLst>
              <a:ext uri="{FF2B5EF4-FFF2-40B4-BE49-F238E27FC236}">
                <a16:creationId xmlns:a16="http://schemas.microsoft.com/office/drawing/2014/main" id="{3BF558C4-8368-3549-4183-BC9EE27C26DE}"/>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ESTRUCTURA DE UN MÓDULO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DIRECTORIOS Y FICHEROS</a:t>
            </a:r>
          </a:p>
        </p:txBody>
      </p:sp>
    </p:spTree>
    <p:extLst>
      <p:ext uri="{BB962C8B-B14F-4D97-AF65-F5344CB8AC3E}">
        <p14:creationId xmlns:p14="http://schemas.microsoft.com/office/powerpoint/2010/main" val="31705378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5 Rectángulo">
            <a:extLst>
              <a:ext uri="{FF2B5EF4-FFF2-40B4-BE49-F238E27FC236}">
                <a16:creationId xmlns:a16="http://schemas.microsoft.com/office/drawing/2014/main" id="{535F74B8-D405-B349-4287-2B62B73B8C1C}"/>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6 Rectángulo">
            <a:extLst>
              <a:ext uri="{FF2B5EF4-FFF2-40B4-BE49-F238E27FC236}">
                <a16:creationId xmlns:a16="http://schemas.microsoft.com/office/drawing/2014/main" id="{0536C9DA-0AE7-A328-8C64-74DAB02C012B}"/>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10 CuadroTexto">
            <a:extLst>
              <a:ext uri="{FF2B5EF4-FFF2-40B4-BE49-F238E27FC236}">
                <a16:creationId xmlns:a16="http://schemas.microsoft.com/office/drawing/2014/main" id="{85730394-5E3C-028E-3093-5B0057231CF4}"/>
              </a:ext>
              <a:ext uri="{C183D7F6-B498-43B3-948B-1728B52AA6E4}">
                <adec:decorative xmlns:adec="http://schemas.microsoft.com/office/drawing/2017/decorative" val="1"/>
              </a:ext>
            </a:extLst>
          </p:cNvPr>
          <p:cNvSpPr txBox="1"/>
          <p:nvPr/>
        </p:nvSpPr>
        <p:spPr>
          <a:xfrm>
            <a:off x="1043608" y="7820"/>
            <a:ext cx="4108561"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EXPLICACIÓN DEL CÓDIGO</a:t>
            </a:r>
          </a:p>
        </p:txBody>
      </p:sp>
      <p:sp>
        <p:nvSpPr>
          <p:cNvPr id="6" name="6 CuadroTexto">
            <a:extLst>
              <a:ext uri="{FF2B5EF4-FFF2-40B4-BE49-F238E27FC236}">
                <a16:creationId xmlns:a16="http://schemas.microsoft.com/office/drawing/2014/main" id="{EDE7356C-08F2-2612-1229-E7BE88415A0F}"/>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7" name="10 CuadroTexto">
            <a:extLst>
              <a:ext uri="{FF2B5EF4-FFF2-40B4-BE49-F238E27FC236}">
                <a16:creationId xmlns:a16="http://schemas.microsoft.com/office/drawing/2014/main" id="{82920684-B836-3C70-C25D-199F26664F66}"/>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pic>
        <p:nvPicPr>
          <p:cNvPr id="12" name="Imagen 11">
            <a:extLst>
              <a:ext uri="{FF2B5EF4-FFF2-40B4-BE49-F238E27FC236}">
                <a16:creationId xmlns:a16="http://schemas.microsoft.com/office/drawing/2014/main" id="{CC1AF9C9-861C-81CC-D06E-36D13C89AA5C}"/>
              </a:ext>
              <a:ext uri="{C183D7F6-B498-43B3-948B-1728B52AA6E4}">
                <adec:decorative xmlns:adec="http://schemas.microsoft.com/office/drawing/2017/decorative" val="1"/>
              </a:ext>
            </a:extLst>
          </p:cNvPr>
          <p:cNvPicPr>
            <a:picLocks noChangeAspect="1"/>
          </p:cNvPicPr>
          <p:nvPr/>
        </p:nvPicPr>
        <p:blipFill rotWithShape="1">
          <a:blip r:embed="rId2"/>
          <a:srcRect l="7070" t="44755" r="21350" b="3889"/>
          <a:stretch/>
        </p:blipFill>
        <p:spPr>
          <a:xfrm>
            <a:off x="619808" y="852910"/>
            <a:ext cx="7110537" cy="2304255"/>
          </a:xfrm>
          <a:prstGeom prst="rect">
            <a:avLst/>
          </a:prstGeom>
        </p:spPr>
      </p:pic>
      <p:pic>
        <p:nvPicPr>
          <p:cNvPr id="21" name="Imagen 20">
            <a:extLst>
              <a:ext uri="{FF2B5EF4-FFF2-40B4-BE49-F238E27FC236}">
                <a16:creationId xmlns:a16="http://schemas.microsoft.com/office/drawing/2014/main" id="{097611E0-8321-9EAF-CAF3-C3DEF22226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563888" y="5022985"/>
            <a:ext cx="4456248" cy="1214327"/>
          </a:xfrm>
          <a:prstGeom prst="rect">
            <a:avLst/>
          </a:prstGeom>
        </p:spPr>
      </p:pic>
      <p:pic>
        <p:nvPicPr>
          <p:cNvPr id="23" name="Imagen 22">
            <a:extLst>
              <a:ext uri="{FF2B5EF4-FFF2-40B4-BE49-F238E27FC236}">
                <a16:creationId xmlns:a16="http://schemas.microsoft.com/office/drawing/2014/main" id="{9B498E6E-BF99-D598-91E5-F98424FC6A0C}"/>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19808" y="3546091"/>
            <a:ext cx="5686468" cy="950341"/>
          </a:xfrm>
          <a:prstGeom prst="rect">
            <a:avLst/>
          </a:prstGeom>
        </p:spPr>
      </p:pic>
      <p:cxnSp>
        <p:nvCxnSpPr>
          <p:cNvPr id="24" name="Conector recto de flecha 23">
            <a:extLst>
              <a:ext uri="{FF2B5EF4-FFF2-40B4-BE49-F238E27FC236}">
                <a16:creationId xmlns:a16="http://schemas.microsoft.com/office/drawing/2014/main" id="{278DE418-0720-A113-0FE9-144E97F63E74}"/>
              </a:ext>
              <a:ext uri="{C183D7F6-B498-43B3-948B-1728B52AA6E4}">
                <adec:decorative xmlns:adec="http://schemas.microsoft.com/office/drawing/2017/decorative" val="1"/>
              </a:ext>
            </a:extLst>
          </p:cNvPr>
          <p:cNvCxnSpPr>
            <a:cxnSpLocks/>
          </p:cNvCxnSpPr>
          <p:nvPr/>
        </p:nvCxnSpPr>
        <p:spPr>
          <a:xfrm flipH="1">
            <a:off x="2411760" y="1212949"/>
            <a:ext cx="4320480" cy="0"/>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3 CuadroTexto">
            <a:extLst>
              <a:ext uri="{FF2B5EF4-FFF2-40B4-BE49-F238E27FC236}">
                <a16:creationId xmlns:a16="http://schemas.microsoft.com/office/drawing/2014/main" id="{26307F75-5F75-D1F7-B960-D3D660F799B0}"/>
              </a:ext>
            </a:extLst>
          </p:cNvPr>
          <p:cNvSpPr txBox="1"/>
          <p:nvPr/>
        </p:nvSpPr>
        <p:spPr>
          <a:xfrm>
            <a:off x="5292080" y="856047"/>
            <a:ext cx="3232112" cy="1299395"/>
          </a:xfrm>
          <a:prstGeom prst="rect">
            <a:avLst/>
          </a:prstGeom>
          <a:solidFill>
            <a:schemeClr val="accent1">
              <a:lumMod val="20000"/>
              <a:lumOff val="80000"/>
            </a:schemeClr>
          </a:solidFill>
          <a:ln w="28575">
            <a:solidFill>
              <a:schemeClr val="accent1">
                <a:lumMod val="60000"/>
                <a:lumOff val="40000"/>
              </a:schemeClr>
            </a:solidFill>
          </a:ln>
        </p:spPr>
        <p:txBody>
          <a:bodyPr wrap="square" rtlCol="0">
            <a:spAutoFit/>
          </a:bodyPr>
          <a:lstStyle/>
          <a:p>
            <a:pPr>
              <a:lnSpc>
                <a:spcPct val="114000"/>
              </a:lnSpc>
              <a:spcBef>
                <a:spcPts val="600"/>
              </a:spcBef>
            </a:pPr>
            <a:r>
              <a:rPr lang="es-ES" sz="1400" dirty="0">
                <a:latin typeface="Arial Nova Cond" panose="020B0604020202020204" pitchFamily="34" charset="0"/>
              </a:rPr>
              <a:t>La etiqueta </a:t>
            </a:r>
            <a:r>
              <a:rPr lang="es-ES" sz="1400" b="1" dirty="0">
                <a:latin typeface="Arial Nova Cond" panose="020B0604020202020204" pitchFamily="34" charset="0"/>
              </a:rPr>
              <a:t>&lt;</a:t>
            </a:r>
            <a:r>
              <a:rPr lang="es-ES" sz="1400" b="1" dirty="0" err="1">
                <a:latin typeface="Arial Nova Cond" panose="020B0604020202020204" pitchFamily="34" charset="0"/>
              </a:rPr>
              <a:t>tree</a:t>
            </a:r>
            <a:r>
              <a:rPr lang="es-ES" sz="1400" b="1" dirty="0">
                <a:latin typeface="Arial Nova Cond" panose="020B0604020202020204" pitchFamily="34" charset="0"/>
              </a:rPr>
              <a:t>&gt;</a:t>
            </a:r>
            <a:r>
              <a:rPr lang="es-ES" sz="1400" dirty="0">
                <a:latin typeface="Arial Nova Cond" panose="020B0604020202020204" pitchFamily="34" charset="0"/>
              </a:rPr>
              <a:t> define cómo va a ser la vista: el </a:t>
            </a:r>
            <a:r>
              <a:rPr lang="es-ES" sz="1400" b="1" dirty="0" err="1">
                <a:latin typeface="Arial Nova Cond" panose="020B0604020202020204" pitchFamily="34" charset="0"/>
              </a:rPr>
              <a:t>tree</a:t>
            </a:r>
            <a:r>
              <a:rPr lang="es-ES" sz="1400" b="1" dirty="0">
                <a:latin typeface="Arial Nova Cond" panose="020B0604020202020204" pitchFamily="34" charset="0"/>
              </a:rPr>
              <a:t> </a:t>
            </a:r>
            <a:r>
              <a:rPr lang="es-ES" sz="1400" b="1" dirty="0" err="1">
                <a:latin typeface="Arial Nova Cond" panose="020B0604020202020204" pitchFamily="34" charset="0"/>
              </a:rPr>
              <a:t>view</a:t>
            </a:r>
            <a:r>
              <a:rPr lang="es-ES" sz="1400" b="1" dirty="0">
                <a:latin typeface="Arial Nova Cond" panose="020B0604020202020204" pitchFamily="34" charset="0"/>
              </a:rPr>
              <a:t> </a:t>
            </a:r>
            <a:r>
              <a:rPr lang="es-ES" sz="1400" dirty="0">
                <a:latin typeface="Arial Nova Cond" panose="020B0604020202020204" pitchFamily="34" charset="0"/>
              </a:rPr>
              <a:t>o </a:t>
            </a:r>
            <a:r>
              <a:rPr lang="es-ES" sz="1400" b="1" dirty="0" err="1">
                <a:latin typeface="Arial Nova Cond" panose="020B0604020202020204" pitchFamily="34" charset="0"/>
              </a:rPr>
              <a:t>list</a:t>
            </a:r>
            <a:r>
              <a:rPr lang="es-ES" sz="1400" b="1" dirty="0">
                <a:latin typeface="Arial Nova Cond" panose="020B0604020202020204" pitchFamily="34" charset="0"/>
              </a:rPr>
              <a:t> </a:t>
            </a:r>
            <a:r>
              <a:rPr lang="es-ES" sz="1400" b="1" dirty="0" err="1">
                <a:latin typeface="Arial Nova Cond" panose="020B0604020202020204" pitchFamily="34" charset="0"/>
              </a:rPr>
              <a:t>view</a:t>
            </a:r>
            <a:r>
              <a:rPr lang="es-ES" sz="1400" dirty="0">
                <a:latin typeface="Arial Nova Cond" panose="020B0604020202020204" pitchFamily="34" charset="0"/>
              </a:rPr>
              <a:t> muestra múltiples registros en forma de lista donde cada </a:t>
            </a:r>
            <a:r>
              <a:rPr lang="es-ES" sz="1400" u="sng" dirty="0">
                <a:latin typeface="Arial Nova Cond" panose="020B0604020202020204" pitchFamily="34" charset="0"/>
              </a:rPr>
              <a:t>fila representa un registro de la base de datos</a:t>
            </a:r>
            <a:r>
              <a:rPr lang="es-ES" sz="1400" dirty="0">
                <a:latin typeface="Arial Nova Cond" panose="020B0604020202020204" pitchFamily="34" charset="0"/>
              </a:rPr>
              <a:t> </a:t>
            </a:r>
          </a:p>
        </p:txBody>
      </p:sp>
      <p:cxnSp>
        <p:nvCxnSpPr>
          <p:cNvPr id="2" name="Conector recto de flecha 1">
            <a:extLst>
              <a:ext uri="{FF2B5EF4-FFF2-40B4-BE49-F238E27FC236}">
                <a16:creationId xmlns:a16="http://schemas.microsoft.com/office/drawing/2014/main" id="{AF1D8468-9094-4C80-872D-1B815D3A9418}"/>
              </a:ext>
              <a:ext uri="{C183D7F6-B498-43B3-948B-1728B52AA6E4}">
                <adec:decorative xmlns:adec="http://schemas.microsoft.com/office/drawing/2017/decorative" val="1"/>
              </a:ext>
            </a:extLst>
          </p:cNvPr>
          <p:cNvCxnSpPr>
            <a:cxnSpLocks/>
          </p:cNvCxnSpPr>
          <p:nvPr/>
        </p:nvCxnSpPr>
        <p:spPr>
          <a:xfrm flipV="1">
            <a:off x="1917392" y="4509393"/>
            <a:ext cx="0" cy="631522"/>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3 CuadroTexto">
            <a:extLst>
              <a:ext uri="{FF2B5EF4-FFF2-40B4-BE49-F238E27FC236}">
                <a16:creationId xmlns:a16="http://schemas.microsoft.com/office/drawing/2014/main" id="{9F4208CD-0AD0-A983-32EC-53FD4573CA2D}"/>
              </a:ext>
            </a:extLst>
          </p:cNvPr>
          <p:cNvSpPr txBox="1"/>
          <p:nvPr/>
        </p:nvSpPr>
        <p:spPr>
          <a:xfrm>
            <a:off x="1043608" y="5140915"/>
            <a:ext cx="1589964" cy="808235"/>
          </a:xfrm>
          <a:prstGeom prst="rect">
            <a:avLst/>
          </a:prstGeom>
          <a:solidFill>
            <a:schemeClr val="accent5">
              <a:lumMod val="40000"/>
              <a:lumOff val="60000"/>
            </a:schemeClr>
          </a:solidFill>
          <a:ln w="28575">
            <a:solidFill>
              <a:schemeClr val="accent6">
                <a:lumMod val="75000"/>
              </a:schemeClr>
            </a:solidFill>
          </a:ln>
        </p:spPr>
        <p:txBody>
          <a:bodyPr wrap="square" rtlCol="0">
            <a:spAutoFit/>
          </a:bodyPr>
          <a:lstStyle/>
          <a:p>
            <a:pPr algn="ctr">
              <a:lnSpc>
                <a:spcPct val="114000"/>
              </a:lnSpc>
              <a:spcBef>
                <a:spcPts val="600"/>
              </a:spcBef>
              <a:spcAft>
                <a:spcPts val="1200"/>
              </a:spcAft>
            </a:pPr>
            <a:r>
              <a:rPr lang="es-ES" sz="1400" dirty="0">
                <a:latin typeface="Arial Nova Cond" panose="020B0604020202020204" pitchFamily="34" charset="0"/>
              </a:rPr>
              <a:t>Lo que hay en la base de datos y cómo lo vemos</a:t>
            </a:r>
            <a:endParaRPr lang="es-ES" sz="1400" b="1" dirty="0">
              <a:latin typeface="Arial Nova Cond" panose="020B0604020202020204" pitchFamily="34" charset="0"/>
            </a:endParaRPr>
          </a:p>
        </p:txBody>
      </p:sp>
      <p:cxnSp>
        <p:nvCxnSpPr>
          <p:cNvPr id="13" name="Conector recto de flecha 12">
            <a:extLst>
              <a:ext uri="{FF2B5EF4-FFF2-40B4-BE49-F238E27FC236}">
                <a16:creationId xmlns:a16="http://schemas.microsoft.com/office/drawing/2014/main" id="{FBFB47D0-03DB-EB94-F38D-6D390FDCCE73}"/>
              </a:ext>
              <a:ext uri="{C183D7F6-B498-43B3-948B-1728B52AA6E4}">
                <adec:decorative xmlns:adec="http://schemas.microsoft.com/office/drawing/2017/decorative" val="1"/>
              </a:ext>
            </a:extLst>
          </p:cNvPr>
          <p:cNvCxnSpPr>
            <a:cxnSpLocks/>
          </p:cNvCxnSpPr>
          <p:nvPr/>
        </p:nvCxnSpPr>
        <p:spPr>
          <a:xfrm>
            <a:off x="2633572" y="5589240"/>
            <a:ext cx="930316" cy="0"/>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3 CuadroTexto">
            <a:extLst>
              <a:ext uri="{FF2B5EF4-FFF2-40B4-BE49-F238E27FC236}">
                <a16:creationId xmlns:a16="http://schemas.microsoft.com/office/drawing/2014/main" id="{3804D11B-53E7-FAED-F309-9410B7FC2803}"/>
              </a:ext>
            </a:extLst>
          </p:cNvPr>
          <p:cNvSpPr txBox="1"/>
          <p:nvPr/>
        </p:nvSpPr>
        <p:spPr>
          <a:xfrm>
            <a:off x="6948264" y="2413505"/>
            <a:ext cx="1586476" cy="808235"/>
          </a:xfrm>
          <a:prstGeom prst="rect">
            <a:avLst/>
          </a:prstGeom>
          <a:solidFill>
            <a:schemeClr val="accent1">
              <a:lumMod val="20000"/>
              <a:lumOff val="80000"/>
            </a:schemeClr>
          </a:solidFill>
          <a:ln w="28575">
            <a:solidFill>
              <a:schemeClr val="accent1">
                <a:lumMod val="60000"/>
                <a:lumOff val="40000"/>
              </a:schemeClr>
            </a:solidFill>
          </a:ln>
        </p:spPr>
        <p:txBody>
          <a:bodyPr wrap="square" rtlCol="0">
            <a:spAutoFit/>
          </a:bodyPr>
          <a:lstStyle/>
          <a:p>
            <a:pPr>
              <a:lnSpc>
                <a:spcPct val="114000"/>
              </a:lnSpc>
              <a:spcBef>
                <a:spcPts val="600"/>
              </a:spcBef>
            </a:pPr>
            <a:r>
              <a:rPr lang="es-ES" sz="1400" dirty="0">
                <a:latin typeface="Arial Nova Cond" panose="020B0604020202020204" pitchFamily="34" charset="0"/>
              </a:rPr>
              <a:t>Indico qué campos quiero que se muestren</a:t>
            </a:r>
          </a:p>
        </p:txBody>
      </p:sp>
      <p:cxnSp>
        <p:nvCxnSpPr>
          <p:cNvPr id="16" name="Conector recto de flecha 15">
            <a:extLst>
              <a:ext uri="{FF2B5EF4-FFF2-40B4-BE49-F238E27FC236}">
                <a16:creationId xmlns:a16="http://schemas.microsoft.com/office/drawing/2014/main" id="{6C4C1B93-8DC3-A44B-2300-C5941D8E252E}"/>
              </a:ext>
              <a:ext uri="{C183D7F6-B498-43B3-948B-1728B52AA6E4}">
                <adec:decorative xmlns:adec="http://schemas.microsoft.com/office/drawing/2017/decorative" val="1"/>
              </a:ext>
            </a:extLst>
          </p:cNvPr>
          <p:cNvCxnSpPr>
            <a:cxnSpLocks/>
          </p:cNvCxnSpPr>
          <p:nvPr/>
        </p:nvCxnSpPr>
        <p:spPr>
          <a:xfrm flipH="1" flipV="1">
            <a:off x="4788024" y="2276872"/>
            <a:ext cx="2160240" cy="576064"/>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8 Rectángulo">
            <a:extLst>
              <a:ext uri="{FF2B5EF4-FFF2-40B4-BE49-F238E27FC236}">
                <a16:creationId xmlns:a16="http://schemas.microsoft.com/office/drawing/2014/main" id="{3C7D8719-6BBA-E782-CE4E-A60D9A793F28}"/>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21 CuadroTexto">
            <a:extLst>
              <a:ext uri="{FF2B5EF4-FFF2-40B4-BE49-F238E27FC236}">
                <a16:creationId xmlns:a16="http://schemas.microsoft.com/office/drawing/2014/main" id="{2E8E247B-C146-499C-E97F-FBF39E9F2B29}"/>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ESTRUCTURA DE UN MÓDULO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DIRECTORIOS Y FICHEROS</a:t>
            </a:r>
          </a:p>
        </p:txBody>
      </p:sp>
    </p:spTree>
    <p:extLst>
      <p:ext uri="{BB962C8B-B14F-4D97-AF65-F5344CB8AC3E}">
        <p14:creationId xmlns:p14="http://schemas.microsoft.com/office/powerpoint/2010/main" val="40756903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EC33F014-960C-38E2-BC10-94A42C253B50}"/>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95047" y="3154377"/>
            <a:ext cx="7969698" cy="1440160"/>
          </a:xfrm>
          <a:prstGeom prst="rect">
            <a:avLst/>
          </a:prstGeom>
        </p:spPr>
      </p:pic>
      <p:sp>
        <p:nvSpPr>
          <p:cNvPr id="5" name="5 Rectángulo">
            <a:extLst>
              <a:ext uri="{FF2B5EF4-FFF2-40B4-BE49-F238E27FC236}">
                <a16:creationId xmlns:a16="http://schemas.microsoft.com/office/drawing/2014/main" id="{612729C2-40A0-B8DB-B56D-8D3036D967EF}"/>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6 Rectángulo">
            <a:extLst>
              <a:ext uri="{FF2B5EF4-FFF2-40B4-BE49-F238E27FC236}">
                <a16:creationId xmlns:a16="http://schemas.microsoft.com/office/drawing/2014/main" id="{1F5D3523-D147-127B-9817-B496EBD01689}"/>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10 CuadroTexto">
            <a:extLst>
              <a:ext uri="{FF2B5EF4-FFF2-40B4-BE49-F238E27FC236}">
                <a16:creationId xmlns:a16="http://schemas.microsoft.com/office/drawing/2014/main" id="{1537D29D-2732-AB21-865C-620627299B27}"/>
              </a:ext>
              <a:ext uri="{C183D7F6-B498-43B3-948B-1728B52AA6E4}">
                <adec:decorative xmlns:adec="http://schemas.microsoft.com/office/drawing/2017/decorative" val="1"/>
              </a:ext>
            </a:extLst>
          </p:cNvPr>
          <p:cNvSpPr txBox="1"/>
          <p:nvPr/>
        </p:nvSpPr>
        <p:spPr>
          <a:xfrm>
            <a:off x="1043608" y="7820"/>
            <a:ext cx="4108561"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EXPLICACIÓN DEL CÓDIGO</a:t>
            </a:r>
          </a:p>
        </p:txBody>
      </p:sp>
      <p:sp>
        <p:nvSpPr>
          <p:cNvPr id="8" name="6 CuadroTexto">
            <a:extLst>
              <a:ext uri="{FF2B5EF4-FFF2-40B4-BE49-F238E27FC236}">
                <a16:creationId xmlns:a16="http://schemas.microsoft.com/office/drawing/2014/main" id="{657B1A67-5CF1-75DB-AE63-F5EE6C7A8C64}"/>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9" name="10 CuadroTexto">
            <a:extLst>
              <a:ext uri="{FF2B5EF4-FFF2-40B4-BE49-F238E27FC236}">
                <a16:creationId xmlns:a16="http://schemas.microsoft.com/office/drawing/2014/main" id="{ACB5FEC5-1766-23FE-1F64-13EDEE31B58E}"/>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2" name="3 CuadroTexto">
            <a:extLst>
              <a:ext uri="{FF2B5EF4-FFF2-40B4-BE49-F238E27FC236}">
                <a16:creationId xmlns:a16="http://schemas.microsoft.com/office/drawing/2014/main" id="{D0AA13D2-C732-DA80-6993-2BB4DBA10060}"/>
              </a:ext>
            </a:extLst>
          </p:cNvPr>
          <p:cNvSpPr txBox="1"/>
          <p:nvPr/>
        </p:nvSpPr>
        <p:spPr>
          <a:xfrm>
            <a:off x="495047" y="1191348"/>
            <a:ext cx="3232112" cy="910634"/>
          </a:xfrm>
          <a:prstGeom prst="rect">
            <a:avLst/>
          </a:prstGeom>
          <a:solidFill>
            <a:schemeClr val="accent1">
              <a:lumMod val="20000"/>
              <a:lumOff val="80000"/>
            </a:schemeClr>
          </a:solidFill>
          <a:ln w="28575">
            <a:solidFill>
              <a:schemeClr val="accent1">
                <a:lumMod val="60000"/>
                <a:lumOff val="40000"/>
              </a:schemeClr>
            </a:solidFill>
          </a:ln>
        </p:spPr>
        <p:txBody>
          <a:bodyPr wrap="square" rtlCol="0">
            <a:spAutoFit/>
          </a:bodyPr>
          <a:lstStyle/>
          <a:p>
            <a:pPr>
              <a:lnSpc>
                <a:spcPct val="114000"/>
              </a:lnSpc>
              <a:spcBef>
                <a:spcPts val="600"/>
              </a:spcBef>
            </a:pPr>
            <a:r>
              <a:rPr lang="es-ES" sz="1600" dirty="0">
                <a:latin typeface="Arial Nova Cond" panose="020B0604020202020204" pitchFamily="34" charset="0"/>
              </a:rPr>
              <a:t>Una </a:t>
            </a:r>
            <a:r>
              <a:rPr lang="es-ES" sz="1600" b="1" dirty="0">
                <a:latin typeface="Arial Nova Cond" panose="020B0604020202020204" pitchFamily="34" charset="0"/>
              </a:rPr>
              <a:t>acción</a:t>
            </a:r>
            <a:r>
              <a:rPr lang="es-ES" sz="1600" dirty="0">
                <a:latin typeface="Arial Nova Cond" panose="020B0604020202020204" pitchFamily="34" charset="0"/>
              </a:rPr>
              <a:t> define el comportamiento del sistema como respuesta a las acciones del usuario.</a:t>
            </a:r>
          </a:p>
        </p:txBody>
      </p:sp>
      <p:sp>
        <p:nvSpPr>
          <p:cNvPr id="13" name="3 CuadroTexto">
            <a:extLst>
              <a:ext uri="{FF2B5EF4-FFF2-40B4-BE49-F238E27FC236}">
                <a16:creationId xmlns:a16="http://schemas.microsoft.com/office/drawing/2014/main" id="{B9EA2B0A-D9B2-BFEC-16A7-C915B9AE5D7A}"/>
              </a:ext>
            </a:extLst>
          </p:cNvPr>
          <p:cNvSpPr txBox="1"/>
          <p:nvPr/>
        </p:nvSpPr>
        <p:spPr>
          <a:xfrm>
            <a:off x="4571999" y="1498193"/>
            <a:ext cx="3892745" cy="1299395"/>
          </a:xfrm>
          <a:prstGeom prst="rect">
            <a:avLst/>
          </a:prstGeom>
          <a:solidFill>
            <a:schemeClr val="accent1">
              <a:lumMod val="20000"/>
              <a:lumOff val="80000"/>
            </a:schemeClr>
          </a:solidFill>
          <a:ln w="28575">
            <a:solidFill>
              <a:schemeClr val="accent1">
                <a:lumMod val="60000"/>
                <a:lumOff val="40000"/>
              </a:schemeClr>
            </a:solidFill>
          </a:ln>
        </p:spPr>
        <p:txBody>
          <a:bodyPr wrap="square" rtlCol="0">
            <a:spAutoFit/>
          </a:bodyPr>
          <a:lstStyle/>
          <a:p>
            <a:pPr>
              <a:lnSpc>
                <a:spcPct val="114000"/>
              </a:lnSpc>
              <a:spcBef>
                <a:spcPts val="600"/>
              </a:spcBef>
            </a:pPr>
            <a:r>
              <a:rPr lang="es-ES" sz="1400" dirty="0">
                <a:latin typeface="Arial Nova Cond" panose="020B0604020202020204" pitchFamily="34" charset="0"/>
              </a:rPr>
              <a:t>Las </a:t>
            </a:r>
            <a:r>
              <a:rPr lang="es-ES" sz="1400" i="1" dirty="0" err="1">
                <a:latin typeface="Arial Nova Cond" panose="020B0604020202020204" pitchFamily="34" charset="0"/>
              </a:rPr>
              <a:t>Window</a:t>
            </a:r>
            <a:r>
              <a:rPr lang="es-ES" sz="1400" i="1" dirty="0">
                <a:latin typeface="Arial Nova Cond" panose="020B0604020202020204" pitchFamily="34" charset="0"/>
              </a:rPr>
              <a:t> </a:t>
            </a:r>
            <a:r>
              <a:rPr lang="es-ES" sz="1400" i="1" dirty="0" err="1">
                <a:latin typeface="Arial Nova Cond" panose="020B0604020202020204" pitchFamily="34" charset="0"/>
              </a:rPr>
              <a:t>Actions</a:t>
            </a:r>
            <a:r>
              <a:rPr lang="es-ES" sz="1400" dirty="0">
                <a:latin typeface="Arial Nova Cond" panose="020B0604020202020204" pitchFamily="34" charset="0"/>
              </a:rPr>
              <a:t> son el tipo más común de acción, se usa para presentar la visualización del modelo a través de las vistas. En este ejemplo indicamos que el modelo se presentará con las vistas </a:t>
            </a:r>
            <a:r>
              <a:rPr lang="es-ES" sz="1400" b="1" dirty="0" err="1">
                <a:latin typeface="Arial Nova Cond" panose="020B0604020202020204" pitchFamily="34" charset="0"/>
              </a:rPr>
              <a:t>tree</a:t>
            </a:r>
            <a:r>
              <a:rPr lang="es-ES" sz="1400" dirty="0">
                <a:latin typeface="Arial Nova Cond" panose="020B0604020202020204" pitchFamily="34" charset="0"/>
              </a:rPr>
              <a:t> y </a:t>
            </a:r>
            <a:r>
              <a:rPr lang="es-ES" sz="1400" b="1" dirty="0" err="1">
                <a:latin typeface="Arial Nova Cond" panose="020B0604020202020204" pitchFamily="34" charset="0"/>
              </a:rPr>
              <a:t>form</a:t>
            </a:r>
            <a:endParaRPr lang="es-ES" sz="1400" dirty="0">
              <a:latin typeface="Arial Nova Cond" panose="020B0604020202020204" pitchFamily="34" charset="0"/>
            </a:endParaRPr>
          </a:p>
        </p:txBody>
      </p:sp>
      <p:cxnSp>
        <p:nvCxnSpPr>
          <p:cNvPr id="14" name="Conector recto de flecha 13">
            <a:extLst>
              <a:ext uri="{FF2B5EF4-FFF2-40B4-BE49-F238E27FC236}">
                <a16:creationId xmlns:a16="http://schemas.microsoft.com/office/drawing/2014/main" id="{E8988430-5B7F-BE66-10FF-EFDD680FF351}"/>
              </a:ext>
              <a:ext uri="{C183D7F6-B498-43B3-948B-1728B52AA6E4}">
                <adec:decorative xmlns:adec="http://schemas.microsoft.com/office/drawing/2017/decorative" val="1"/>
              </a:ext>
            </a:extLst>
          </p:cNvPr>
          <p:cNvCxnSpPr>
            <a:cxnSpLocks/>
          </p:cNvCxnSpPr>
          <p:nvPr/>
        </p:nvCxnSpPr>
        <p:spPr>
          <a:xfrm flipH="1">
            <a:off x="4355976" y="2797588"/>
            <a:ext cx="796193" cy="572813"/>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a:extLst>
              <a:ext uri="{FF2B5EF4-FFF2-40B4-BE49-F238E27FC236}">
                <a16:creationId xmlns:a16="http://schemas.microsoft.com/office/drawing/2014/main" id="{E3D2FE0D-3B53-F4E3-A415-8BF0407388CD}"/>
              </a:ext>
              <a:ext uri="{C183D7F6-B498-43B3-948B-1728B52AA6E4}">
                <adec:decorative xmlns:adec="http://schemas.microsoft.com/office/drawing/2017/decorative" val="1"/>
              </a:ext>
            </a:extLst>
          </p:cNvPr>
          <p:cNvCxnSpPr>
            <a:cxnSpLocks/>
          </p:cNvCxnSpPr>
          <p:nvPr/>
        </p:nvCxnSpPr>
        <p:spPr>
          <a:xfrm flipV="1">
            <a:off x="5152169" y="4096983"/>
            <a:ext cx="187890" cy="1045318"/>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3 CuadroTexto">
            <a:extLst>
              <a:ext uri="{FF2B5EF4-FFF2-40B4-BE49-F238E27FC236}">
                <a16:creationId xmlns:a16="http://schemas.microsoft.com/office/drawing/2014/main" id="{5BD77A78-FC54-78B9-48F7-C8D2799152E9}"/>
              </a:ext>
            </a:extLst>
          </p:cNvPr>
          <p:cNvSpPr txBox="1"/>
          <p:nvPr/>
        </p:nvSpPr>
        <p:spPr>
          <a:xfrm>
            <a:off x="3194609" y="5139597"/>
            <a:ext cx="2094780" cy="562655"/>
          </a:xfrm>
          <a:prstGeom prst="rect">
            <a:avLst/>
          </a:prstGeom>
          <a:solidFill>
            <a:schemeClr val="accent1">
              <a:lumMod val="20000"/>
              <a:lumOff val="80000"/>
            </a:schemeClr>
          </a:solidFill>
          <a:ln w="28575">
            <a:solidFill>
              <a:schemeClr val="accent1">
                <a:lumMod val="60000"/>
                <a:lumOff val="40000"/>
              </a:schemeClr>
            </a:solidFill>
          </a:ln>
        </p:spPr>
        <p:txBody>
          <a:bodyPr wrap="square" rtlCol="0">
            <a:spAutoFit/>
          </a:bodyPr>
          <a:lstStyle/>
          <a:p>
            <a:pPr>
              <a:lnSpc>
                <a:spcPct val="114000"/>
              </a:lnSpc>
              <a:spcBef>
                <a:spcPts val="600"/>
              </a:spcBef>
            </a:pPr>
            <a:r>
              <a:rPr lang="es-ES" sz="1400" dirty="0">
                <a:latin typeface="Arial Nova Cond" panose="020B0604020202020204" pitchFamily="34" charset="0"/>
              </a:rPr>
              <a:t>Este es el modelo al que corresponden las vistas</a:t>
            </a:r>
          </a:p>
        </p:txBody>
      </p:sp>
      <p:pic>
        <p:nvPicPr>
          <p:cNvPr id="23" name="Imagen 22">
            <a:extLst>
              <a:ext uri="{FF2B5EF4-FFF2-40B4-BE49-F238E27FC236}">
                <a16:creationId xmlns:a16="http://schemas.microsoft.com/office/drawing/2014/main" id="{1852AABF-6AAC-D43D-7879-14E3661EAB9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193754" y="4728395"/>
            <a:ext cx="2187625" cy="1054467"/>
          </a:xfrm>
          <a:prstGeom prst="rect">
            <a:avLst/>
          </a:prstGeom>
        </p:spPr>
      </p:pic>
      <p:cxnSp>
        <p:nvCxnSpPr>
          <p:cNvPr id="26" name="Conector recto de flecha 25">
            <a:extLst>
              <a:ext uri="{FF2B5EF4-FFF2-40B4-BE49-F238E27FC236}">
                <a16:creationId xmlns:a16="http://schemas.microsoft.com/office/drawing/2014/main" id="{4D40771F-F311-195D-801E-7526D8527338}"/>
              </a:ext>
              <a:ext uri="{C183D7F6-B498-43B3-948B-1728B52AA6E4}">
                <adec:decorative xmlns:adec="http://schemas.microsoft.com/office/drawing/2017/decorative" val="1"/>
              </a:ext>
            </a:extLst>
          </p:cNvPr>
          <p:cNvCxnSpPr>
            <a:cxnSpLocks/>
          </p:cNvCxnSpPr>
          <p:nvPr/>
        </p:nvCxnSpPr>
        <p:spPr>
          <a:xfrm flipH="1" flipV="1">
            <a:off x="5672961" y="3821749"/>
            <a:ext cx="1491327" cy="532050"/>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3 CuadroTexto">
            <a:extLst>
              <a:ext uri="{FF2B5EF4-FFF2-40B4-BE49-F238E27FC236}">
                <a16:creationId xmlns:a16="http://schemas.microsoft.com/office/drawing/2014/main" id="{5A5A6EE9-A300-21B6-FC8E-E9B850625329}"/>
              </a:ext>
            </a:extLst>
          </p:cNvPr>
          <p:cNvSpPr txBox="1"/>
          <p:nvPr/>
        </p:nvSpPr>
        <p:spPr>
          <a:xfrm>
            <a:off x="6193756" y="4323942"/>
            <a:ext cx="2187624" cy="317074"/>
          </a:xfrm>
          <a:prstGeom prst="rect">
            <a:avLst/>
          </a:prstGeom>
          <a:solidFill>
            <a:schemeClr val="accent1">
              <a:lumMod val="20000"/>
              <a:lumOff val="80000"/>
            </a:schemeClr>
          </a:solidFill>
          <a:ln w="28575">
            <a:solidFill>
              <a:schemeClr val="accent1">
                <a:lumMod val="60000"/>
                <a:lumOff val="40000"/>
              </a:schemeClr>
            </a:solidFill>
          </a:ln>
        </p:spPr>
        <p:txBody>
          <a:bodyPr wrap="square" rtlCol="0">
            <a:spAutoFit/>
          </a:bodyPr>
          <a:lstStyle/>
          <a:p>
            <a:pPr>
              <a:lnSpc>
                <a:spcPct val="114000"/>
              </a:lnSpc>
              <a:spcBef>
                <a:spcPts val="600"/>
              </a:spcBef>
            </a:pPr>
            <a:r>
              <a:rPr lang="es-ES" sz="1400" dirty="0">
                <a:latin typeface="Arial Nova Cond" panose="020B0604020202020204" pitchFamily="34" charset="0"/>
              </a:rPr>
              <a:t>El nombre que se mostrará</a:t>
            </a:r>
          </a:p>
        </p:txBody>
      </p:sp>
      <p:sp>
        <p:nvSpPr>
          <p:cNvPr id="2" name="8 Rectángulo">
            <a:extLst>
              <a:ext uri="{FF2B5EF4-FFF2-40B4-BE49-F238E27FC236}">
                <a16:creationId xmlns:a16="http://schemas.microsoft.com/office/drawing/2014/main" id="{20776B92-31BD-CFD1-5A73-E6A800A78867}"/>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21 CuadroTexto">
            <a:extLst>
              <a:ext uri="{FF2B5EF4-FFF2-40B4-BE49-F238E27FC236}">
                <a16:creationId xmlns:a16="http://schemas.microsoft.com/office/drawing/2014/main" id="{BA9EED6E-B4E5-87B0-2633-7EFBCFB1064F}"/>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ESTRUCTURA DE UN MÓDULO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DIRECTORIOS Y FICHEROS</a:t>
            </a:r>
          </a:p>
        </p:txBody>
      </p:sp>
    </p:spTree>
    <p:extLst>
      <p:ext uri="{BB962C8B-B14F-4D97-AF65-F5344CB8AC3E}">
        <p14:creationId xmlns:p14="http://schemas.microsoft.com/office/powerpoint/2010/main" val="40902030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A302CB0E-D18D-BE46-3697-76E2F76503EE}"/>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95047" y="980728"/>
            <a:ext cx="7969698" cy="1440160"/>
          </a:xfrm>
          <a:prstGeom prst="rect">
            <a:avLst/>
          </a:prstGeom>
        </p:spPr>
      </p:pic>
      <p:sp>
        <p:nvSpPr>
          <p:cNvPr id="3" name="5 Rectángulo">
            <a:extLst>
              <a:ext uri="{FF2B5EF4-FFF2-40B4-BE49-F238E27FC236}">
                <a16:creationId xmlns:a16="http://schemas.microsoft.com/office/drawing/2014/main" id="{70EB1E3E-15B1-E98D-5CC3-6C68607BBE5A}"/>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6 Rectángulo">
            <a:extLst>
              <a:ext uri="{FF2B5EF4-FFF2-40B4-BE49-F238E27FC236}">
                <a16:creationId xmlns:a16="http://schemas.microsoft.com/office/drawing/2014/main" id="{7BF147FF-A4AF-A50B-7B3C-3B2917186EB5}"/>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10 CuadroTexto">
            <a:extLst>
              <a:ext uri="{FF2B5EF4-FFF2-40B4-BE49-F238E27FC236}">
                <a16:creationId xmlns:a16="http://schemas.microsoft.com/office/drawing/2014/main" id="{6BDEBC65-A639-67E1-26DC-2A2BCD5AA096}"/>
              </a:ext>
              <a:ext uri="{C183D7F6-B498-43B3-948B-1728B52AA6E4}">
                <adec:decorative xmlns:adec="http://schemas.microsoft.com/office/drawing/2017/decorative" val="1"/>
              </a:ext>
            </a:extLst>
          </p:cNvPr>
          <p:cNvSpPr txBox="1"/>
          <p:nvPr/>
        </p:nvSpPr>
        <p:spPr>
          <a:xfrm>
            <a:off x="1043608" y="7820"/>
            <a:ext cx="4108561"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EXPLICACIÓN DEL CÓDIGO</a:t>
            </a:r>
          </a:p>
        </p:txBody>
      </p:sp>
      <p:sp>
        <p:nvSpPr>
          <p:cNvPr id="6" name="6 CuadroTexto">
            <a:extLst>
              <a:ext uri="{FF2B5EF4-FFF2-40B4-BE49-F238E27FC236}">
                <a16:creationId xmlns:a16="http://schemas.microsoft.com/office/drawing/2014/main" id="{CE4D0F5D-8DC7-7C15-6219-31CC6EF43D95}"/>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7" name="10 CuadroTexto">
            <a:extLst>
              <a:ext uri="{FF2B5EF4-FFF2-40B4-BE49-F238E27FC236}">
                <a16:creationId xmlns:a16="http://schemas.microsoft.com/office/drawing/2014/main" id="{152F0A6D-D61D-0AEA-6D9B-FA974C6F25CF}"/>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cxnSp>
        <p:nvCxnSpPr>
          <p:cNvPr id="13" name="Conector recto de flecha 12">
            <a:extLst>
              <a:ext uri="{FF2B5EF4-FFF2-40B4-BE49-F238E27FC236}">
                <a16:creationId xmlns:a16="http://schemas.microsoft.com/office/drawing/2014/main" id="{EE45CED7-F8CF-975C-2144-57B5DBF19AD2}"/>
              </a:ext>
              <a:ext uri="{C183D7F6-B498-43B3-948B-1728B52AA6E4}">
                <adec:decorative xmlns:adec="http://schemas.microsoft.com/office/drawing/2017/decorative" val="1"/>
              </a:ext>
            </a:extLst>
          </p:cNvPr>
          <p:cNvCxnSpPr>
            <a:cxnSpLocks/>
          </p:cNvCxnSpPr>
          <p:nvPr/>
        </p:nvCxnSpPr>
        <p:spPr>
          <a:xfrm flipV="1">
            <a:off x="5152169" y="4096983"/>
            <a:ext cx="187890" cy="1045318"/>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3 CuadroTexto">
            <a:extLst>
              <a:ext uri="{FF2B5EF4-FFF2-40B4-BE49-F238E27FC236}">
                <a16:creationId xmlns:a16="http://schemas.microsoft.com/office/drawing/2014/main" id="{F0BE657C-93A7-2CF7-2A09-D09615EF4606}"/>
              </a:ext>
            </a:extLst>
          </p:cNvPr>
          <p:cNvSpPr txBox="1"/>
          <p:nvPr/>
        </p:nvSpPr>
        <p:spPr>
          <a:xfrm>
            <a:off x="845280" y="2659596"/>
            <a:ext cx="2094780" cy="808235"/>
          </a:xfrm>
          <a:prstGeom prst="rect">
            <a:avLst/>
          </a:prstGeom>
          <a:solidFill>
            <a:schemeClr val="accent1">
              <a:lumMod val="20000"/>
              <a:lumOff val="80000"/>
            </a:schemeClr>
          </a:solidFill>
          <a:ln w="28575">
            <a:solidFill>
              <a:schemeClr val="accent1">
                <a:lumMod val="60000"/>
                <a:lumOff val="40000"/>
              </a:schemeClr>
            </a:solidFill>
          </a:ln>
        </p:spPr>
        <p:txBody>
          <a:bodyPr wrap="square" rtlCol="0">
            <a:spAutoFit/>
          </a:bodyPr>
          <a:lstStyle/>
          <a:p>
            <a:pPr>
              <a:lnSpc>
                <a:spcPct val="114000"/>
              </a:lnSpc>
              <a:spcBef>
                <a:spcPts val="600"/>
              </a:spcBef>
            </a:pPr>
            <a:r>
              <a:rPr lang="es-ES" sz="1400" dirty="0">
                <a:latin typeface="Arial Nova Cond" panose="020B0604020202020204" pitchFamily="34" charset="0"/>
              </a:rPr>
              <a:t>La vista </a:t>
            </a:r>
            <a:r>
              <a:rPr lang="es-ES" sz="1400" b="1" dirty="0" err="1">
                <a:latin typeface="Arial Nova Cond" panose="020B0604020202020204" pitchFamily="34" charset="0"/>
              </a:rPr>
              <a:t>tree</a:t>
            </a:r>
            <a:r>
              <a:rPr lang="es-ES" sz="1400" dirty="0">
                <a:latin typeface="Arial Nova Cond" panose="020B0604020202020204" pitchFamily="34" charset="0"/>
              </a:rPr>
              <a:t> es la que muestra una serie de filas con los datos del modelo</a:t>
            </a:r>
          </a:p>
        </p:txBody>
      </p:sp>
      <p:cxnSp>
        <p:nvCxnSpPr>
          <p:cNvPr id="16" name="Conector recto de flecha 15">
            <a:extLst>
              <a:ext uri="{FF2B5EF4-FFF2-40B4-BE49-F238E27FC236}">
                <a16:creationId xmlns:a16="http://schemas.microsoft.com/office/drawing/2014/main" id="{1755EDA6-0654-0D69-9329-AD0A7EC6F79A}"/>
              </a:ext>
              <a:ext uri="{C183D7F6-B498-43B3-948B-1728B52AA6E4}">
                <adec:decorative xmlns:adec="http://schemas.microsoft.com/office/drawing/2017/decorative" val="1"/>
              </a:ext>
            </a:extLst>
          </p:cNvPr>
          <p:cNvCxnSpPr>
            <a:cxnSpLocks/>
            <a:stCxn id="14" idx="0"/>
          </p:cNvCxnSpPr>
          <p:nvPr/>
        </p:nvCxnSpPr>
        <p:spPr>
          <a:xfrm flipV="1">
            <a:off x="1892670" y="2144254"/>
            <a:ext cx="1673802" cy="515342"/>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9" name="Imagen 18">
            <a:extLst>
              <a:ext uri="{FF2B5EF4-FFF2-40B4-BE49-F238E27FC236}">
                <a16:creationId xmlns:a16="http://schemas.microsoft.com/office/drawing/2014/main" id="{0231827E-C9A1-7B2E-65B8-1E0F978BA1C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45704" y="3657715"/>
            <a:ext cx="5060806" cy="1170667"/>
          </a:xfrm>
          <a:prstGeom prst="rect">
            <a:avLst/>
          </a:prstGeom>
        </p:spPr>
      </p:pic>
      <p:pic>
        <p:nvPicPr>
          <p:cNvPr id="21" name="Imagen 20">
            <a:extLst>
              <a:ext uri="{FF2B5EF4-FFF2-40B4-BE49-F238E27FC236}">
                <a16:creationId xmlns:a16="http://schemas.microsoft.com/office/drawing/2014/main" id="{E4175C01-5824-2B9B-32CB-F202E4FB0795}"/>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454136" y="4915761"/>
            <a:ext cx="3819432" cy="1374824"/>
          </a:xfrm>
          <a:prstGeom prst="rect">
            <a:avLst/>
          </a:prstGeom>
        </p:spPr>
      </p:pic>
      <p:cxnSp>
        <p:nvCxnSpPr>
          <p:cNvPr id="23" name="Conector recto de flecha 22">
            <a:extLst>
              <a:ext uri="{FF2B5EF4-FFF2-40B4-BE49-F238E27FC236}">
                <a16:creationId xmlns:a16="http://schemas.microsoft.com/office/drawing/2014/main" id="{14324063-DA6B-B077-F584-9B0EF17C32F3}"/>
              </a:ext>
              <a:ext uri="{C183D7F6-B498-43B3-948B-1728B52AA6E4}">
                <adec:decorative xmlns:adec="http://schemas.microsoft.com/office/drawing/2017/decorative" val="1"/>
              </a:ext>
            </a:extLst>
          </p:cNvPr>
          <p:cNvCxnSpPr>
            <a:cxnSpLocks/>
          </p:cNvCxnSpPr>
          <p:nvPr/>
        </p:nvCxnSpPr>
        <p:spPr>
          <a:xfrm>
            <a:off x="1763688" y="3477222"/>
            <a:ext cx="216024" cy="180493"/>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570A2AB0-71A4-9F5B-11D0-EC7C6F95A3C9}"/>
              </a:ext>
              <a:ext uri="{C183D7F6-B498-43B3-948B-1728B52AA6E4}">
                <adec:decorative xmlns:adec="http://schemas.microsoft.com/office/drawing/2017/decorative" val="1"/>
              </a:ext>
            </a:extLst>
          </p:cNvPr>
          <p:cNvCxnSpPr>
            <a:cxnSpLocks/>
          </p:cNvCxnSpPr>
          <p:nvPr/>
        </p:nvCxnSpPr>
        <p:spPr>
          <a:xfrm flipH="1" flipV="1">
            <a:off x="4211960" y="2152608"/>
            <a:ext cx="3034826" cy="899046"/>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BC62403C-DD79-76C6-6381-A25C6C5A5303}"/>
              </a:ext>
              <a:ext uri="{C183D7F6-B498-43B3-948B-1728B52AA6E4}">
                <adec:decorative xmlns:adec="http://schemas.microsoft.com/office/drawing/2017/decorative" val="1"/>
              </a:ext>
            </a:extLst>
          </p:cNvPr>
          <p:cNvCxnSpPr>
            <a:cxnSpLocks/>
          </p:cNvCxnSpPr>
          <p:nvPr/>
        </p:nvCxnSpPr>
        <p:spPr>
          <a:xfrm flipH="1">
            <a:off x="6824494" y="4085752"/>
            <a:ext cx="552102" cy="923123"/>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3 CuadroTexto">
            <a:extLst>
              <a:ext uri="{FF2B5EF4-FFF2-40B4-BE49-F238E27FC236}">
                <a16:creationId xmlns:a16="http://schemas.microsoft.com/office/drawing/2014/main" id="{87AEE77D-BE75-3905-A6CE-7C320D8FE774}"/>
              </a:ext>
            </a:extLst>
          </p:cNvPr>
          <p:cNvSpPr txBox="1"/>
          <p:nvPr/>
        </p:nvSpPr>
        <p:spPr>
          <a:xfrm>
            <a:off x="6152974" y="3051654"/>
            <a:ext cx="2187624" cy="1053815"/>
          </a:xfrm>
          <a:prstGeom prst="rect">
            <a:avLst/>
          </a:prstGeom>
          <a:solidFill>
            <a:schemeClr val="accent1">
              <a:lumMod val="20000"/>
              <a:lumOff val="80000"/>
            </a:schemeClr>
          </a:solidFill>
          <a:ln w="28575">
            <a:solidFill>
              <a:schemeClr val="accent1">
                <a:lumMod val="60000"/>
                <a:lumOff val="40000"/>
              </a:schemeClr>
            </a:solidFill>
          </a:ln>
        </p:spPr>
        <p:txBody>
          <a:bodyPr wrap="square" rtlCol="0">
            <a:spAutoFit/>
          </a:bodyPr>
          <a:lstStyle/>
          <a:p>
            <a:pPr>
              <a:lnSpc>
                <a:spcPct val="114000"/>
              </a:lnSpc>
              <a:spcBef>
                <a:spcPts val="600"/>
              </a:spcBef>
            </a:pPr>
            <a:r>
              <a:rPr lang="es-ES" sz="1400" dirty="0">
                <a:latin typeface="Arial Nova Cond" panose="020B0604020202020204" pitchFamily="34" charset="0"/>
              </a:rPr>
              <a:t>La vista </a:t>
            </a:r>
            <a:r>
              <a:rPr lang="es-ES" sz="1400" b="1" dirty="0" err="1">
                <a:latin typeface="Arial Nova Cond" panose="020B0604020202020204" pitchFamily="34" charset="0"/>
              </a:rPr>
              <a:t>form</a:t>
            </a:r>
            <a:r>
              <a:rPr lang="es-ES" sz="1400" dirty="0">
                <a:latin typeface="Arial Nova Cond" panose="020B0604020202020204" pitchFamily="34" charset="0"/>
              </a:rPr>
              <a:t> se usa habitualmente para recoger datos introducidos por el usuario</a:t>
            </a:r>
          </a:p>
        </p:txBody>
      </p:sp>
      <p:sp>
        <p:nvSpPr>
          <p:cNvPr id="10" name="8 Rectángulo">
            <a:extLst>
              <a:ext uri="{FF2B5EF4-FFF2-40B4-BE49-F238E27FC236}">
                <a16:creationId xmlns:a16="http://schemas.microsoft.com/office/drawing/2014/main" id="{2F9FB23F-B6B2-D625-48D9-2D6C00F69D7D}"/>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21 CuadroTexto">
            <a:extLst>
              <a:ext uri="{FF2B5EF4-FFF2-40B4-BE49-F238E27FC236}">
                <a16:creationId xmlns:a16="http://schemas.microsoft.com/office/drawing/2014/main" id="{7940DBE5-9762-AC51-D122-356A9C90982C}"/>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ESTRUCTURA DE UN MÓDULO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DIRECTORIOS Y FICHEROS</a:t>
            </a:r>
          </a:p>
        </p:txBody>
      </p:sp>
    </p:spTree>
    <p:extLst>
      <p:ext uri="{BB962C8B-B14F-4D97-AF65-F5344CB8AC3E}">
        <p14:creationId xmlns:p14="http://schemas.microsoft.com/office/powerpoint/2010/main" val="7939464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DE3D7357-6D71-4350-0910-520C1C925F20}"/>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018648" y="2060848"/>
            <a:ext cx="7106704" cy="2720115"/>
          </a:xfrm>
          <a:prstGeom prst="rect">
            <a:avLst/>
          </a:prstGeom>
        </p:spPr>
      </p:pic>
      <p:sp>
        <p:nvSpPr>
          <p:cNvPr id="4" name="5 Rectángulo">
            <a:extLst>
              <a:ext uri="{FF2B5EF4-FFF2-40B4-BE49-F238E27FC236}">
                <a16:creationId xmlns:a16="http://schemas.microsoft.com/office/drawing/2014/main" id="{09E69FC8-6F41-7399-4486-F7618F61227D}"/>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6 Rectángulo">
            <a:extLst>
              <a:ext uri="{FF2B5EF4-FFF2-40B4-BE49-F238E27FC236}">
                <a16:creationId xmlns:a16="http://schemas.microsoft.com/office/drawing/2014/main" id="{38FACD24-0854-5341-ED63-C2883172BA9A}"/>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10 CuadroTexto">
            <a:extLst>
              <a:ext uri="{FF2B5EF4-FFF2-40B4-BE49-F238E27FC236}">
                <a16:creationId xmlns:a16="http://schemas.microsoft.com/office/drawing/2014/main" id="{754C679B-08B4-6463-2187-5927FA02E162}"/>
              </a:ext>
              <a:ext uri="{C183D7F6-B498-43B3-948B-1728B52AA6E4}">
                <adec:decorative xmlns:adec="http://schemas.microsoft.com/office/drawing/2017/decorative" val="1"/>
              </a:ext>
            </a:extLst>
          </p:cNvPr>
          <p:cNvSpPr txBox="1"/>
          <p:nvPr/>
        </p:nvSpPr>
        <p:spPr>
          <a:xfrm>
            <a:off x="1043608" y="7820"/>
            <a:ext cx="4108561"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EXPLICACIÓN DEL CÓDIGO</a:t>
            </a:r>
          </a:p>
        </p:txBody>
      </p:sp>
      <p:sp>
        <p:nvSpPr>
          <p:cNvPr id="7" name="6 CuadroTexto">
            <a:extLst>
              <a:ext uri="{FF2B5EF4-FFF2-40B4-BE49-F238E27FC236}">
                <a16:creationId xmlns:a16="http://schemas.microsoft.com/office/drawing/2014/main" id="{8D129311-AB23-5B8C-C664-1D2C197E166B}"/>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8" name="10 CuadroTexto">
            <a:extLst>
              <a:ext uri="{FF2B5EF4-FFF2-40B4-BE49-F238E27FC236}">
                <a16:creationId xmlns:a16="http://schemas.microsoft.com/office/drawing/2014/main" id="{F42B8B9C-20F2-E317-D45D-1793B1287419}"/>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1" name="3 CuadroTexto">
            <a:extLst>
              <a:ext uri="{FF2B5EF4-FFF2-40B4-BE49-F238E27FC236}">
                <a16:creationId xmlns:a16="http://schemas.microsoft.com/office/drawing/2014/main" id="{0D5D52EA-4C08-E1CC-2B40-0C458018B375}"/>
              </a:ext>
            </a:extLst>
          </p:cNvPr>
          <p:cNvSpPr txBox="1"/>
          <p:nvPr/>
        </p:nvSpPr>
        <p:spPr>
          <a:xfrm>
            <a:off x="485799" y="846233"/>
            <a:ext cx="2286001" cy="629916"/>
          </a:xfrm>
          <a:prstGeom prst="rect">
            <a:avLst/>
          </a:prstGeom>
          <a:solidFill>
            <a:schemeClr val="accent1">
              <a:lumMod val="20000"/>
              <a:lumOff val="80000"/>
            </a:schemeClr>
          </a:solidFill>
          <a:ln w="28575">
            <a:solidFill>
              <a:schemeClr val="accent1">
                <a:lumMod val="60000"/>
                <a:lumOff val="40000"/>
              </a:schemeClr>
            </a:solidFill>
          </a:ln>
        </p:spPr>
        <p:txBody>
          <a:bodyPr wrap="square" rtlCol="0">
            <a:spAutoFit/>
          </a:bodyPr>
          <a:lstStyle/>
          <a:p>
            <a:pPr>
              <a:lnSpc>
                <a:spcPct val="114000"/>
              </a:lnSpc>
              <a:spcBef>
                <a:spcPts val="600"/>
              </a:spcBef>
            </a:pPr>
            <a:r>
              <a:rPr lang="es-ES" sz="1600" dirty="0">
                <a:latin typeface="Arial Nova Cond" panose="020B0604020202020204" pitchFamily="34" charset="0"/>
              </a:rPr>
              <a:t>Definimos los </a:t>
            </a:r>
            <a:r>
              <a:rPr lang="es-ES" sz="1600" b="1" dirty="0">
                <a:latin typeface="Arial Nova Cond" panose="020B0604020202020204" pitchFamily="34" charset="0"/>
              </a:rPr>
              <a:t>menús</a:t>
            </a:r>
            <a:r>
              <a:rPr lang="es-ES" sz="1600" dirty="0">
                <a:latin typeface="Arial Nova Cond" panose="020B0604020202020204" pitchFamily="34" charset="0"/>
              </a:rPr>
              <a:t> que se mostrarán en la vista</a:t>
            </a:r>
          </a:p>
        </p:txBody>
      </p:sp>
      <p:cxnSp>
        <p:nvCxnSpPr>
          <p:cNvPr id="12" name="Conector recto de flecha 11">
            <a:extLst>
              <a:ext uri="{FF2B5EF4-FFF2-40B4-BE49-F238E27FC236}">
                <a16:creationId xmlns:a16="http://schemas.microsoft.com/office/drawing/2014/main" id="{E74D09E1-4DFC-1A3A-5168-66E45E51A0CB}"/>
              </a:ext>
              <a:ext uri="{C183D7F6-B498-43B3-948B-1728B52AA6E4}">
                <adec:decorative xmlns:adec="http://schemas.microsoft.com/office/drawing/2017/decorative" val="1"/>
              </a:ext>
            </a:extLst>
          </p:cNvPr>
          <p:cNvCxnSpPr>
            <a:cxnSpLocks/>
            <a:stCxn id="13" idx="2"/>
          </p:cNvCxnSpPr>
          <p:nvPr/>
        </p:nvCxnSpPr>
        <p:spPr>
          <a:xfrm flipH="1">
            <a:off x="3689902" y="1694327"/>
            <a:ext cx="198022" cy="581094"/>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3 CuadroTexto">
            <a:extLst>
              <a:ext uri="{FF2B5EF4-FFF2-40B4-BE49-F238E27FC236}">
                <a16:creationId xmlns:a16="http://schemas.microsoft.com/office/drawing/2014/main" id="{49021C9C-9F41-CB2F-1600-249AA7F4CAB8}"/>
              </a:ext>
            </a:extLst>
          </p:cNvPr>
          <p:cNvSpPr txBox="1"/>
          <p:nvPr/>
        </p:nvSpPr>
        <p:spPr>
          <a:xfrm>
            <a:off x="3203848" y="1131672"/>
            <a:ext cx="1368152" cy="562655"/>
          </a:xfrm>
          <a:prstGeom prst="rect">
            <a:avLst/>
          </a:prstGeom>
          <a:solidFill>
            <a:schemeClr val="accent1">
              <a:lumMod val="20000"/>
              <a:lumOff val="80000"/>
            </a:schemeClr>
          </a:solidFill>
          <a:ln w="28575">
            <a:solidFill>
              <a:schemeClr val="accent1">
                <a:lumMod val="60000"/>
                <a:lumOff val="40000"/>
              </a:schemeClr>
            </a:solidFill>
          </a:ln>
        </p:spPr>
        <p:txBody>
          <a:bodyPr wrap="square" rtlCol="0">
            <a:spAutoFit/>
          </a:bodyPr>
          <a:lstStyle/>
          <a:p>
            <a:pPr>
              <a:lnSpc>
                <a:spcPct val="114000"/>
              </a:lnSpc>
              <a:spcBef>
                <a:spcPts val="600"/>
              </a:spcBef>
            </a:pPr>
            <a:r>
              <a:rPr lang="es-ES" sz="1400" dirty="0">
                <a:latin typeface="Arial Nova Cond" panose="020B0604020202020204" pitchFamily="34" charset="0"/>
              </a:rPr>
              <a:t>Esta es la </a:t>
            </a:r>
            <a:r>
              <a:rPr lang="es-ES" sz="1400" b="1" dirty="0">
                <a:latin typeface="Arial Nova Cond" panose="020B0604020202020204" pitchFamily="34" charset="0"/>
              </a:rPr>
              <a:t>raíz</a:t>
            </a:r>
            <a:r>
              <a:rPr lang="es-ES" sz="1400" dirty="0">
                <a:latin typeface="Arial Nova Cond" panose="020B0604020202020204" pitchFamily="34" charset="0"/>
              </a:rPr>
              <a:t> del menú</a:t>
            </a:r>
          </a:p>
        </p:txBody>
      </p:sp>
      <p:pic>
        <p:nvPicPr>
          <p:cNvPr id="18" name="Imagen 17">
            <a:extLst>
              <a:ext uri="{FF2B5EF4-FFF2-40B4-BE49-F238E27FC236}">
                <a16:creationId xmlns:a16="http://schemas.microsoft.com/office/drawing/2014/main" id="{320A3B19-4C4B-7580-C108-051CD508DB8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823520" y="902101"/>
            <a:ext cx="2806797" cy="776216"/>
          </a:xfrm>
          <a:prstGeom prst="rect">
            <a:avLst/>
          </a:prstGeom>
        </p:spPr>
      </p:pic>
      <p:cxnSp>
        <p:nvCxnSpPr>
          <p:cNvPr id="20" name="Conector recto de flecha 19">
            <a:extLst>
              <a:ext uri="{FF2B5EF4-FFF2-40B4-BE49-F238E27FC236}">
                <a16:creationId xmlns:a16="http://schemas.microsoft.com/office/drawing/2014/main" id="{5B5A9187-D2C3-8DED-16BD-3B00990FFBBD}"/>
              </a:ext>
              <a:ext uri="{C183D7F6-B498-43B3-948B-1728B52AA6E4}">
                <adec:decorative xmlns:adec="http://schemas.microsoft.com/office/drawing/2017/decorative" val="1"/>
              </a:ext>
            </a:extLst>
          </p:cNvPr>
          <p:cNvCxnSpPr>
            <a:cxnSpLocks/>
          </p:cNvCxnSpPr>
          <p:nvPr/>
        </p:nvCxnSpPr>
        <p:spPr>
          <a:xfrm flipV="1">
            <a:off x="4571504" y="1110186"/>
            <a:ext cx="1237112" cy="302813"/>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25857708-D950-EF02-90E0-2CD32190F625}"/>
              </a:ext>
              <a:ext uri="{C183D7F6-B498-43B3-948B-1728B52AA6E4}">
                <adec:decorative xmlns:adec="http://schemas.microsoft.com/office/drawing/2017/decorative" val="1"/>
              </a:ext>
            </a:extLst>
          </p:cNvPr>
          <p:cNvCxnSpPr>
            <a:cxnSpLocks/>
          </p:cNvCxnSpPr>
          <p:nvPr/>
        </p:nvCxnSpPr>
        <p:spPr>
          <a:xfrm flipH="1" flipV="1">
            <a:off x="4788024" y="2990607"/>
            <a:ext cx="648072" cy="231665"/>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6" name="Imagen 25">
            <a:extLst>
              <a:ext uri="{FF2B5EF4-FFF2-40B4-BE49-F238E27FC236}">
                <a16:creationId xmlns:a16="http://schemas.microsoft.com/office/drawing/2014/main" id="{3CD12E68-D0D5-7012-B550-8E4FA2B14FA7}"/>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120172" y="4452325"/>
            <a:ext cx="2380606" cy="849362"/>
          </a:xfrm>
          <a:prstGeom prst="rect">
            <a:avLst/>
          </a:prstGeom>
        </p:spPr>
      </p:pic>
      <p:cxnSp>
        <p:nvCxnSpPr>
          <p:cNvPr id="27" name="Conector recto de flecha 26">
            <a:extLst>
              <a:ext uri="{FF2B5EF4-FFF2-40B4-BE49-F238E27FC236}">
                <a16:creationId xmlns:a16="http://schemas.microsoft.com/office/drawing/2014/main" id="{ACE9E268-5F91-3A72-E316-82D8A1B221D5}"/>
              </a:ext>
              <a:ext uri="{C183D7F6-B498-43B3-948B-1728B52AA6E4}">
                <adec:decorative xmlns:adec="http://schemas.microsoft.com/office/drawing/2017/decorative" val="1"/>
              </a:ext>
            </a:extLst>
          </p:cNvPr>
          <p:cNvCxnSpPr>
            <a:cxnSpLocks/>
          </p:cNvCxnSpPr>
          <p:nvPr/>
        </p:nvCxnSpPr>
        <p:spPr>
          <a:xfrm>
            <a:off x="6318194" y="3885409"/>
            <a:ext cx="1191611" cy="548134"/>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3 CuadroTexto">
            <a:extLst>
              <a:ext uri="{FF2B5EF4-FFF2-40B4-BE49-F238E27FC236}">
                <a16:creationId xmlns:a16="http://schemas.microsoft.com/office/drawing/2014/main" id="{3672F7EE-C0D0-261F-A867-43A088D0C800}"/>
              </a:ext>
            </a:extLst>
          </p:cNvPr>
          <p:cNvSpPr txBox="1"/>
          <p:nvPr/>
        </p:nvSpPr>
        <p:spPr>
          <a:xfrm>
            <a:off x="5436096" y="3104271"/>
            <a:ext cx="1368152" cy="808235"/>
          </a:xfrm>
          <a:prstGeom prst="rect">
            <a:avLst/>
          </a:prstGeom>
          <a:solidFill>
            <a:schemeClr val="accent1">
              <a:lumMod val="20000"/>
              <a:lumOff val="80000"/>
            </a:schemeClr>
          </a:solidFill>
          <a:ln w="28575">
            <a:solidFill>
              <a:schemeClr val="accent1">
                <a:lumMod val="60000"/>
                <a:lumOff val="40000"/>
              </a:schemeClr>
            </a:solidFill>
          </a:ln>
        </p:spPr>
        <p:txBody>
          <a:bodyPr wrap="square" rtlCol="0">
            <a:spAutoFit/>
          </a:bodyPr>
          <a:lstStyle/>
          <a:p>
            <a:pPr>
              <a:lnSpc>
                <a:spcPct val="114000"/>
              </a:lnSpc>
              <a:spcBef>
                <a:spcPts val="600"/>
              </a:spcBef>
            </a:pPr>
            <a:r>
              <a:rPr lang="es-ES" sz="1400" dirty="0">
                <a:latin typeface="Arial Nova Cond" panose="020B0604020202020204" pitchFamily="34" charset="0"/>
              </a:rPr>
              <a:t>Definimos cada uno de los </a:t>
            </a:r>
            <a:r>
              <a:rPr lang="es-ES" sz="1400" b="1" dirty="0">
                <a:latin typeface="Arial Nova Cond" panose="020B0604020202020204" pitchFamily="34" charset="0"/>
              </a:rPr>
              <a:t>submenús</a:t>
            </a:r>
          </a:p>
        </p:txBody>
      </p:sp>
      <p:pic>
        <p:nvPicPr>
          <p:cNvPr id="33" name="Imagen 32">
            <a:extLst>
              <a:ext uri="{FF2B5EF4-FFF2-40B4-BE49-F238E27FC236}">
                <a16:creationId xmlns:a16="http://schemas.microsoft.com/office/drawing/2014/main" id="{8AB222B4-E933-6266-3D8E-F49D42A7502F}"/>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77333" y="5230702"/>
            <a:ext cx="2952328" cy="1053379"/>
          </a:xfrm>
          <a:prstGeom prst="rect">
            <a:avLst/>
          </a:prstGeom>
        </p:spPr>
      </p:pic>
      <p:cxnSp>
        <p:nvCxnSpPr>
          <p:cNvPr id="35" name="Conector recto de flecha 34">
            <a:extLst>
              <a:ext uri="{FF2B5EF4-FFF2-40B4-BE49-F238E27FC236}">
                <a16:creationId xmlns:a16="http://schemas.microsoft.com/office/drawing/2014/main" id="{5191A498-7111-BD87-A77C-ABE7026DB3AA}"/>
              </a:ext>
              <a:ext uri="{C183D7F6-B498-43B3-948B-1728B52AA6E4}">
                <adec:decorative xmlns:adec="http://schemas.microsoft.com/office/drawing/2017/decorative" val="1"/>
              </a:ext>
            </a:extLst>
          </p:cNvPr>
          <p:cNvCxnSpPr>
            <a:cxnSpLocks/>
          </p:cNvCxnSpPr>
          <p:nvPr/>
        </p:nvCxnSpPr>
        <p:spPr>
          <a:xfrm flipH="1" flipV="1">
            <a:off x="3963730" y="4774167"/>
            <a:ext cx="1066535" cy="549568"/>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ector recto de flecha 36">
            <a:extLst>
              <a:ext uri="{FF2B5EF4-FFF2-40B4-BE49-F238E27FC236}">
                <a16:creationId xmlns:a16="http://schemas.microsoft.com/office/drawing/2014/main" id="{06B6C887-CF8A-18B7-F446-500C5A8F170E}"/>
              </a:ext>
              <a:ext uri="{C183D7F6-B498-43B3-948B-1728B52AA6E4}">
                <adec:decorative xmlns:adec="http://schemas.microsoft.com/office/drawing/2017/decorative" val="1"/>
              </a:ext>
            </a:extLst>
          </p:cNvPr>
          <p:cNvCxnSpPr>
            <a:cxnSpLocks/>
            <a:endCxn id="33" idx="3"/>
          </p:cNvCxnSpPr>
          <p:nvPr/>
        </p:nvCxnSpPr>
        <p:spPr>
          <a:xfrm flipH="1" flipV="1">
            <a:off x="3429661" y="5757392"/>
            <a:ext cx="991530" cy="1392"/>
          </a:xfrm>
          <a:prstGeom prst="straightConnector1">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9" name="3 CuadroTexto">
            <a:extLst>
              <a:ext uri="{FF2B5EF4-FFF2-40B4-BE49-F238E27FC236}">
                <a16:creationId xmlns:a16="http://schemas.microsoft.com/office/drawing/2014/main" id="{024663D0-5673-44AC-231C-E29B166D8635}"/>
              </a:ext>
            </a:extLst>
          </p:cNvPr>
          <p:cNvSpPr txBox="1"/>
          <p:nvPr/>
        </p:nvSpPr>
        <p:spPr>
          <a:xfrm>
            <a:off x="4346189" y="5323735"/>
            <a:ext cx="1368152" cy="808235"/>
          </a:xfrm>
          <a:prstGeom prst="rect">
            <a:avLst/>
          </a:prstGeom>
          <a:solidFill>
            <a:schemeClr val="accent1">
              <a:lumMod val="20000"/>
              <a:lumOff val="80000"/>
            </a:schemeClr>
          </a:solidFill>
          <a:ln w="28575">
            <a:solidFill>
              <a:schemeClr val="accent1">
                <a:lumMod val="60000"/>
                <a:lumOff val="40000"/>
              </a:schemeClr>
            </a:solidFill>
          </a:ln>
        </p:spPr>
        <p:txBody>
          <a:bodyPr wrap="square" rtlCol="0">
            <a:spAutoFit/>
          </a:bodyPr>
          <a:lstStyle/>
          <a:p>
            <a:pPr>
              <a:lnSpc>
                <a:spcPct val="114000"/>
              </a:lnSpc>
              <a:spcBef>
                <a:spcPts val="600"/>
              </a:spcBef>
            </a:pPr>
            <a:r>
              <a:rPr lang="es-ES" sz="1400" dirty="0">
                <a:latin typeface="Arial Nova Cond" panose="020B0604020202020204" pitchFamily="34" charset="0"/>
              </a:rPr>
              <a:t>Por último, los </a:t>
            </a:r>
            <a:r>
              <a:rPr lang="es-ES" sz="1400" b="1" dirty="0">
                <a:latin typeface="Arial Nova Cond" panose="020B0604020202020204" pitchFamily="34" charset="0"/>
              </a:rPr>
              <a:t>elementos</a:t>
            </a:r>
            <a:r>
              <a:rPr lang="es-ES" sz="1400" dirty="0">
                <a:latin typeface="Arial Nova Cond" panose="020B0604020202020204" pitchFamily="34" charset="0"/>
              </a:rPr>
              <a:t> de cada menú</a:t>
            </a:r>
            <a:endParaRPr lang="es-ES" sz="1400" b="1" dirty="0">
              <a:latin typeface="Arial Nova Cond" panose="020B0604020202020204" pitchFamily="34" charset="0"/>
            </a:endParaRPr>
          </a:p>
        </p:txBody>
      </p:sp>
      <p:sp>
        <p:nvSpPr>
          <p:cNvPr id="2" name="8 Rectángulo">
            <a:extLst>
              <a:ext uri="{FF2B5EF4-FFF2-40B4-BE49-F238E27FC236}">
                <a16:creationId xmlns:a16="http://schemas.microsoft.com/office/drawing/2014/main" id="{CD7F9DDF-FDE1-0B0D-4A78-93FF043C6A16}"/>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21 CuadroTexto">
            <a:extLst>
              <a:ext uri="{FF2B5EF4-FFF2-40B4-BE49-F238E27FC236}">
                <a16:creationId xmlns:a16="http://schemas.microsoft.com/office/drawing/2014/main" id="{CF88D8C6-8311-3CDF-57DA-917551D88A8D}"/>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ESTRUCTURA DE UN MÓDULO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 DIRECTORIOS Y FICHEROS</a:t>
            </a:r>
          </a:p>
        </p:txBody>
      </p:sp>
    </p:spTree>
    <p:extLst>
      <p:ext uri="{BB962C8B-B14F-4D97-AF65-F5344CB8AC3E}">
        <p14:creationId xmlns:p14="http://schemas.microsoft.com/office/powerpoint/2010/main" val="21196279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89F69-01EA-97CB-3E17-966CD9CA2C79}"/>
            </a:ext>
          </a:extLst>
        </p:cNvPr>
        <p:cNvGrpSpPr/>
        <p:nvPr/>
      </p:nvGrpSpPr>
      <p:grpSpPr>
        <a:xfrm>
          <a:off x="0" y="0"/>
          <a:ext cx="0" cy="0"/>
          <a:chOff x="0" y="0"/>
          <a:chExt cx="0" cy="0"/>
        </a:xfrm>
      </p:grpSpPr>
      <p:sp>
        <p:nvSpPr>
          <p:cNvPr id="13" name="2 Rectángulo">
            <a:extLst>
              <a:ext uri="{FF2B5EF4-FFF2-40B4-BE49-F238E27FC236}">
                <a16:creationId xmlns:a16="http://schemas.microsoft.com/office/drawing/2014/main" id="{2FF21D9D-2E8D-0261-AC80-305A7387FCB2}"/>
              </a:ext>
              <a:ext uri="{C183D7F6-B498-43B3-948B-1728B52AA6E4}">
                <adec:decorative xmlns:adec="http://schemas.microsoft.com/office/drawing/2017/decorative" val="1"/>
              </a:ext>
            </a:extLst>
          </p:cNvPr>
          <p:cNvSpPr/>
          <p:nvPr/>
        </p:nvSpPr>
        <p:spPr>
          <a:xfrm>
            <a:off x="-28558" y="0"/>
            <a:ext cx="4600558" cy="6857999"/>
          </a:xfrm>
          <a:prstGeom prst="rect">
            <a:avLst/>
          </a:prstGeom>
          <a:solidFill>
            <a:schemeClr val="tx2">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ES"/>
          </a:p>
        </p:txBody>
      </p:sp>
      <p:pic>
        <p:nvPicPr>
          <p:cNvPr id="5" name="Imagen 4">
            <a:extLst>
              <a:ext uri="{FF2B5EF4-FFF2-40B4-BE49-F238E27FC236}">
                <a16:creationId xmlns:a16="http://schemas.microsoft.com/office/drawing/2014/main" id="{C8EEBDEF-A239-3ADF-000C-44627ADC0B31}"/>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12122" r="14091"/>
          <a:stretch/>
        </p:blipFill>
        <p:spPr>
          <a:xfrm>
            <a:off x="5121120" y="1997837"/>
            <a:ext cx="3754689" cy="2862323"/>
          </a:xfrm>
          <a:prstGeom prst="rect">
            <a:avLst/>
          </a:prstGeom>
        </p:spPr>
      </p:pic>
      <p:sp>
        <p:nvSpPr>
          <p:cNvPr id="4" name="CuadroTexto 3">
            <a:extLst>
              <a:ext uri="{FF2B5EF4-FFF2-40B4-BE49-F238E27FC236}">
                <a16:creationId xmlns:a16="http://schemas.microsoft.com/office/drawing/2014/main" id="{AC417E5B-4D49-3745-DA3C-AC869D89DA3E}"/>
              </a:ext>
            </a:extLst>
          </p:cNvPr>
          <p:cNvSpPr txBox="1"/>
          <p:nvPr/>
        </p:nvSpPr>
        <p:spPr>
          <a:xfrm>
            <a:off x="251520" y="5048016"/>
            <a:ext cx="4303809" cy="1477328"/>
          </a:xfrm>
          <a:prstGeom prst="rect">
            <a:avLst/>
          </a:prstGeom>
          <a:noFill/>
        </p:spPr>
        <p:txBody>
          <a:bodyPr wrap="square" rtlCol="0">
            <a:spAutoFit/>
          </a:bodyPr>
          <a:lstStyle/>
          <a:p>
            <a:r>
              <a:rPr lang="es-ES" sz="4500" dirty="0">
                <a:solidFill>
                  <a:schemeClr val="bg1"/>
                </a:solidFill>
                <a:latin typeface="Univers Condensed" panose="020B0604020202020204" pitchFamily="34" charset="0"/>
              </a:rPr>
              <a:t>NORMAS DE NOMENCLATURA</a:t>
            </a:r>
          </a:p>
        </p:txBody>
      </p:sp>
      <p:sp>
        <p:nvSpPr>
          <p:cNvPr id="2" name="1 CuadroTexto">
            <a:extLst>
              <a:ext uri="{FF2B5EF4-FFF2-40B4-BE49-F238E27FC236}">
                <a16:creationId xmlns:a16="http://schemas.microsoft.com/office/drawing/2014/main" id="{44A12CB9-45B1-B5B0-2BA2-8E7554FE8290}"/>
              </a:ext>
            </a:extLst>
          </p:cNvPr>
          <p:cNvSpPr txBox="1"/>
          <p:nvPr/>
        </p:nvSpPr>
        <p:spPr>
          <a:xfrm>
            <a:off x="268191" y="272642"/>
            <a:ext cx="1407758" cy="2862322"/>
          </a:xfrm>
          <a:prstGeom prst="rect">
            <a:avLst/>
          </a:prstGeom>
          <a:noFill/>
        </p:spPr>
        <p:txBody>
          <a:bodyPr wrap="none" rtlCol="0">
            <a:spAutoFit/>
          </a:bodyPr>
          <a:lstStyle/>
          <a:p>
            <a:r>
              <a:rPr lang="es-ES" sz="18000" b="1" spc="50" dirty="0">
                <a:ln w="0"/>
                <a:solidFill>
                  <a:schemeClr val="bg2"/>
                </a:solidFill>
                <a:effectLst>
                  <a:innerShdw blurRad="63500" dist="50800" dir="13500000">
                    <a:srgbClr val="000000">
                      <a:alpha val="50000"/>
                    </a:srgbClr>
                  </a:innerShdw>
                </a:effectLst>
                <a:latin typeface="+mj-lt"/>
              </a:rPr>
              <a:t>4</a:t>
            </a:r>
          </a:p>
        </p:txBody>
      </p:sp>
    </p:spTree>
    <p:extLst>
      <p:ext uri="{BB962C8B-B14F-4D97-AF65-F5344CB8AC3E}">
        <p14:creationId xmlns:p14="http://schemas.microsoft.com/office/powerpoint/2010/main" val="8992737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3 CuadroTexto">
            <a:extLst>
              <a:ext uri="{FF2B5EF4-FFF2-40B4-BE49-F238E27FC236}">
                <a16:creationId xmlns:a16="http://schemas.microsoft.com/office/drawing/2014/main" id="{8A340543-6352-1A3D-5D1D-E2DDBD8FF668}"/>
              </a:ext>
            </a:extLst>
          </p:cNvPr>
          <p:cNvSpPr txBox="1"/>
          <p:nvPr/>
        </p:nvSpPr>
        <p:spPr>
          <a:xfrm>
            <a:off x="611559" y="908720"/>
            <a:ext cx="7848873" cy="1328697"/>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Como ya has visto, en </a:t>
            </a:r>
            <a:r>
              <a:rPr lang="es-ES" dirty="0" err="1">
                <a:latin typeface="Arial Nova Cond" panose="020B0604020202020204" pitchFamily="34" charset="0"/>
              </a:rPr>
              <a:t>Odoo</a:t>
            </a:r>
            <a:r>
              <a:rPr lang="es-ES" dirty="0">
                <a:latin typeface="Arial Nova Cond" panose="020B0604020202020204" pitchFamily="34" charset="0"/>
              </a:rPr>
              <a:t> hay que hacer referencia a múltiples elementos mediante su nombre o identificador, por lo que es sumamente importante seguir unas </a:t>
            </a:r>
            <a:r>
              <a:rPr lang="es-ES" b="1" dirty="0">
                <a:latin typeface="Arial Nova Cond" panose="020B0604020202020204" pitchFamily="34" charset="0"/>
              </a:rPr>
              <a:t>normas de nomenclatura</a:t>
            </a:r>
            <a:r>
              <a:rPr lang="es-ES" dirty="0">
                <a:latin typeface="Arial Nova Cond" panose="020B0604020202020204" pitchFamily="34" charset="0"/>
              </a:rPr>
              <a:t> para evitar caer en inconsistencias y, por tanto, en errores al ejecutar nuestro módulo.</a:t>
            </a:r>
            <a:endParaRPr lang="es-ES" sz="1600" b="1" dirty="0">
              <a:latin typeface="Arial Nova Cond" panose="020B0604020202020204" pitchFamily="34" charset="0"/>
            </a:endParaRPr>
          </a:p>
        </p:txBody>
      </p:sp>
      <p:sp>
        <p:nvSpPr>
          <p:cNvPr id="3" name="5 Rectángulo">
            <a:extLst>
              <a:ext uri="{FF2B5EF4-FFF2-40B4-BE49-F238E27FC236}">
                <a16:creationId xmlns:a16="http://schemas.microsoft.com/office/drawing/2014/main" id="{36125358-1F01-750A-93E0-FACAA9AA2E8B}"/>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6 Rectángulo">
            <a:extLst>
              <a:ext uri="{FF2B5EF4-FFF2-40B4-BE49-F238E27FC236}">
                <a16:creationId xmlns:a16="http://schemas.microsoft.com/office/drawing/2014/main" id="{1317BC30-2DB6-DB8E-C570-C55D53CD9E74}"/>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10 CuadroTexto">
            <a:extLst>
              <a:ext uri="{FF2B5EF4-FFF2-40B4-BE49-F238E27FC236}">
                <a16:creationId xmlns:a16="http://schemas.microsoft.com/office/drawing/2014/main" id="{3D7C6CBC-0C39-0993-92F0-EB97E19B98E8}"/>
              </a:ext>
              <a:ext uri="{C183D7F6-B498-43B3-948B-1728B52AA6E4}">
                <adec:decorative xmlns:adec="http://schemas.microsoft.com/office/drawing/2017/decorative" val="1"/>
              </a:ext>
            </a:extLst>
          </p:cNvPr>
          <p:cNvSpPr txBox="1"/>
          <p:nvPr/>
        </p:nvSpPr>
        <p:spPr>
          <a:xfrm>
            <a:off x="1043608" y="7820"/>
            <a:ext cx="461158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NORMAS DE NOMENCLATURA</a:t>
            </a:r>
          </a:p>
        </p:txBody>
      </p:sp>
      <p:sp>
        <p:nvSpPr>
          <p:cNvPr id="6" name="6 CuadroTexto">
            <a:extLst>
              <a:ext uri="{FF2B5EF4-FFF2-40B4-BE49-F238E27FC236}">
                <a16:creationId xmlns:a16="http://schemas.microsoft.com/office/drawing/2014/main" id="{0D4094AE-EC54-FE5B-2634-63E3A7871E86}"/>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7" name="10 CuadroTexto">
            <a:extLst>
              <a:ext uri="{FF2B5EF4-FFF2-40B4-BE49-F238E27FC236}">
                <a16:creationId xmlns:a16="http://schemas.microsoft.com/office/drawing/2014/main" id="{5C5CF5F4-8DF7-A908-093F-5D1412015A5F}"/>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8" name="8 Rectángulo">
            <a:extLst>
              <a:ext uri="{FF2B5EF4-FFF2-40B4-BE49-F238E27FC236}">
                <a16:creationId xmlns:a16="http://schemas.microsoft.com/office/drawing/2014/main" id="{B089A076-DA1E-E21D-1C47-BFACBE036C0B}"/>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21 CuadroTexto">
            <a:extLst>
              <a:ext uri="{FF2B5EF4-FFF2-40B4-BE49-F238E27FC236}">
                <a16:creationId xmlns:a16="http://schemas.microsoft.com/office/drawing/2014/main" id="{F1C0FF45-E6E4-49BB-7158-DBBD00F39299}"/>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NOMENCLATURA</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NORMAS DE NOMENCLATURA</a:t>
            </a:r>
          </a:p>
        </p:txBody>
      </p:sp>
      <p:sp>
        <p:nvSpPr>
          <p:cNvPr id="10" name="3 CuadroTexto">
            <a:extLst>
              <a:ext uri="{FF2B5EF4-FFF2-40B4-BE49-F238E27FC236}">
                <a16:creationId xmlns:a16="http://schemas.microsoft.com/office/drawing/2014/main" id="{7CF48016-97ED-F0D4-013E-D79F55127228}"/>
              </a:ext>
            </a:extLst>
          </p:cNvPr>
          <p:cNvSpPr txBox="1"/>
          <p:nvPr/>
        </p:nvSpPr>
        <p:spPr>
          <a:xfrm>
            <a:off x="611559" y="2388335"/>
            <a:ext cx="7848873" cy="381323"/>
          </a:xfrm>
          <a:prstGeom prst="rect">
            <a:avLst/>
          </a:prstGeom>
          <a:solidFill>
            <a:schemeClr val="accent3">
              <a:lumMod val="75000"/>
            </a:schemeClr>
          </a:solidFill>
        </p:spPr>
        <p:txBody>
          <a:bodyPr wrap="square" rtlCol="0">
            <a:spAutoFit/>
          </a:bodyPr>
          <a:lstStyle/>
          <a:p>
            <a:pPr algn="just">
              <a:lnSpc>
                <a:spcPct val="114000"/>
              </a:lnSpc>
              <a:spcBef>
                <a:spcPts val="600"/>
              </a:spcBef>
              <a:spcAft>
                <a:spcPts val="1200"/>
              </a:spcAft>
            </a:pPr>
            <a:r>
              <a:rPr lang="es-ES" b="1" dirty="0">
                <a:latin typeface="Arial Nova Cond" panose="020B0604020202020204" pitchFamily="34" charset="0"/>
              </a:rPr>
              <a:t>Nombre del módulo</a:t>
            </a:r>
            <a:endParaRPr lang="es-ES" sz="1600" b="1" dirty="0">
              <a:latin typeface="Arial Nova Cond" panose="020B0604020202020204" pitchFamily="34" charset="0"/>
            </a:endParaRPr>
          </a:p>
        </p:txBody>
      </p:sp>
      <p:sp>
        <p:nvSpPr>
          <p:cNvPr id="11" name="3 CuadroTexto">
            <a:extLst>
              <a:ext uri="{FF2B5EF4-FFF2-40B4-BE49-F238E27FC236}">
                <a16:creationId xmlns:a16="http://schemas.microsoft.com/office/drawing/2014/main" id="{3F790EBE-5231-0FA4-B662-65E1B38A8430}"/>
              </a:ext>
            </a:extLst>
          </p:cNvPr>
          <p:cNvSpPr txBox="1"/>
          <p:nvPr/>
        </p:nvSpPr>
        <p:spPr>
          <a:xfrm>
            <a:off x="597495" y="2958029"/>
            <a:ext cx="7848873" cy="1179875"/>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pPr>
            <a:r>
              <a:rPr lang="es-ES" dirty="0">
                <a:latin typeface="Arial Nova Cond" panose="020B0604020202020204" pitchFamily="34" charset="0"/>
              </a:rPr>
              <a:t>Utiliza nombres en </a:t>
            </a:r>
            <a:r>
              <a:rPr lang="es-ES" b="1" dirty="0">
                <a:latin typeface="Arial Nova Cond" panose="020B0604020202020204" pitchFamily="34" charset="0"/>
              </a:rPr>
              <a:t>minúsculas</a:t>
            </a:r>
            <a:r>
              <a:rPr lang="es-ES" dirty="0">
                <a:latin typeface="Arial Nova Cond" panose="020B0604020202020204" pitchFamily="34" charset="0"/>
              </a:rPr>
              <a:t> y </a:t>
            </a:r>
            <a:r>
              <a:rPr lang="es-ES" b="1" dirty="0">
                <a:latin typeface="Arial Nova Cond" panose="020B0604020202020204" pitchFamily="34" charset="0"/>
              </a:rPr>
              <a:t>separados por guiones bajos</a:t>
            </a:r>
            <a:r>
              <a:rPr lang="es-ES" dirty="0">
                <a:latin typeface="Arial Nova Cond" panose="020B0604020202020204" pitchFamily="34" charset="0"/>
              </a:rPr>
              <a:t>.</a:t>
            </a:r>
          </a:p>
          <a:p>
            <a:pPr algn="just">
              <a:lnSpc>
                <a:spcPct val="114000"/>
              </a:lnSpc>
              <a:spcBef>
                <a:spcPts val="600"/>
              </a:spcBef>
            </a:pPr>
            <a:r>
              <a:rPr lang="es-ES" dirty="0">
                <a:latin typeface="Arial Nova Cond" panose="020B0604020202020204" pitchFamily="34" charset="0"/>
              </a:rPr>
              <a:t>El nombre debe ser descriptivo y breve</a:t>
            </a:r>
          </a:p>
          <a:p>
            <a:pPr algn="just">
              <a:lnSpc>
                <a:spcPct val="114000"/>
              </a:lnSpc>
              <a:spcBef>
                <a:spcPts val="600"/>
              </a:spcBef>
            </a:pPr>
            <a:r>
              <a:rPr lang="es-ES" dirty="0">
                <a:latin typeface="Arial Nova Cond" panose="020B0604020202020204" pitchFamily="34" charset="0"/>
              </a:rPr>
              <a:t>Ejemplo</a:t>
            </a:r>
            <a:r>
              <a:rPr lang="es-ES" dirty="0">
                <a:latin typeface="Aptos Mono" panose="020B0009020202020204" pitchFamily="49" charset="0"/>
              </a:rPr>
              <a:t>: </a:t>
            </a:r>
            <a:r>
              <a:rPr lang="es-ES" dirty="0" err="1">
                <a:latin typeface="Fira Code" pitchFamily="1" charset="0"/>
                <a:ea typeface="Fira Code" pitchFamily="1" charset="0"/>
                <a:cs typeface="Fira Code" pitchFamily="1" charset="0"/>
              </a:rPr>
              <a:t>project_management</a:t>
            </a:r>
            <a:r>
              <a:rPr lang="es-ES" dirty="0">
                <a:latin typeface="Arial Nova Cond" panose="020B0604020202020204" pitchFamily="34" charset="0"/>
              </a:rPr>
              <a:t>, </a:t>
            </a:r>
            <a:r>
              <a:rPr lang="es-ES" dirty="0" err="1">
                <a:latin typeface="Fira Code" pitchFamily="1" charset="0"/>
                <a:ea typeface="Fira Code" pitchFamily="1" charset="0"/>
                <a:cs typeface="Fira Code" pitchFamily="1" charset="0"/>
              </a:rPr>
              <a:t>task_list</a:t>
            </a:r>
            <a:endParaRPr lang="es-ES" dirty="0">
              <a:latin typeface="Fira Code" pitchFamily="1" charset="0"/>
              <a:ea typeface="Fira Code" pitchFamily="1" charset="0"/>
              <a:cs typeface="Fira Code" pitchFamily="1" charset="0"/>
            </a:endParaRPr>
          </a:p>
        </p:txBody>
      </p:sp>
    </p:spTree>
    <p:extLst>
      <p:ext uri="{BB962C8B-B14F-4D97-AF65-F5344CB8AC3E}">
        <p14:creationId xmlns:p14="http://schemas.microsoft.com/office/powerpoint/2010/main" val="37883152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5 Rectángulo">
            <a:extLst>
              <a:ext uri="{FF2B5EF4-FFF2-40B4-BE49-F238E27FC236}">
                <a16:creationId xmlns:a16="http://schemas.microsoft.com/office/drawing/2014/main" id="{63B8D7A9-4C99-D4E9-EE01-72ACD02F0E9F}"/>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6 Rectángulo">
            <a:extLst>
              <a:ext uri="{FF2B5EF4-FFF2-40B4-BE49-F238E27FC236}">
                <a16:creationId xmlns:a16="http://schemas.microsoft.com/office/drawing/2014/main" id="{E29A8B5F-61DE-9084-0E5E-8EAD646A06D1}"/>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10 CuadroTexto">
            <a:extLst>
              <a:ext uri="{FF2B5EF4-FFF2-40B4-BE49-F238E27FC236}">
                <a16:creationId xmlns:a16="http://schemas.microsoft.com/office/drawing/2014/main" id="{B88FBD3A-304E-74B1-2EC1-1EE73B1321FE}"/>
              </a:ext>
              <a:ext uri="{C183D7F6-B498-43B3-948B-1728B52AA6E4}">
                <adec:decorative xmlns:adec="http://schemas.microsoft.com/office/drawing/2017/decorative" val="1"/>
              </a:ext>
            </a:extLst>
          </p:cNvPr>
          <p:cNvSpPr txBox="1"/>
          <p:nvPr/>
        </p:nvSpPr>
        <p:spPr>
          <a:xfrm>
            <a:off x="1043608" y="7820"/>
            <a:ext cx="461158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NORMAS DE NOMENCLATURA</a:t>
            </a:r>
          </a:p>
        </p:txBody>
      </p:sp>
      <p:sp>
        <p:nvSpPr>
          <p:cNvPr id="6" name="6 CuadroTexto">
            <a:extLst>
              <a:ext uri="{FF2B5EF4-FFF2-40B4-BE49-F238E27FC236}">
                <a16:creationId xmlns:a16="http://schemas.microsoft.com/office/drawing/2014/main" id="{C080D030-B580-F2D6-63E4-F9E9919806FD}"/>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7" name="10 CuadroTexto">
            <a:extLst>
              <a:ext uri="{FF2B5EF4-FFF2-40B4-BE49-F238E27FC236}">
                <a16:creationId xmlns:a16="http://schemas.microsoft.com/office/drawing/2014/main" id="{8AC3E98F-4965-EC97-F58A-BDD802437FF8}"/>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8" name="8 Rectángulo">
            <a:extLst>
              <a:ext uri="{FF2B5EF4-FFF2-40B4-BE49-F238E27FC236}">
                <a16:creationId xmlns:a16="http://schemas.microsoft.com/office/drawing/2014/main" id="{BBCB1313-A7D7-46B4-FFFC-983A31AE5361}"/>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21 CuadroTexto">
            <a:extLst>
              <a:ext uri="{FF2B5EF4-FFF2-40B4-BE49-F238E27FC236}">
                <a16:creationId xmlns:a16="http://schemas.microsoft.com/office/drawing/2014/main" id="{0E638738-5356-208D-EEB8-1929171CD6E1}"/>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NOMENCLATURA</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NORMAS DE NOMENCLATURA</a:t>
            </a:r>
          </a:p>
        </p:txBody>
      </p:sp>
      <p:sp>
        <p:nvSpPr>
          <p:cNvPr id="10" name="3 CuadroTexto">
            <a:extLst>
              <a:ext uri="{FF2B5EF4-FFF2-40B4-BE49-F238E27FC236}">
                <a16:creationId xmlns:a16="http://schemas.microsoft.com/office/drawing/2014/main" id="{8E820373-4FA4-90F2-A25F-F9D120715D2A}"/>
              </a:ext>
            </a:extLst>
          </p:cNvPr>
          <p:cNvSpPr txBox="1"/>
          <p:nvPr/>
        </p:nvSpPr>
        <p:spPr>
          <a:xfrm>
            <a:off x="611559" y="908720"/>
            <a:ext cx="7848873" cy="381323"/>
          </a:xfrm>
          <a:prstGeom prst="rect">
            <a:avLst/>
          </a:prstGeom>
          <a:solidFill>
            <a:schemeClr val="accent3">
              <a:lumMod val="75000"/>
            </a:schemeClr>
          </a:solidFill>
        </p:spPr>
        <p:txBody>
          <a:bodyPr wrap="square" rtlCol="0">
            <a:spAutoFit/>
          </a:bodyPr>
          <a:lstStyle/>
          <a:p>
            <a:pPr algn="just">
              <a:lnSpc>
                <a:spcPct val="114000"/>
              </a:lnSpc>
              <a:spcBef>
                <a:spcPts val="600"/>
              </a:spcBef>
              <a:spcAft>
                <a:spcPts val="1200"/>
              </a:spcAft>
            </a:pPr>
            <a:r>
              <a:rPr lang="es-ES" b="1" dirty="0">
                <a:latin typeface="Arial Nova Cond" panose="020B0604020202020204" pitchFamily="34" charset="0"/>
              </a:rPr>
              <a:t>Nombre del modelo</a:t>
            </a:r>
            <a:endParaRPr lang="es-ES" sz="1600" b="1" dirty="0">
              <a:latin typeface="Arial Nova Cond" panose="020B0604020202020204" pitchFamily="34" charset="0"/>
            </a:endParaRPr>
          </a:p>
        </p:txBody>
      </p:sp>
      <p:sp>
        <p:nvSpPr>
          <p:cNvPr id="11" name="3 CuadroTexto">
            <a:extLst>
              <a:ext uri="{FF2B5EF4-FFF2-40B4-BE49-F238E27FC236}">
                <a16:creationId xmlns:a16="http://schemas.microsoft.com/office/drawing/2014/main" id="{DCBD41D0-CF34-9E73-ACDF-C50CF49D7887}"/>
              </a:ext>
            </a:extLst>
          </p:cNvPr>
          <p:cNvSpPr txBox="1"/>
          <p:nvPr/>
        </p:nvSpPr>
        <p:spPr>
          <a:xfrm>
            <a:off x="597495" y="1478414"/>
            <a:ext cx="7848873" cy="1559529"/>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pPr>
            <a:r>
              <a:rPr lang="es-ES" dirty="0">
                <a:latin typeface="Arial Nova Cond" panose="020B0604020202020204" pitchFamily="34" charset="0"/>
              </a:rPr>
              <a:t>Los nombres de los modelos siguen la convención:</a:t>
            </a:r>
          </a:p>
          <a:p>
            <a:pPr algn="ctr">
              <a:lnSpc>
                <a:spcPct val="114000"/>
              </a:lnSpc>
              <a:spcBef>
                <a:spcPts val="600"/>
              </a:spcBef>
            </a:pPr>
            <a:r>
              <a:rPr lang="es-ES" sz="1600" dirty="0" err="1">
                <a:latin typeface="Fira Code" pitchFamily="1" charset="0"/>
                <a:ea typeface="Fira Code" pitchFamily="1" charset="0"/>
                <a:cs typeface="Fira Code" pitchFamily="1" charset="0"/>
              </a:rPr>
              <a:t>nombre_modulo.nombre_modelo</a:t>
            </a:r>
            <a:endParaRPr lang="es-ES" sz="1600" dirty="0">
              <a:latin typeface="Fira Code" pitchFamily="1" charset="0"/>
              <a:ea typeface="Fira Code" pitchFamily="1" charset="0"/>
              <a:cs typeface="Fira Code" pitchFamily="1" charset="0"/>
            </a:endParaRPr>
          </a:p>
          <a:p>
            <a:pPr>
              <a:lnSpc>
                <a:spcPct val="114000"/>
              </a:lnSpc>
              <a:spcBef>
                <a:spcPts val="600"/>
              </a:spcBef>
            </a:pPr>
            <a:r>
              <a:rPr lang="es-ES" dirty="0">
                <a:latin typeface="Arial Nova Cond" panose="020B0604020202020204" pitchFamily="34" charset="0"/>
              </a:rPr>
              <a:t>Usa minúsculas y guiones bajos para separar las palabras</a:t>
            </a:r>
          </a:p>
          <a:p>
            <a:pPr>
              <a:lnSpc>
                <a:spcPct val="114000"/>
              </a:lnSpc>
              <a:spcBef>
                <a:spcPts val="600"/>
              </a:spcBef>
            </a:pPr>
            <a:r>
              <a:rPr lang="es-ES" dirty="0">
                <a:latin typeface="Arial Nova Cond" panose="020B0604020202020204" pitchFamily="34" charset="0"/>
              </a:rPr>
              <a:t>Ejemplo: </a:t>
            </a:r>
            <a:r>
              <a:rPr lang="es-ES" sz="1600" dirty="0" err="1">
                <a:latin typeface="Fira Code" pitchFamily="1" charset="0"/>
                <a:ea typeface="Fira Code" pitchFamily="1" charset="0"/>
                <a:cs typeface="Fira Code" pitchFamily="1" charset="0"/>
              </a:rPr>
              <a:t>library_management.library_author</a:t>
            </a:r>
            <a:endParaRPr lang="es-ES" dirty="0">
              <a:latin typeface="Fira Code" pitchFamily="1" charset="0"/>
              <a:ea typeface="Fira Code" pitchFamily="1" charset="0"/>
              <a:cs typeface="Fira Code" pitchFamily="1" charset="0"/>
            </a:endParaRPr>
          </a:p>
        </p:txBody>
      </p:sp>
      <p:sp>
        <p:nvSpPr>
          <p:cNvPr id="12" name="3 CuadroTexto">
            <a:extLst>
              <a:ext uri="{FF2B5EF4-FFF2-40B4-BE49-F238E27FC236}">
                <a16:creationId xmlns:a16="http://schemas.microsoft.com/office/drawing/2014/main" id="{5C540B34-9D2B-4CC0-4C7F-0FD30579C4BF}"/>
              </a:ext>
            </a:extLst>
          </p:cNvPr>
          <p:cNvSpPr txBox="1"/>
          <p:nvPr/>
        </p:nvSpPr>
        <p:spPr>
          <a:xfrm>
            <a:off x="611559" y="3335709"/>
            <a:ext cx="7848873" cy="381323"/>
          </a:xfrm>
          <a:prstGeom prst="rect">
            <a:avLst/>
          </a:prstGeom>
          <a:solidFill>
            <a:schemeClr val="accent3">
              <a:lumMod val="75000"/>
            </a:schemeClr>
          </a:solidFill>
        </p:spPr>
        <p:txBody>
          <a:bodyPr wrap="square" rtlCol="0">
            <a:spAutoFit/>
          </a:bodyPr>
          <a:lstStyle/>
          <a:p>
            <a:pPr algn="just">
              <a:lnSpc>
                <a:spcPct val="114000"/>
              </a:lnSpc>
              <a:spcBef>
                <a:spcPts val="600"/>
              </a:spcBef>
              <a:spcAft>
                <a:spcPts val="1200"/>
              </a:spcAft>
            </a:pPr>
            <a:r>
              <a:rPr lang="es-ES" b="1" dirty="0">
                <a:latin typeface="Arial Nova Cond" panose="020B0604020202020204" pitchFamily="34" charset="0"/>
              </a:rPr>
              <a:t>Campos del modelo</a:t>
            </a:r>
            <a:endParaRPr lang="es-ES" sz="1600" b="1" dirty="0">
              <a:latin typeface="Arial Nova Cond" panose="020B0604020202020204" pitchFamily="34" charset="0"/>
            </a:endParaRPr>
          </a:p>
        </p:txBody>
      </p:sp>
      <p:sp>
        <p:nvSpPr>
          <p:cNvPr id="13" name="3 CuadroTexto">
            <a:extLst>
              <a:ext uri="{FF2B5EF4-FFF2-40B4-BE49-F238E27FC236}">
                <a16:creationId xmlns:a16="http://schemas.microsoft.com/office/drawing/2014/main" id="{00C5AE25-7DBE-9ED1-1491-C64B35A48423}"/>
              </a:ext>
            </a:extLst>
          </p:cNvPr>
          <p:cNvSpPr txBox="1"/>
          <p:nvPr/>
        </p:nvSpPr>
        <p:spPr>
          <a:xfrm>
            <a:off x="597495" y="3905403"/>
            <a:ext cx="7848873" cy="2352375"/>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pPr>
            <a:r>
              <a:rPr lang="es-ES" dirty="0">
                <a:latin typeface="Arial Nova Cond" panose="020B0604020202020204" pitchFamily="34" charset="0"/>
              </a:rPr>
              <a:t>También en minúsculas y con guiones bajos</a:t>
            </a:r>
          </a:p>
          <a:p>
            <a:pPr>
              <a:lnSpc>
                <a:spcPct val="114000"/>
              </a:lnSpc>
              <a:spcBef>
                <a:spcPts val="600"/>
              </a:spcBef>
            </a:pPr>
            <a:r>
              <a:rPr lang="es-ES" dirty="0">
                <a:latin typeface="Arial Nova Cond" panose="020B0604020202020204" pitchFamily="34" charset="0"/>
              </a:rPr>
              <a:t>Usa nombres descriptivos y evita abreviaturas a menos que sean estándar</a:t>
            </a:r>
          </a:p>
          <a:p>
            <a:pPr>
              <a:lnSpc>
                <a:spcPct val="114000"/>
              </a:lnSpc>
              <a:spcBef>
                <a:spcPts val="600"/>
              </a:spcBef>
            </a:pPr>
            <a:r>
              <a:rPr lang="es-ES" dirty="0">
                <a:latin typeface="Arial Nova Cond" panose="020B0604020202020204" pitchFamily="34" charset="0"/>
              </a:rPr>
              <a:t>Evita caracteres no anglosajones</a:t>
            </a:r>
          </a:p>
          <a:p>
            <a:pPr>
              <a:lnSpc>
                <a:spcPct val="114000"/>
              </a:lnSpc>
              <a:spcBef>
                <a:spcPts val="600"/>
              </a:spcBef>
            </a:pPr>
            <a:r>
              <a:rPr lang="es-ES" dirty="0">
                <a:latin typeface="Arial Nova Cond" panose="020B0604020202020204" pitchFamily="34" charset="0"/>
              </a:rPr>
              <a:t>Ejemplos:</a:t>
            </a:r>
          </a:p>
          <a:p>
            <a:pPr marL="285750" indent="-285750">
              <a:lnSpc>
                <a:spcPct val="114000"/>
              </a:lnSpc>
              <a:spcBef>
                <a:spcPts val="600"/>
              </a:spcBef>
              <a:buFont typeface="Arial" panose="020B0604020202020204" pitchFamily="34" charset="0"/>
              <a:buChar char="•"/>
            </a:pPr>
            <a:r>
              <a:rPr lang="es-ES" sz="1600" dirty="0" err="1">
                <a:latin typeface="Fira Code" pitchFamily="1" charset="0"/>
                <a:ea typeface="Fira Code" pitchFamily="1" charset="0"/>
                <a:cs typeface="Fira Code" pitchFamily="1" charset="0"/>
              </a:rPr>
              <a:t>name</a:t>
            </a:r>
            <a:r>
              <a:rPr lang="es-ES" sz="1600" dirty="0">
                <a:latin typeface="Fira Code" pitchFamily="1" charset="0"/>
                <a:ea typeface="Fira Code" pitchFamily="1" charset="0"/>
                <a:cs typeface="Fira Code" pitchFamily="1" charset="0"/>
              </a:rPr>
              <a:t>: </a:t>
            </a:r>
            <a:r>
              <a:rPr lang="es-ES" dirty="0">
                <a:latin typeface="Arial Nova Cond" panose="020B0506020202020204" pitchFamily="34" charset="0"/>
                <a:ea typeface="Fira Code" pitchFamily="1" charset="0"/>
                <a:cs typeface="Fira Code" pitchFamily="1" charset="0"/>
              </a:rPr>
              <a:t>nombre del registro</a:t>
            </a:r>
            <a:endParaRPr lang="es-ES" sz="1600" dirty="0">
              <a:latin typeface="Arial Nova Cond" panose="020B0506020202020204" pitchFamily="34" charset="0"/>
              <a:ea typeface="Fira Code" pitchFamily="1" charset="0"/>
              <a:cs typeface="Fira Code" pitchFamily="1" charset="0"/>
            </a:endParaRPr>
          </a:p>
          <a:p>
            <a:pPr marL="285750" indent="-285750">
              <a:lnSpc>
                <a:spcPct val="114000"/>
              </a:lnSpc>
              <a:spcBef>
                <a:spcPts val="600"/>
              </a:spcBef>
              <a:buFont typeface="Arial" panose="020B0604020202020204" pitchFamily="34" charset="0"/>
              <a:buChar char="•"/>
            </a:pPr>
            <a:r>
              <a:rPr lang="es-ES" sz="1600" dirty="0" err="1">
                <a:latin typeface="Fira Code" pitchFamily="1" charset="0"/>
                <a:ea typeface="Fira Code" pitchFamily="1" charset="0"/>
                <a:cs typeface="Fira Code" pitchFamily="1" charset="0"/>
              </a:rPr>
              <a:t>order_date</a:t>
            </a:r>
            <a:r>
              <a:rPr lang="es-ES" sz="1600" dirty="0">
                <a:latin typeface="Fira Code" pitchFamily="1" charset="0"/>
                <a:ea typeface="Fira Code" pitchFamily="1" charset="0"/>
                <a:cs typeface="Fira Code" pitchFamily="1" charset="0"/>
              </a:rPr>
              <a:t>: </a:t>
            </a:r>
            <a:r>
              <a:rPr lang="es-ES" dirty="0">
                <a:latin typeface="Arial Nova Cond" panose="020B0506020202020204" pitchFamily="34" charset="0"/>
                <a:ea typeface="Fira Code" pitchFamily="1" charset="0"/>
                <a:cs typeface="Fira Code" pitchFamily="1" charset="0"/>
              </a:rPr>
              <a:t>fecha de pedido</a:t>
            </a:r>
          </a:p>
        </p:txBody>
      </p:sp>
    </p:spTree>
    <p:extLst>
      <p:ext uri="{BB962C8B-B14F-4D97-AF65-F5344CB8AC3E}">
        <p14:creationId xmlns:p14="http://schemas.microsoft.com/office/powerpoint/2010/main" val="23756379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Rectángulo">
            <a:extLst>
              <a:ext uri="{FF2B5EF4-FFF2-40B4-BE49-F238E27FC236}">
                <a16:creationId xmlns:a16="http://schemas.microsoft.com/office/drawing/2014/main" id="{9A02C2B3-56DB-9FA4-90E0-6DC9C3031BD5}"/>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6 Rectángulo">
            <a:extLst>
              <a:ext uri="{FF2B5EF4-FFF2-40B4-BE49-F238E27FC236}">
                <a16:creationId xmlns:a16="http://schemas.microsoft.com/office/drawing/2014/main" id="{682653DF-CA1A-3285-AA95-54FCED04158A}"/>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10 CuadroTexto">
            <a:extLst>
              <a:ext uri="{FF2B5EF4-FFF2-40B4-BE49-F238E27FC236}">
                <a16:creationId xmlns:a16="http://schemas.microsoft.com/office/drawing/2014/main" id="{2A02E742-A676-43DF-C701-6ACB2CB0D160}"/>
              </a:ext>
              <a:ext uri="{C183D7F6-B498-43B3-948B-1728B52AA6E4}">
                <adec:decorative xmlns:adec="http://schemas.microsoft.com/office/drawing/2017/decorative" val="1"/>
              </a:ext>
            </a:extLst>
          </p:cNvPr>
          <p:cNvSpPr txBox="1"/>
          <p:nvPr/>
        </p:nvSpPr>
        <p:spPr>
          <a:xfrm>
            <a:off x="1043608" y="7820"/>
            <a:ext cx="461158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NORMAS DE NOMENCLATURA</a:t>
            </a:r>
          </a:p>
        </p:txBody>
      </p:sp>
      <p:sp>
        <p:nvSpPr>
          <p:cNvPr id="5" name="6 CuadroTexto">
            <a:extLst>
              <a:ext uri="{FF2B5EF4-FFF2-40B4-BE49-F238E27FC236}">
                <a16:creationId xmlns:a16="http://schemas.microsoft.com/office/drawing/2014/main" id="{BCADB9F3-43B4-4C7F-B55D-B0ADE93410F1}"/>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6" name="10 CuadroTexto">
            <a:extLst>
              <a:ext uri="{FF2B5EF4-FFF2-40B4-BE49-F238E27FC236}">
                <a16:creationId xmlns:a16="http://schemas.microsoft.com/office/drawing/2014/main" id="{E1A337C8-345E-663F-4E93-17FD32DD4BA6}"/>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7" name="8 Rectángulo">
            <a:extLst>
              <a:ext uri="{FF2B5EF4-FFF2-40B4-BE49-F238E27FC236}">
                <a16:creationId xmlns:a16="http://schemas.microsoft.com/office/drawing/2014/main" id="{5DDF23FE-6FD7-42F0-510C-74F14AD60E69}"/>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21 CuadroTexto">
            <a:extLst>
              <a:ext uri="{FF2B5EF4-FFF2-40B4-BE49-F238E27FC236}">
                <a16:creationId xmlns:a16="http://schemas.microsoft.com/office/drawing/2014/main" id="{15922835-5073-6422-CC6B-88C99666A609}"/>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NOMENCLATURA</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NORMAS DE NOMENCLATURA</a:t>
            </a:r>
          </a:p>
        </p:txBody>
      </p:sp>
      <p:sp>
        <p:nvSpPr>
          <p:cNvPr id="9" name="3 CuadroTexto">
            <a:extLst>
              <a:ext uri="{FF2B5EF4-FFF2-40B4-BE49-F238E27FC236}">
                <a16:creationId xmlns:a16="http://schemas.microsoft.com/office/drawing/2014/main" id="{281A1124-42C8-4577-071C-4A00661E330F}"/>
              </a:ext>
            </a:extLst>
          </p:cNvPr>
          <p:cNvSpPr txBox="1"/>
          <p:nvPr/>
        </p:nvSpPr>
        <p:spPr>
          <a:xfrm>
            <a:off x="611559" y="908720"/>
            <a:ext cx="7848873" cy="381323"/>
          </a:xfrm>
          <a:prstGeom prst="rect">
            <a:avLst/>
          </a:prstGeom>
          <a:solidFill>
            <a:schemeClr val="accent3">
              <a:lumMod val="75000"/>
            </a:schemeClr>
          </a:solidFill>
        </p:spPr>
        <p:txBody>
          <a:bodyPr wrap="square" rtlCol="0">
            <a:spAutoFit/>
          </a:bodyPr>
          <a:lstStyle/>
          <a:p>
            <a:pPr algn="just">
              <a:lnSpc>
                <a:spcPct val="114000"/>
              </a:lnSpc>
              <a:spcBef>
                <a:spcPts val="600"/>
              </a:spcBef>
              <a:spcAft>
                <a:spcPts val="1200"/>
              </a:spcAft>
            </a:pPr>
            <a:r>
              <a:rPr lang="es-ES" b="1" dirty="0">
                <a:latin typeface="Arial Nova Cond" panose="020B0604020202020204" pitchFamily="34" charset="0"/>
              </a:rPr>
              <a:t>Identificadores de registros XML</a:t>
            </a:r>
            <a:endParaRPr lang="es-ES" sz="1600" b="1" dirty="0">
              <a:latin typeface="Arial Nova Cond" panose="020B0604020202020204" pitchFamily="34" charset="0"/>
            </a:endParaRPr>
          </a:p>
        </p:txBody>
      </p:sp>
      <p:sp>
        <p:nvSpPr>
          <p:cNvPr id="10" name="3 CuadroTexto">
            <a:extLst>
              <a:ext uri="{FF2B5EF4-FFF2-40B4-BE49-F238E27FC236}">
                <a16:creationId xmlns:a16="http://schemas.microsoft.com/office/drawing/2014/main" id="{7F151AE3-C7A6-DE86-3EDC-E4E4316F040D}"/>
              </a:ext>
            </a:extLst>
          </p:cNvPr>
          <p:cNvSpPr txBox="1"/>
          <p:nvPr/>
        </p:nvSpPr>
        <p:spPr>
          <a:xfrm>
            <a:off x="597495" y="1478414"/>
            <a:ext cx="7848873" cy="2673874"/>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pPr>
            <a:r>
              <a:rPr lang="es-ES" dirty="0">
                <a:latin typeface="Arial Nova Cond" panose="020B0604020202020204" pitchFamily="34" charset="0"/>
              </a:rPr>
              <a:t>Usa un prefijo relacionado con el módulo seguido de un identificador del propósito</a:t>
            </a:r>
          </a:p>
          <a:p>
            <a:pPr algn="just">
              <a:lnSpc>
                <a:spcPct val="114000"/>
              </a:lnSpc>
              <a:spcBef>
                <a:spcPts val="600"/>
              </a:spcBef>
            </a:pPr>
            <a:r>
              <a:rPr lang="es-ES" dirty="0">
                <a:latin typeface="Arial Nova Cond" panose="020B0604020202020204" pitchFamily="34" charset="0"/>
                <a:ea typeface="Fira Code" pitchFamily="1" charset="0"/>
                <a:cs typeface="Fira Code" pitchFamily="1" charset="0"/>
              </a:rPr>
              <a:t>Usa minúsculas, guiones bajos y nombres descriptivos</a:t>
            </a:r>
          </a:p>
          <a:p>
            <a:pPr algn="just">
              <a:lnSpc>
                <a:spcPct val="114000"/>
              </a:lnSpc>
              <a:spcBef>
                <a:spcPts val="600"/>
              </a:spcBef>
            </a:pPr>
            <a:r>
              <a:rPr lang="es-ES" dirty="0">
                <a:latin typeface="Arial Nova Cond" panose="020B0604020202020204" pitchFamily="34" charset="0"/>
                <a:ea typeface="Fira Code" pitchFamily="1" charset="0"/>
                <a:cs typeface="Fira Code" pitchFamily="1" charset="0"/>
              </a:rPr>
              <a:t>Ejemplos:</a:t>
            </a:r>
          </a:p>
          <a:p>
            <a:pPr marL="285750" indent="-285750" algn="just">
              <a:lnSpc>
                <a:spcPct val="114000"/>
              </a:lnSpc>
              <a:spcBef>
                <a:spcPts val="600"/>
              </a:spcBef>
              <a:buFont typeface="Arial" panose="020B0604020202020204" pitchFamily="34" charset="0"/>
              <a:buChar char="•"/>
            </a:pPr>
            <a:r>
              <a:rPr lang="es-ES" sz="1600" dirty="0" err="1">
                <a:latin typeface="Fira Code" pitchFamily="1" charset="0"/>
                <a:ea typeface="Fira Code" pitchFamily="1" charset="0"/>
                <a:cs typeface="Fira Code" pitchFamily="1" charset="0"/>
              </a:rPr>
              <a:t>view_project_task_form</a:t>
            </a:r>
            <a:r>
              <a:rPr lang="es-ES" dirty="0">
                <a:latin typeface="Arial Nova Cond" panose="020B0604020202020204" pitchFamily="34" charset="0"/>
                <a:ea typeface="Fira Code" pitchFamily="1" charset="0"/>
                <a:cs typeface="Fira Code" pitchFamily="1" charset="0"/>
              </a:rPr>
              <a:t>: vista de formulario para el modelo </a:t>
            </a:r>
            <a:r>
              <a:rPr lang="es-ES" sz="1600" dirty="0" err="1">
                <a:latin typeface="Fira Code" pitchFamily="1" charset="0"/>
                <a:ea typeface="Fira Code" pitchFamily="1" charset="0"/>
                <a:cs typeface="Fira Code" pitchFamily="1" charset="0"/>
              </a:rPr>
              <a:t>project_task</a:t>
            </a:r>
            <a:endParaRPr lang="es-ES" dirty="0">
              <a:latin typeface="Fira Code" pitchFamily="1" charset="0"/>
              <a:ea typeface="Fira Code" pitchFamily="1" charset="0"/>
              <a:cs typeface="Fira Code" pitchFamily="1" charset="0"/>
            </a:endParaRPr>
          </a:p>
          <a:p>
            <a:pPr marL="285750" indent="-285750" algn="just">
              <a:lnSpc>
                <a:spcPct val="114000"/>
              </a:lnSpc>
              <a:spcBef>
                <a:spcPts val="600"/>
              </a:spcBef>
              <a:buFont typeface="Arial" panose="020B0604020202020204" pitchFamily="34" charset="0"/>
              <a:buChar char="•"/>
            </a:pPr>
            <a:r>
              <a:rPr lang="es-ES" sz="1600" dirty="0" err="1">
                <a:latin typeface="Fira Code" pitchFamily="1" charset="0"/>
                <a:ea typeface="Fira Code" pitchFamily="1" charset="0"/>
                <a:cs typeface="Fira Code" pitchFamily="1" charset="0"/>
              </a:rPr>
              <a:t>action_project_task_tree</a:t>
            </a:r>
            <a:r>
              <a:rPr lang="es-ES" dirty="0">
                <a:latin typeface="Arial Nova Cond" panose="020B0604020202020204" pitchFamily="34" charset="0"/>
                <a:ea typeface="Fira Code" pitchFamily="1" charset="0"/>
                <a:cs typeface="Fira Code" pitchFamily="1" charset="0"/>
              </a:rPr>
              <a:t>: vista para la vista lista de </a:t>
            </a:r>
            <a:r>
              <a:rPr lang="es-ES" sz="1600" dirty="0" err="1">
                <a:latin typeface="Fira Code" pitchFamily="1" charset="0"/>
                <a:ea typeface="Fira Code" pitchFamily="1" charset="0"/>
                <a:cs typeface="Fira Code" pitchFamily="1" charset="0"/>
              </a:rPr>
              <a:t>project.task</a:t>
            </a:r>
            <a:endParaRPr lang="es-ES" dirty="0">
              <a:latin typeface="Fira Code" pitchFamily="1" charset="0"/>
              <a:ea typeface="Fira Code" pitchFamily="1" charset="0"/>
              <a:cs typeface="Fira Code" pitchFamily="1" charset="0"/>
            </a:endParaRPr>
          </a:p>
          <a:p>
            <a:pPr marL="285750" indent="-285750" algn="just">
              <a:lnSpc>
                <a:spcPct val="114000"/>
              </a:lnSpc>
              <a:spcBef>
                <a:spcPts val="600"/>
              </a:spcBef>
              <a:buFont typeface="Arial" panose="020B0604020202020204" pitchFamily="34" charset="0"/>
              <a:buChar char="•"/>
            </a:pPr>
            <a:r>
              <a:rPr lang="es-ES" sz="1600" dirty="0" err="1">
                <a:latin typeface="Fira Code" pitchFamily="1" charset="0"/>
                <a:ea typeface="Fira Code" pitchFamily="1" charset="0"/>
                <a:cs typeface="Fira Code" pitchFamily="1" charset="0"/>
              </a:rPr>
              <a:t>menu_project_taks_root</a:t>
            </a:r>
            <a:r>
              <a:rPr lang="es-ES" dirty="0">
                <a:latin typeface="Arial Nova Cond" panose="020B0604020202020204" pitchFamily="34" charset="0"/>
                <a:ea typeface="Fira Code" pitchFamily="1" charset="0"/>
                <a:cs typeface="Fira Code" pitchFamily="1" charset="0"/>
              </a:rPr>
              <a:t>: menú raíz del módulo anterior</a:t>
            </a:r>
            <a:endParaRPr lang="es-ES" dirty="0">
              <a:latin typeface="Fira Code" pitchFamily="1" charset="0"/>
              <a:ea typeface="Fira Code" pitchFamily="1" charset="0"/>
              <a:cs typeface="Fira Code" pitchFamily="1" charset="0"/>
            </a:endParaRPr>
          </a:p>
        </p:txBody>
      </p:sp>
    </p:spTree>
    <p:extLst>
      <p:ext uri="{BB962C8B-B14F-4D97-AF65-F5344CB8AC3E}">
        <p14:creationId xmlns:p14="http://schemas.microsoft.com/office/powerpoint/2010/main" val="8911595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Rectángulo">
            <a:extLst>
              <a:ext uri="{FF2B5EF4-FFF2-40B4-BE49-F238E27FC236}">
                <a16:creationId xmlns:a16="http://schemas.microsoft.com/office/drawing/2014/main" id="{7FD66DB8-5E64-5607-3E58-D99DFE57DD2A}"/>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6 Rectángulo">
            <a:extLst>
              <a:ext uri="{FF2B5EF4-FFF2-40B4-BE49-F238E27FC236}">
                <a16:creationId xmlns:a16="http://schemas.microsoft.com/office/drawing/2014/main" id="{E047FD30-7036-2373-357A-85369E9D2209}"/>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10 CuadroTexto">
            <a:extLst>
              <a:ext uri="{FF2B5EF4-FFF2-40B4-BE49-F238E27FC236}">
                <a16:creationId xmlns:a16="http://schemas.microsoft.com/office/drawing/2014/main" id="{E2DD1E40-0349-5201-7477-9AD5AD78E0B4}"/>
              </a:ext>
              <a:ext uri="{C183D7F6-B498-43B3-948B-1728B52AA6E4}">
                <adec:decorative xmlns:adec="http://schemas.microsoft.com/office/drawing/2017/decorative" val="1"/>
              </a:ext>
            </a:extLst>
          </p:cNvPr>
          <p:cNvSpPr txBox="1"/>
          <p:nvPr/>
        </p:nvSpPr>
        <p:spPr>
          <a:xfrm>
            <a:off x="1043608" y="7820"/>
            <a:ext cx="461158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NORMAS DE NOMENCLATURA</a:t>
            </a:r>
          </a:p>
        </p:txBody>
      </p:sp>
      <p:sp>
        <p:nvSpPr>
          <p:cNvPr id="5" name="6 CuadroTexto">
            <a:extLst>
              <a:ext uri="{FF2B5EF4-FFF2-40B4-BE49-F238E27FC236}">
                <a16:creationId xmlns:a16="http://schemas.microsoft.com/office/drawing/2014/main" id="{1A0B4601-D990-4AEA-CC30-91CD23DC06DA}"/>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6" name="10 CuadroTexto">
            <a:extLst>
              <a:ext uri="{FF2B5EF4-FFF2-40B4-BE49-F238E27FC236}">
                <a16:creationId xmlns:a16="http://schemas.microsoft.com/office/drawing/2014/main" id="{FA8B8680-3C71-7470-5665-E43A789F379F}"/>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7" name="8 Rectángulo">
            <a:extLst>
              <a:ext uri="{FF2B5EF4-FFF2-40B4-BE49-F238E27FC236}">
                <a16:creationId xmlns:a16="http://schemas.microsoft.com/office/drawing/2014/main" id="{CDF2DA28-3408-72B8-4617-ED26EAA6E7D2}"/>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21 CuadroTexto">
            <a:extLst>
              <a:ext uri="{FF2B5EF4-FFF2-40B4-BE49-F238E27FC236}">
                <a16:creationId xmlns:a16="http://schemas.microsoft.com/office/drawing/2014/main" id="{5E54C386-013C-C408-4BCD-CADE25A3696A}"/>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UT05: DESARROLLO DE COMPONENTES. PRIMER MÓDULO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NOMENCLATURA</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NORMAS DE NOMENCLATURA</a:t>
            </a:r>
          </a:p>
        </p:txBody>
      </p:sp>
      <p:sp>
        <p:nvSpPr>
          <p:cNvPr id="9" name="3 CuadroTexto">
            <a:extLst>
              <a:ext uri="{FF2B5EF4-FFF2-40B4-BE49-F238E27FC236}">
                <a16:creationId xmlns:a16="http://schemas.microsoft.com/office/drawing/2014/main" id="{68D6161B-ABC0-F937-E6BE-B578BE3290EA}"/>
              </a:ext>
            </a:extLst>
          </p:cNvPr>
          <p:cNvSpPr txBox="1"/>
          <p:nvPr/>
        </p:nvSpPr>
        <p:spPr>
          <a:xfrm>
            <a:off x="611559" y="908720"/>
            <a:ext cx="7848873" cy="381323"/>
          </a:xfrm>
          <a:prstGeom prst="rect">
            <a:avLst/>
          </a:prstGeom>
          <a:solidFill>
            <a:schemeClr val="accent3">
              <a:lumMod val="75000"/>
            </a:schemeClr>
          </a:solidFill>
        </p:spPr>
        <p:txBody>
          <a:bodyPr wrap="square" rtlCol="0">
            <a:spAutoFit/>
          </a:bodyPr>
          <a:lstStyle/>
          <a:p>
            <a:pPr algn="just">
              <a:lnSpc>
                <a:spcPct val="114000"/>
              </a:lnSpc>
              <a:spcBef>
                <a:spcPts val="600"/>
              </a:spcBef>
              <a:spcAft>
                <a:spcPts val="1200"/>
              </a:spcAft>
            </a:pPr>
            <a:r>
              <a:rPr lang="es-ES" b="1" dirty="0">
                <a:latin typeface="Arial Nova Cond" panose="020B0604020202020204" pitchFamily="34" charset="0"/>
              </a:rPr>
              <a:t>Acciones</a:t>
            </a:r>
            <a:endParaRPr lang="es-ES" sz="1600" b="1" dirty="0">
              <a:latin typeface="Arial Nova Cond" panose="020B0604020202020204" pitchFamily="34" charset="0"/>
            </a:endParaRPr>
          </a:p>
        </p:txBody>
      </p:sp>
      <p:sp>
        <p:nvSpPr>
          <p:cNvPr id="10" name="3 CuadroTexto">
            <a:extLst>
              <a:ext uri="{FF2B5EF4-FFF2-40B4-BE49-F238E27FC236}">
                <a16:creationId xmlns:a16="http://schemas.microsoft.com/office/drawing/2014/main" id="{DFE2DE91-4FFC-F1AE-B0C7-4265A9986FB3}"/>
              </a:ext>
            </a:extLst>
          </p:cNvPr>
          <p:cNvSpPr txBox="1"/>
          <p:nvPr/>
        </p:nvSpPr>
        <p:spPr>
          <a:xfrm>
            <a:off x="597495" y="1478414"/>
            <a:ext cx="7848873" cy="2204193"/>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pPr>
            <a:r>
              <a:rPr lang="es-ES" dirty="0">
                <a:latin typeface="Arial Nova Cond" panose="020B0604020202020204" pitchFamily="34" charset="0"/>
              </a:rPr>
              <a:t>Las acciones, tanto de ventana como de servidor, deben usar nombres descriptivos que indiquen el modelo y el propósito.</a:t>
            </a:r>
          </a:p>
          <a:p>
            <a:pPr algn="just">
              <a:lnSpc>
                <a:spcPct val="114000"/>
              </a:lnSpc>
              <a:spcBef>
                <a:spcPts val="600"/>
              </a:spcBef>
            </a:pPr>
            <a:r>
              <a:rPr lang="es-ES" dirty="0">
                <a:latin typeface="Arial Nova Cond" panose="020B0604020202020204" pitchFamily="34" charset="0"/>
                <a:ea typeface="Fira Code" pitchFamily="1" charset="0"/>
                <a:cs typeface="Fira Code" pitchFamily="1" charset="0"/>
              </a:rPr>
              <a:t>Ejemplos:</a:t>
            </a:r>
          </a:p>
          <a:p>
            <a:pPr marL="285750" indent="-285750" algn="just">
              <a:lnSpc>
                <a:spcPct val="114000"/>
              </a:lnSpc>
              <a:spcBef>
                <a:spcPts val="600"/>
              </a:spcBef>
              <a:buFont typeface="Arial" panose="020B0604020202020204" pitchFamily="34" charset="0"/>
              <a:buChar char="•"/>
            </a:pPr>
            <a:r>
              <a:rPr lang="es-ES" sz="1600" dirty="0" err="1">
                <a:latin typeface="Fira Code" pitchFamily="1" charset="0"/>
                <a:ea typeface="Fira Code" pitchFamily="1" charset="0"/>
                <a:cs typeface="Fira Code" pitchFamily="1" charset="0"/>
              </a:rPr>
              <a:t>action_project_task_tree</a:t>
            </a:r>
            <a:r>
              <a:rPr lang="es-ES" dirty="0">
                <a:latin typeface="Arial Nova Cond" panose="020B0604020202020204" pitchFamily="34" charset="0"/>
                <a:ea typeface="Fira Code" pitchFamily="1" charset="0"/>
                <a:cs typeface="Fira Code" pitchFamily="1" charset="0"/>
              </a:rPr>
              <a:t>: acción que muestra la vista lista del modelo</a:t>
            </a:r>
          </a:p>
          <a:p>
            <a:pPr marL="285750" indent="-285750" algn="just">
              <a:lnSpc>
                <a:spcPct val="114000"/>
              </a:lnSpc>
              <a:spcBef>
                <a:spcPts val="600"/>
              </a:spcBef>
              <a:buFont typeface="Arial" panose="020B0604020202020204" pitchFamily="34" charset="0"/>
              <a:buChar char="•"/>
            </a:pPr>
            <a:r>
              <a:rPr lang="es-ES" sz="1600" dirty="0" err="1">
                <a:latin typeface="Fira Code" pitchFamily="1" charset="0"/>
                <a:ea typeface="Fira Code" pitchFamily="1" charset="0"/>
                <a:cs typeface="Fira Code" pitchFamily="1" charset="0"/>
              </a:rPr>
              <a:t>action_invoice_send_mail</a:t>
            </a:r>
            <a:r>
              <a:rPr lang="es-ES" dirty="0">
                <a:latin typeface="Arial Nova Cond" panose="020B0604020202020204" pitchFamily="34" charset="0"/>
                <a:ea typeface="Fira Code" pitchFamily="1" charset="0"/>
                <a:cs typeface="Fira Code" pitchFamily="1" charset="0"/>
              </a:rPr>
              <a:t>: acción de servidor del modelo </a:t>
            </a:r>
            <a:r>
              <a:rPr lang="es-ES" dirty="0" err="1">
                <a:latin typeface="Arial Nova Cond" panose="020B0604020202020204" pitchFamily="34" charset="0"/>
                <a:ea typeface="Fira Code" pitchFamily="1" charset="0"/>
                <a:cs typeface="Fira Code" pitchFamily="1" charset="0"/>
              </a:rPr>
              <a:t>invoice</a:t>
            </a:r>
            <a:r>
              <a:rPr lang="es-ES" dirty="0">
                <a:latin typeface="Arial Nova Cond" panose="020B0604020202020204" pitchFamily="34" charset="0"/>
                <a:ea typeface="Fira Code" pitchFamily="1" charset="0"/>
                <a:cs typeface="Fira Code" pitchFamily="1" charset="0"/>
              </a:rPr>
              <a:t> que envía un correo electrónico.</a:t>
            </a:r>
            <a:endParaRPr lang="es-ES" dirty="0">
              <a:latin typeface="Fira Code" pitchFamily="1" charset="0"/>
              <a:ea typeface="Fira Code" pitchFamily="1" charset="0"/>
              <a:cs typeface="Fira Code" pitchFamily="1" charset="0"/>
            </a:endParaRPr>
          </a:p>
        </p:txBody>
      </p:sp>
    </p:spTree>
    <p:extLst>
      <p:ext uri="{BB962C8B-B14F-4D97-AF65-F5344CB8AC3E}">
        <p14:creationId xmlns:p14="http://schemas.microsoft.com/office/powerpoint/2010/main" val="1164112636"/>
      </p:ext>
    </p:extLst>
  </p:cSld>
  <p:clrMapOvr>
    <a:masterClrMapping/>
  </p:clrMapOvr>
</p:sld>
</file>

<file path=ppt/theme/theme1.xml><?xml version="1.0" encoding="utf-8"?>
<a:theme xmlns:a="http://schemas.openxmlformats.org/drawingml/2006/main" name="Tema de Office">
  <a:themeElements>
    <a:clrScheme name="Transmisión de listas">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Personalizado 1">
      <a:majorFont>
        <a:latin typeface="Fjalla One"/>
        <a:ea typeface=""/>
        <a:cs typeface=""/>
      </a:majorFont>
      <a:minorFont>
        <a:latin typeface="Roboto"/>
        <a:ea typeface=""/>
        <a:cs typeface=""/>
      </a:minorFont>
    </a:fontScheme>
    <a:fmtScheme name="Oficin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51358</TotalTime>
  <Words>4155</Words>
  <Application>Microsoft Office PowerPoint</Application>
  <PresentationFormat>Presentación en pantalla (4:3)</PresentationFormat>
  <Paragraphs>385</Paragraphs>
  <Slides>55</Slides>
  <Notes>2</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55</vt:i4>
      </vt:variant>
    </vt:vector>
  </HeadingPairs>
  <TitlesOfParts>
    <vt:vector size="66" baseType="lpstr">
      <vt:lpstr>Aptos Mono</vt:lpstr>
      <vt:lpstr>Arial</vt:lpstr>
      <vt:lpstr>Arial Nova Cond</vt:lpstr>
      <vt:lpstr>Calibri</vt:lpstr>
      <vt:lpstr>Cascadia Mono Light</vt:lpstr>
      <vt:lpstr>Consolas</vt:lpstr>
      <vt:lpstr>Fira Code</vt:lpstr>
      <vt:lpstr>Roboto Condensed</vt:lpstr>
      <vt:lpstr>Roboto Light</vt:lpstr>
      <vt:lpstr>Univers Condensed</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Victor J. González Rodríguez</dc:creator>
  <cp:lastModifiedBy>PABLO MENDOZA MAYO</cp:lastModifiedBy>
  <cp:revision>642</cp:revision>
  <dcterms:created xsi:type="dcterms:W3CDTF">2016-09-10T18:58:28Z</dcterms:created>
  <dcterms:modified xsi:type="dcterms:W3CDTF">2025-12-28T10:37:42Z</dcterms:modified>
</cp:coreProperties>
</file>
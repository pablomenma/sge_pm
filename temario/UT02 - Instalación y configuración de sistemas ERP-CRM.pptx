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sldIdLst>
    <p:sldId id="257" r:id="rId2"/>
    <p:sldId id="2440" r:id="rId3"/>
    <p:sldId id="2532" r:id="rId4"/>
    <p:sldId id="2588" r:id="rId5"/>
    <p:sldId id="2589" r:id="rId6"/>
    <p:sldId id="2649" r:id="rId7"/>
    <p:sldId id="2650" r:id="rId8"/>
    <p:sldId id="2546" r:id="rId9"/>
    <p:sldId id="2548" r:id="rId10"/>
    <p:sldId id="2549" r:id="rId11"/>
    <p:sldId id="2535" r:id="rId12"/>
    <p:sldId id="2536" r:id="rId13"/>
    <p:sldId id="2537" r:id="rId14"/>
    <p:sldId id="2538" r:id="rId15"/>
    <p:sldId id="2565" r:id="rId16"/>
    <p:sldId id="2539" r:id="rId17"/>
    <p:sldId id="2540" r:id="rId18"/>
    <p:sldId id="2551" r:id="rId19"/>
    <p:sldId id="2552" r:id="rId20"/>
    <p:sldId id="2553" r:id="rId21"/>
    <p:sldId id="2555" r:id="rId22"/>
    <p:sldId id="2563" r:id="rId23"/>
    <p:sldId id="2566" r:id="rId24"/>
    <p:sldId id="2556" r:id="rId25"/>
    <p:sldId id="2557" r:id="rId26"/>
    <p:sldId id="2567" r:id="rId27"/>
    <p:sldId id="2558" r:id="rId28"/>
    <p:sldId id="2579" r:id="rId29"/>
    <p:sldId id="2569" r:id="rId30"/>
    <p:sldId id="2585" r:id="rId31"/>
    <p:sldId id="2570" r:id="rId32"/>
    <p:sldId id="2571" r:id="rId33"/>
    <p:sldId id="2572" r:id="rId34"/>
    <p:sldId id="2590" r:id="rId35"/>
    <p:sldId id="2573" r:id="rId36"/>
    <p:sldId id="2591" r:id="rId37"/>
    <p:sldId id="2600" r:id="rId38"/>
    <p:sldId id="2612" r:id="rId39"/>
    <p:sldId id="2613" r:id="rId40"/>
    <p:sldId id="2614" r:id="rId41"/>
    <p:sldId id="2616" r:id="rId42"/>
    <p:sldId id="2603" r:id="rId43"/>
    <p:sldId id="2604" r:id="rId44"/>
    <p:sldId id="2605" r:id="rId45"/>
    <p:sldId id="2606" r:id="rId46"/>
    <p:sldId id="2617" r:id="rId47"/>
    <p:sldId id="2618" r:id="rId48"/>
    <p:sldId id="2607" r:id="rId49"/>
    <p:sldId id="2608" r:id="rId50"/>
    <p:sldId id="2609" r:id="rId51"/>
    <p:sldId id="2639" r:id="rId52"/>
    <p:sldId id="2644" r:id="rId53"/>
    <p:sldId id="2646" r:id="rId54"/>
    <p:sldId id="2648" r:id="rId55"/>
    <p:sldId id="2647" r:id="rId56"/>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5F824FF7-5F11-4049-A395-1E167DC7BD38}">
          <p14:sldIdLst>
            <p14:sldId id="257"/>
            <p14:sldId id="2440"/>
            <p14:sldId id="2532"/>
            <p14:sldId id="2588"/>
            <p14:sldId id="2589"/>
            <p14:sldId id="2649"/>
            <p14:sldId id="2650"/>
            <p14:sldId id="2546"/>
            <p14:sldId id="2548"/>
            <p14:sldId id="2549"/>
            <p14:sldId id="2535"/>
            <p14:sldId id="2536"/>
            <p14:sldId id="2537"/>
            <p14:sldId id="2538"/>
            <p14:sldId id="2565"/>
            <p14:sldId id="2539"/>
            <p14:sldId id="2540"/>
            <p14:sldId id="2551"/>
            <p14:sldId id="2552"/>
            <p14:sldId id="2553"/>
            <p14:sldId id="2555"/>
            <p14:sldId id="2563"/>
            <p14:sldId id="2566"/>
            <p14:sldId id="2556"/>
            <p14:sldId id="2557"/>
            <p14:sldId id="2567"/>
            <p14:sldId id="2558"/>
            <p14:sldId id="2579"/>
            <p14:sldId id="2569"/>
            <p14:sldId id="2585"/>
            <p14:sldId id="2570"/>
            <p14:sldId id="2571"/>
            <p14:sldId id="2572"/>
            <p14:sldId id="2590"/>
            <p14:sldId id="2573"/>
            <p14:sldId id="2591"/>
            <p14:sldId id="2600"/>
            <p14:sldId id="2612"/>
            <p14:sldId id="2613"/>
            <p14:sldId id="2614"/>
            <p14:sldId id="2616"/>
            <p14:sldId id="2603"/>
            <p14:sldId id="2604"/>
            <p14:sldId id="2605"/>
            <p14:sldId id="2606"/>
            <p14:sldId id="2617"/>
            <p14:sldId id="2618"/>
            <p14:sldId id="2607"/>
            <p14:sldId id="2608"/>
            <p14:sldId id="2609"/>
            <p14:sldId id="2639"/>
            <p14:sldId id="2644"/>
            <p14:sldId id="2646"/>
            <p14:sldId id="2648"/>
            <p14:sldId id="2647"/>
          </p14:sldIdLst>
        </p14:section>
        <p14:section name="Sección sin título" id="{1B48A2E3-2D46-44A8-945E-73A51B63096A}">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F1F50D-AD1A-4AFA-BE0B-6FFE5231DE64}" v="8" dt="2025-10-29T09:01:50.063"/>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24" autoAdjust="0"/>
    <p:restoredTop sz="94249" autoAdjust="0"/>
  </p:normalViewPr>
  <p:slideViewPr>
    <p:cSldViewPr>
      <p:cViewPr varScale="1">
        <p:scale>
          <a:sx n="85" d="100"/>
          <a:sy n="85" d="100"/>
        </p:scale>
        <p:origin x="1459"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CTOR JOSE GONZALEZ RODRIGUEZ" userId="3fdd7208-0adc-40d2-a594-662a5d66d0ad" providerId="ADAL" clId="{1D3CA12B-358A-488C-84A4-067A480AC44F}"/>
    <pc:docChg chg="custSel modSld">
      <pc:chgData name="VICTOR JOSE GONZALEZ RODRIGUEZ" userId="3fdd7208-0adc-40d2-a594-662a5d66d0ad" providerId="ADAL" clId="{1D3CA12B-358A-488C-84A4-067A480AC44F}" dt="2023-09-14T08:11:27.124" v="198" actId="1076"/>
      <pc:docMkLst>
        <pc:docMk/>
      </pc:docMkLst>
      <pc:sldChg chg="modSp mod">
        <pc:chgData name="VICTOR JOSE GONZALEZ RODRIGUEZ" userId="3fdd7208-0adc-40d2-a594-662a5d66d0ad" providerId="ADAL" clId="{1D3CA12B-358A-488C-84A4-067A480AC44F}" dt="2023-09-14T08:07:14.433" v="66" actId="20577"/>
        <pc:sldMkLst>
          <pc:docMk/>
          <pc:sldMk cId="1698760526" sldId="257"/>
        </pc:sldMkLst>
      </pc:sldChg>
      <pc:sldChg chg="addSp delSp modSp mod">
        <pc:chgData name="VICTOR JOSE GONZALEZ RODRIGUEZ" userId="3fdd7208-0adc-40d2-a594-662a5d66d0ad" providerId="ADAL" clId="{1D3CA12B-358A-488C-84A4-067A480AC44F}" dt="2023-09-14T08:11:27.124" v="198" actId="1076"/>
        <pc:sldMkLst>
          <pc:docMk/>
          <pc:sldMk cId="157313400" sldId="2030"/>
        </pc:sldMkLst>
      </pc:sldChg>
      <pc:sldChg chg="modSp mod">
        <pc:chgData name="VICTOR JOSE GONZALEZ RODRIGUEZ" userId="3fdd7208-0adc-40d2-a594-662a5d66d0ad" providerId="ADAL" clId="{1D3CA12B-358A-488C-84A4-067A480AC44F}" dt="2023-09-14T08:08:50.701" v="191" actId="6549"/>
        <pc:sldMkLst>
          <pc:docMk/>
          <pc:sldMk cId="1497462584" sldId="2440"/>
        </pc:sldMkLst>
      </pc:sldChg>
    </pc:docChg>
  </pc:docChgLst>
  <pc:docChgLst>
    <pc:chgData name="VICTOR JOSE GONZALEZ RODRIGUEZ" userId="3fdd7208-0adc-40d2-a594-662a5d66d0ad" providerId="ADAL" clId="{C8884B8F-5F85-4D96-AC12-9504593E3A85}"/>
    <pc:docChg chg="modSld">
      <pc:chgData name="VICTOR JOSE GONZALEZ RODRIGUEZ" userId="3fdd7208-0adc-40d2-a594-662a5d66d0ad" providerId="ADAL" clId="{C8884B8F-5F85-4D96-AC12-9504593E3A85}" dt="2022-09-19T19:34:00.505" v="2" actId="20577"/>
      <pc:docMkLst>
        <pc:docMk/>
      </pc:docMkLst>
      <pc:sldChg chg="addSp modSp mod">
        <pc:chgData name="VICTOR JOSE GONZALEZ RODRIGUEZ" userId="3fdd7208-0adc-40d2-a594-662a5d66d0ad" providerId="ADAL" clId="{C8884B8F-5F85-4D96-AC12-9504593E3A85}" dt="2022-09-19T19:34:00.505" v="2" actId="20577"/>
        <pc:sldMkLst>
          <pc:docMk/>
          <pc:sldMk cId="2424986246" sldId="2415"/>
        </pc:sldMkLst>
      </pc:sldChg>
    </pc:docChg>
  </pc:docChgLst>
  <pc:docChgLst>
    <pc:chgData name="VICTOR JOSE GONZALEZ RODRIGUEZ" userId="3fdd7208-0adc-40d2-a594-662a5d66d0ad" providerId="ADAL" clId="{854F1A9E-364E-4709-8D51-FFA03C345F8C}"/>
    <pc:docChg chg="undo custSel addSld delSld modSld sldOrd modSection">
      <pc:chgData name="VICTOR JOSE GONZALEZ RODRIGUEZ" userId="3fdd7208-0adc-40d2-a594-662a5d66d0ad" providerId="ADAL" clId="{854F1A9E-364E-4709-8D51-FFA03C345F8C}" dt="2023-11-12T07:38:43.455" v="5316" actId="20577"/>
      <pc:docMkLst>
        <pc:docMk/>
      </pc:docMkLst>
      <pc:sldChg chg="modSp mod">
        <pc:chgData name="VICTOR JOSE GONZALEZ RODRIGUEZ" userId="3fdd7208-0adc-40d2-a594-662a5d66d0ad" providerId="ADAL" clId="{854F1A9E-364E-4709-8D51-FFA03C345F8C}" dt="2023-10-30T14:26:57.736" v="3961" actId="20577"/>
        <pc:sldMkLst>
          <pc:docMk/>
          <pc:sldMk cId="1497462584" sldId="2440"/>
        </pc:sldMkLst>
      </pc:sldChg>
      <pc:sldChg chg="del">
        <pc:chgData name="VICTOR JOSE GONZALEZ RODRIGUEZ" userId="3fdd7208-0adc-40d2-a594-662a5d66d0ad" providerId="ADAL" clId="{854F1A9E-364E-4709-8D51-FFA03C345F8C}" dt="2023-10-30T14:27:46.733" v="3965" actId="47"/>
        <pc:sldMkLst>
          <pc:docMk/>
          <pc:sldMk cId="2908024171" sldId="2533"/>
        </pc:sldMkLst>
      </pc:sldChg>
      <pc:sldChg chg="del">
        <pc:chgData name="VICTOR JOSE GONZALEZ RODRIGUEZ" userId="3fdd7208-0adc-40d2-a594-662a5d66d0ad" providerId="ADAL" clId="{854F1A9E-364E-4709-8D51-FFA03C345F8C}" dt="2023-10-30T14:27:46.733" v="3965" actId="47"/>
        <pc:sldMkLst>
          <pc:docMk/>
          <pc:sldMk cId="3009523378" sldId="2534"/>
        </pc:sldMkLst>
      </pc:sldChg>
      <pc:sldChg chg="addSp delSp modSp mod">
        <pc:chgData name="VICTOR JOSE GONZALEZ RODRIGUEZ" userId="3fdd7208-0adc-40d2-a594-662a5d66d0ad" providerId="ADAL" clId="{854F1A9E-364E-4709-8D51-FFA03C345F8C}" dt="2023-10-30T15:07:09.796" v="5314" actId="20577"/>
        <pc:sldMkLst>
          <pc:docMk/>
          <pc:sldMk cId="1494393858" sldId="2541"/>
        </pc:sldMkLst>
      </pc:sldChg>
      <pc:sldChg chg="modSp mod">
        <pc:chgData name="VICTOR JOSE GONZALEZ RODRIGUEZ" userId="3fdd7208-0adc-40d2-a594-662a5d66d0ad" providerId="ADAL" clId="{854F1A9E-364E-4709-8D51-FFA03C345F8C}" dt="2023-10-30T15:07:23.299" v="5315" actId="33524"/>
        <pc:sldMkLst>
          <pc:docMk/>
          <pc:sldMk cId="2840597660" sldId="2542"/>
        </pc:sldMkLst>
      </pc:sldChg>
      <pc:sldChg chg="ord">
        <pc:chgData name="VICTOR JOSE GONZALEZ RODRIGUEZ" userId="3fdd7208-0adc-40d2-a594-662a5d66d0ad" providerId="ADAL" clId="{854F1A9E-364E-4709-8D51-FFA03C345F8C}" dt="2023-10-30T14:28:09.571" v="3968" actId="20578"/>
        <pc:sldMkLst>
          <pc:docMk/>
          <pc:sldMk cId="114466369" sldId="2548"/>
        </pc:sldMkLst>
      </pc:sldChg>
      <pc:sldChg chg="del ord">
        <pc:chgData name="VICTOR JOSE GONZALEZ RODRIGUEZ" userId="3fdd7208-0adc-40d2-a594-662a5d66d0ad" providerId="ADAL" clId="{854F1A9E-364E-4709-8D51-FFA03C345F8C}" dt="2023-10-30T15:05:44.537" v="5026" actId="47"/>
        <pc:sldMkLst>
          <pc:docMk/>
          <pc:sldMk cId="823106848" sldId="2550"/>
        </pc:sldMkLst>
      </pc:sldChg>
      <pc:sldChg chg="modSp mod">
        <pc:chgData name="VICTOR JOSE GONZALEZ RODRIGUEZ" userId="3fdd7208-0adc-40d2-a594-662a5d66d0ad" providerId="ADAL" clId="{854F1A9E-364E-4709-8D51-FFA03C345F8C}" dt="2023-11-12T07:38:43.455" v="5316" actId="20577"/>
        <pc:sldMkLst>
          <pc:docMk/>
          <pc:sldMk cId="2456116360" sldId="2551"/>
        </pc:sldMkLst>
      </pc:sldChg>
      <pc:sldChg chg="addSp modSp new del">
        <pc:chgData name="VICTOR JOSE GONZALEZ RODRIGUEZ" userId="3fdd7208-0adc-40d2-a594-662a5d66d0ad" providerId="ADAL" clId="{854F1A9E-364E-4709-8D51-FFA03C345F8C}" dt="2023-10-30T13:57:32.544" v="135" actId="47"/>
        <pc:sldMkLst>
          <pc:docMk/>
          <pc:sldMk cId="3306109126" sldId="2568"/>
        </pc:sldMkLst>
      </pc:sldChg>
      <pc:sldChg chg="addSp delSp modSp new mod">
        <pc:chgData name="VICTOR JOSE GONZALEZ RODRIGUEZ" userId="3fdd7208-0adc-40d2-a594-662a5d66d0ad" providerId="ADAL" clId="{854F1A9E-364E-4709-8D51-FFA03C345F8C}" dt="2023-10-30T14:05:34.887" v="766" actId="113"/>
        <pc:sldMkLst>
          <pc:docMk/>
          <pc:sldMk cId="466846102" sldId="2569"/>
        </pc:sldMkLst>
      </pc:sldChg>
      <pc:sldChg chg="addSp delSp modSp new mod">
        <pc:chgData name="VICTOR JOSE GONZALEZ RODRIGUEZ" userId="3fdd7208-0adc-40d2-a594-662a5d66d0ad" providerId="ADAL" clId="{854F1A9E-364E-4709-8D51-FFA03C345F8C}" dt="2023-10-30T14:05:42.405" v="768" actId="255"/>
        <pc:sldMkLst>
          <pc:docMk/>
          <pc:sldMk cId="2588443803" sldId="2570"/>
        </pc:sldMkLst>
      </pc:sldChg>
      <pc:sldChg chg="addSp modSp new mod">
        <pc:chgData name="VICTOR JOSE GONZALEZ RODRIGUEZ" userId="3fdd7208-0adc-40d2-a594-662a5d66d0ad" providerId="ADAL" clId="{854F1A9E-364E-4709-8D51-FFA03C345F8C}" dt="2023-10-30T14:05:46.429" v="769" actId="255"/>
        <pc:sldMkLst>
          <pc:docMk/>
          <pc:sldMk cId="3082766604" sldId="2571"/>
        </pc:sldMkLst>
      </pc:sldChg>
      <pc:sldChg chg="addSp delSp modSp new mod">
        <pc:chgData name="VICTOR JOSE GONZALEZ RODRIGUEZ" userId="3fdd7208-0adc-40d2-a594-662a5d66d0ad" providerId="ADAL" clId="{854F1A9E-364E-4709-8D51-FFA03C345F8C}" dt="2023-10-30T14:06:31.185" v="898" actId="20577"/>
        <pc:sldMkLst>
          <pc:docMk/>
          <pc:sldMk cId="2449757332" sldId="2572"/>
        </pc:sldMkLst>
      </pc:sldChg>
      <pc:sldChg chg="addSp delSp modSp new mod">
        <pc:chgData name="VICTOR JOSE GONZALEZ RODRIGUEZ" userId="3fdd7208-0adc-40d2-a594-662a5d66d0ad" providerId="ADAL" clId="{854F1A9E-364E-4709-8D51-FFA03C345F8C}" dt="2023-10-30T14:07:21.412" v="1102" actId="1036"/>
        <pc:sldMkLst>
          <pc:docMk/>
          <pc:sldMk cId="1308874339" sldId="2573"/>
        </pc:sldMkLst>
      </pc:sldChg>
      <pc:sldChg chg="addSp delSp modSp new mod">
        <pc:chgData name="VICTOR JOSE GONZALEZ RODRIGUEZ" userId="3fdd7208-0adc-40d2-a594-662a5d66d0ad" providerId="ADAL" clId="{854F1A9E-364E-4709-8D51-FFA03C345F8C}" dt="2023-10-30T14:10:37.978" v="1663" actId="1036"/>
        <pc:sldMkLst>
          <pc:docMk/>
          <pc:sldMk cId="589621086" sldId="2574"/>
        </pc:sldMkLst>
      </pc:sldChg>
      <pc:sldChg chg="addSp modSp new mod">
        <pc:chgData name="VICTOR JOSE GONZALEZ RODRIGUEZ" userId="3fdd7208-0adc-40d2-a594-662a5d66d0ad" providerId="ADAL" clId="{854F1A9E-364E-4709-8D51-FFA03C345F8C}" dt="2023-10-30T14:12:27.070" v="2009" actId="20577"/>
        <pc:sldMkLst>
          <pc:docMk/>
          <pc:sldMk cId="315626691" sldId="2575"/>
        </pc:sldMkLst>
      </pc:sldChg>
      <pc:sldChg chg="addSp delSp modSp new mod">
        <pc:chgData name="VICTOR JOSE GONZALEZ RODRIGUEZ" userId="3fdd7208-0adc-40d2-a594-662a5d66d0ad" providerId="ADAL" clId="{854F1A9E-364E-4709-8D51-FFA03C345F8C}" dt="2023-10-30T14:13:13.475" v="2075" actId="14100"/>
        <pc:sldMkLst>
          <pc:docMk/>
          <pc:sldMk cId="2297081815" sldId="2576"/>
        </pc:sldMkLst>
      </pc:sldChg>
      <pc:sldChg chg="addSp delSp modSp new mod">
        <pc:chgData name="VICTOR JOSE GONZALEZ RODRIGUEZ" userId="3fdd7208-0adc-40d2-a594-662a5d66d0ad" providerId="ADAL" clId="{854F1A9E-364E-4709-8D51-FFA03C345F8C}" dt="2023-10-30T14:14:18.393" v="2164" actId="1035"/>
        <pc:sldMkLst>
          <pc:docMk/>
          <pc:sldMk cId="1358977572" sldId="2577"/>
        </pc:sldMkLst>
      </pc:sldChg>
      <pc:sldChg chg="addSp delSp modSp new mod">
        <pc:chgData name="VICTOR JOSE GONZALEZ RODRIGUEZ" userId="3fdd7208-0adc-40d2-a594-662a5d66d0ad" providerId="ADAL" clId="{854F1A9E-364E-4709-8D51-FFA03C345F8C}" dt="2023-10-30T14:14:51.292" v="2268" actId="1038"/>
        <pc:sldMkLst>
          <pc:docMk/>
          <pc:sldMk cId="4081387968" sldId="2578"/>
        </pc:sldMkLst>
      </pc:sldChg>
      <pc:sldChg chg="modSp add mod">
        <pc:chgData name="VICTOR JOSE GONZALEZ RODRIGUEZ" userId="3fdd7208-0adc-40d2-a594-662a5d66d0ad" providerId="ADAL" clId="{854F1A9E-364E-4709-8D51-FFA03C345F8C}" dt="2023-10-30T13:37:50.751" v="56" actId="255"/>
        <pc:sldMkLst>
          <pc:docMk/>
          <pc:sldMk cId="450318133" sldId="2579"/>
        </pc:sldMkLst>
      </pc:sldChg>
      <pc:sldChg chg="addSp modSp new mod">
        <pc:chgData name="VICTOR JOSE GONZALEZ RODRIGUEZ" userId="3fdd7208-0adc-40d2-a594-662a5d66d0ad" providerId="ADAL" clId="{854F1A9E-364E-4709-8D51-FFA03C345F8C}" dt="2023-10-30T14:16:05.978" v="2548" actId="1076"/>
        <pc:sldMkLst>
          <pc:docMk/>
          <pc:sldMk cId="2793606767" sldId="2580"/>
        </pc:sldMkLst>
      </pc:sldChg>
      <pc:sldChg chg="addSp delSp modSp new mod">
        <pc:chgData name="VICTOR JOSE GONZALEZ RODRIGUEZ" userId="3fdd7208-0adc-40d2-a594-662a5d66d0ad" providerId="ADAL" clId="{854F1A9E-364E-4709-8D51-FFA03C345F8C}" dt="2023-10-30T14:21:34.384" v="3263" actId="20577"/>
        <pc:sldMkLst>
          <pc:docMk/>
          <pc:sldMk cId="1935256189" sldId="2581"/>
        </pc:sldMkLst>
      </pc:sldChg>
      <pc:sldChg chg="addSp modSp new mod">
        <pc:chgData name="VICTOR JOSE GONZALEZ RODRIGUEZ" userId="3fdd7208-0adc-40d2-a594-662a5d66d0ad" providerId="ADAL" clId="{854F1A9E-364E-4709-8D51-FFA03C345F8C}" dt="2023-10-30T14:23:49.768" v="3550" actId="113"/>
        <pc:sldMkLst>
          <pc:docMk/>
          <pc:sldMk cId="419402629" sldId="2582"/>
        </pc:sldMkLst>
      </pc:sldChg>
      <pc:sldChg chg="addSp delSp modSp new mod">
        <pc:chgData name="VICTOR JOSE GONZALEZ RODRIGUEZ" userId="3fdd7208-0adc-40d2-a594-662a5d66d0ad" providerId="ADAL" clId="{854F1A9E-364E-4709-8D51-FFA03C345F8C}" dt="2023-10-30T14:25:45.752" v="3825" actId="1036"/>
        <pc:sldMkLst>
          <pc:docMk/>
          <pc:sldMk cId="1560586788" sldId="2583"/>
        </pc:sldMkLst>
      </pc:sldChg>
      <pc:sldChg chg="addSp delSp modSp new del mod">
        <pc:chgData name="VICTOR JOSE GONZALEZ RODRIGUEZ" userId="3fdd7208-0adc-40d2-a594-662a5d66d0ad" providerId="ADAL" clId="{854F1A9E-364E-4709-8D51-FFA03C345F8C}" dt="2023-10-30T14:25:46.889" v="3826" actId="47"/>
        <pc:sldMkLst>
          <pc:docMk/>
          <pc:sldMk cId="1396234575" sldId="2584"/>
        </pc:sldMkLst>
      </pc:sldChg>
      <pc:sldChg chg="addSp modSp new mod">
        <pc:chgData name="VICTOR JOSE GONZALEZ RODRIGUEZ" userId="3fdd7208-0adc-40d2-a594-662a5d66d0ad" providerId="ADAL" clId="{854F1A9E-364E-4709-8D51-FFA03C345F8C}" dt="2023-10-30T14:05:38.686" v="767" actId="255"/>
        <pc:sldMkLst>
          <pc:docMk/>
          <pc:sldMk cId="1105247926" sldId="2585"/>
        </pc:sldMkLst>
      </pc:sldChg>
      <pc:sldChg chg="addSp modSp new mod">
        <pc:chgData name="VICTOR JOSE GONZALEZ RODRIGUEZ" userId="3fdd7208-0adc-40d2-a594-662a5d66d0ad" providerId="ADAL" clId="{854F1A9E-364E-4709-8D51-FFA03C345F8C}" dt="2023-10-30T14:09:30.988" v="1520" actId="20577"/>
        <pc:sldMkLst>
          <pc:docMk/>
          <pc:sldMk cId="2863508324" sldId="2586"/>
        </pc:sldMkLst>
      </pc:sldChg>
      <pc:sldChg chg="addSp modSp new mod">
        <pc:chgData name="VICTOR JOSE GONZALEZ RODRIGUEZ" userId="3fdd7208-0adc-40d2-a594-662a5d66d0ad" providerId="ADAL" clId="{854F1A9E-364E-4709-8D51-FFA03C345F8C}" dt="2023-10-30T14:19:14.960" v="2863" actId="20577"/>
        <pc:sldMkLst>
          <pc:docMk/>
          <pc:sldMk cId="2866272155" sldId="2587"/>
        </pc:sldMkLst>
      </pc:sldChg>
      <pc:sldChg chg="addSp modSp new mod">
        <pc:chgData name="VICTOR JOSE GONZALEZ RODRIGUEZ" userId="3fdd7208-0adc-40d2-a594-662a5d66d0ad" providerId="ADAL" clId="{854F1A9E-364E-4709-8D51-FFA03C345F8C}" dt="2023-10-30T15:03:36.933" v="4642" actId="20577"/>
        <pc:sldMkLst>
          <pc:docMk/>
          <pc:sldMk cId="637930988" sldId="2588"/>
        </pc:sldMkLst>
      </pc:sldChg>
      <pc:sldChg chg="addSp delSp modSp new mod">
        <pc:chgData name="VICTOR JOSE GONZALEZ RODRIGUEZ" userId="3fdd7208-0adc-40d2-a594-662a5d66d0ad" providerId="ADAL" clId="{854F1A9E-364E-4709-8D51-FFA03C345F8C}" dt="2023-10-30T15:06:32.287" v="5158" actId="20577"/>
        <pc:sldMkLst>
          <pc:docMk/>
          <pc:sldMk cId="1348143821" sldId="2589"/>
        </pc:sldMkLst>
      </pc:sldChg>
    </pc:docChg>
  </pc:docChgLst>
  <pc:docChgLst>
    <pc:chgData name="VICTOR JOSE GONZALEZ RODRIGUEZ" userId="3fdd7208-0adc-40d2-a594-662a5d66d0ad" providerId="ADAL" clId="{B70096CF-0EF1-4CDF-B13C-DA4A7E910A79}"/>
    <pc:docChg chg="undo custSel addSld delSld modSld modSection">
      <pc:chgData name="VICTOR JOSE GONZALEZ RODRIGUEZ" userId="3fdd7208-0adc-40d2-a594-662a5d66d0ad" providerId="ADAL" clId="{B70096CF-0EF1-4CDF-B13C-DA4A7E910A79}" dt="2023-09-29T10:35:33.713" v="3486" actId="1036"/>
      <pc:docMkLst>
        <pc:docMk/>
      </pc:docMkLst>
      <pc:sldChg chg="addSp delSp modSp mod">
        <pc:chgData name="VICTOR JOSE GONZALEZ RODRIGUEZ" userId="3fdd7208-0adc-40d2-a594-662a5d66d0ad" providerId="ADAL" clId="{B70096CF-0EF1-4CDF-B13C-DA4A7E910A79}" dt="2023-09-29T08:05:00.075" v="38" actId="1036"/>
        <pc:sldMkLst>
          <pc:docMk/>
          <pc:sldMk cId="1698760526" sldId="257"/>
        </pc:sldMkLst>
      </pc:sldChg>
      <pc:sldChg chg="modSp mod">
        <pc:chgData name="VICTOR JOSE GONZALEZ RODRIGUEZ" userId="3fdd7208-0adc-40d2-a594-662a5d66d0ad" providerId="ADAL" clId="{B70096CF-0EF1-4CDF-B13C-DA4A7E910A79}" dt="2023-09-25T11:02:00.513" v="3" actId="208"/>
        <pc:sldMkLst>
          <pc:docMk/>
          <pc:sldMk cId="157313400" sldId="2030"/>
        </pc:sldMkLst>
      </pc:sldChg>
      <pc:sldChg chg="modSp mod">
        <pc:chgData name="VICTOR JOSE GONZALEZ RODRIGUEZ" userId="3fdd7208-0adc-40d2-a594-662a5d66d0ad" providerId="ADAL" clId="{B70096CF-0EF1-4CDF-B13C-DA4A7E910A79}" dt="2023-09-29T08:06:56.728" v="216" actId="1076"/>
        <pc:sldMkLst>
          <pc:docMk/>
          <pc:sldMk cId="1921366399" sldId="2470"/>
        </pc:sldMkLst>
      </pc:sldChg>
      <pc:sldChg chg="addSp modSp mod">
        <pc:chgData name="VICTOR JOSE GONZALEZ RODRIGUEZ" userId="3fdd7208-0adc-40d2-a594-662a5d66d0ad" providerId="ADAL" clId="{B70096CF-0EF1-4CDF-B13C-DA4A7E910A79}" dt="2023-09-29T08:23:51.147" v="1088" actId="1036"/>
        <pc:sldMkLst>
          <pc:docMk/>
          <pc:sldMk cId="1698856658" sldId="2471"/>
        </pc:sldMkLst>
      </pc:sldChg>
      <pc:sldChg chg="addSp modSp mod">
        <pc:chgData name="VICTOR JOSE GONZALEZ RODRIGUEZ" userId="3fdd7208-0adc-40d2-a594-662a5d66d0ad" providerId="ADAL" clId="{B70096CF-0EF1-4CDF-B13C-DA4A7E910A79}" dt="2023-09-29T08:24:21.223" v="1142" actId="14100"/>
        <pc:sldMkLst>
          <pc:docMk/>
          <pc:sldMk cId="3831264" sldId="2472"/>
        </pc:sldMkLst>
      </pc:sldChg>
      <pc:sldChg chg="modSp mod">
        <pc:chgData name="VICTOR JOSE GONZALEZ RODRIGUEZ" userId="3fdd7208-0adc-40d2-a594-662a5d66d0ad" providerId="ADAL" clId="{B70096CF-0EF1-4CDF-B13C-DA4A7E910A79}" dt="2023-09-29T08:32:18.386" v="1434" actId="207"/>
        <pc:sldMkLst>
          <pc:docMk/>
          <pc:sldMk cId="4030629242" sldId="2473"/>
        </pc:sldMkLst>
      </pc:sldChg>
      <pc:sldChg chg="addSp modSp mod">
        <pc:chgData name="VICTOR JOSE GONZALEZ RODRIGUEZ" userId="3fdd7208-0adc-40d2-a594-662a5d66d0ad" providerId="ADAL" clId="{B70096CF-0EF1-4CDF-B13C-DA4A7E910A79}" dt="2023-09-29T08:32:22.712" v="1435" actId="207"/>
        <pc:sldMkLst>
          <pc:docMk/>
          <pc:sldMk cId="4097374920" sldId="2474"/>
        </pc:sldMkLst>
      </pc:sldChg>
      <pc:sldChg chg="addSp modSp mod">
        <pc:chgData name="VICTOR JOSE GONZALEZ RODRIGUEZ" userId="3fdd7208-0adc-40d2-a594-662a5d66d0ad" providerId="ADAL" clId="{B70096CF-0EF1-4CDF-B13C-DA4A7E910A79}" dt="2023-09-29T09:55:38.232" v="2018" actId="255"/>
        <pc:sldMkLst>
          <pc:docMk/>
          <pc:sldMk cId="1474825311" sldId="2475"/>
        </pc:sldMkLst>
      </pc:sldChg>
      <pc:sldChg chg="addSp modSp mod">
        <pc:chgData name="VICTOR JOSE GONZALEZ RODRIGUEZ" userId="3fdd7208-0adc-40d2-a594-662a5d66d0ad" providerId="ADAL" clId="{B70096CF-0EF1-4CDF-B13C-DA4A7E910A79}" dt="2023-09-29T09:59:41.912" v="2401" actId="113"/>
        <pc:sldMkLst>
          <pc:docMk/>
          <pc:sldMk cId="1921584982" sldId="2476"/>
        </pc:sldMkLst>
      </pc:sldChg>
      <pc:sldChg chg="addSp delSp modSp mod">
        <pc:chgData name="VICTOR JOSE GONZALEZ RODRIGUEZ" userId="3fdd7208-0adc-40d2-a594-662a5d66d0ad" providerId="ADAL" clId="{B70096CF-0EF1-4CDF-B13C-DA4A7E910A79}" dt="2023-09-29T10:35:33.713" v="3486" actId="1036"/>
        <pc:sldMkLst>
          <pc:docMk/>
          <pc:sldMk cId="3937838290" sldId="2477"/>
        </pc:sldMkLst>
      </pc:sldChg>
      <pc:sldChg chg="addSp delSp modSp mod">
        <pc:chgData name="VICTOR JOSE GONZALEZ RODRIGUEZ" userId="3fdd7208-0adc-40d2-a594-662a5d66d0ad" providerId="ADAL" clId="{B70096CF-0EF1-4CDF-B13C-DA4A7E910A79}" dt="2023-09-29T10:34:30.030" v="3349" actId="21"/>
        <pc:sldMkLst>
          <pc:docMk/>
          <pc:sldMk cId="2413548889" sldId="2478"/>
        </pc:sldMkLst>
      </pc:sldChg>
      <pc:sldChg chg="addSp modSp mod">
        <pc:chgData name="VICTOR JOSE GONZALEZ RODRIGUEZ" userId="3fdd7208-0adc-40d2-a594-662a5d66d0ad" providerId="ADAL" clId="{B70096CF-0EF1-4CDF-B13C-DA4A7E910A79}" dt="2023-09-29T10:04:52.550" v="3088" actId="1036"/>
        <pc:sldMkLst>
          <pc:docMk/>
          <pc:sldMk cId="2811551844" sldId="2479"/>
        </pc:sldMkLst>
      </pc:sldChg>
      <pc:sldChg chg="addSp modSp mod">
        <pc:chgData name="VICTOR JOSE GONZALEZ RODRIGUEZ" userId="3fdd7208-0adc-40d2-a594-662a5d66d0ad" providerId="ADAL" clId="{B70096CF-0EF1-4CDF-B13C-DA4A7E910A79}" dt="2023-09-29T10:05:33.023" v="3240" actId="20577"/>
        <pc:sldMkLst>
          <pc:docMk/>
          <pc:sldMk cId="2855842542" sldId="2480"/>
        </pc:sldMkLst>
      </pc:sldChg>
      <pc:sldChg chg="del">
        <pc:chgData name="VICTOR JOSE GONZALEZ RODRIGUEZ" userId="3fdd7208-0adc-40d2-a594-662a5d66d0ad" providerId="ADAL" clId="{B70096CF-0EF1-4CDF-B13C-DA4A7E910A79}" dt="2023-09-29T10:05:50.133" v="3241" actId="47"/>
        <pc:sldMkLst>
          <pc:docMk/>
          <pc:sldMk cId="2327020993" sldId="2481"/>
        </pc:sldMkLst>
      </pc:sldChg>
      <pc:sldChg chg="addSp modSp mod">
        <pc:chgData name="VICTOR JOSE GONZALEZ RODRIGUEZ" userId="3fdd7208-0adc-40d2-a594-662a5d66d0ad" providerId="ADAL" clId="{B70096CF-0EF1-4CDF-B13C-DA4A7E910A79}" dt="2023-09-29T10:06:29.834" v="3323" actId="20577"/>
        <pc:sldMkLst>
          <pc:docMk/>
          <pc:sldMk cId="3700576372" sldId="2482"/>
        </pc:sldMkLst>
      </pc:sldChg>
      <pc:sldChg chg="addSp modSp mod">
        <pc:chgData name="VICTOR JOSE GONZALEZ RODRIGUEZ" userId="3fdd7208-0adc-40d2-a594-662a5d66d0ad" providerId="ADAL" clId="{B70096CF-0EF1-4CDF-B13C-DA4A7E910A79}" dt="2023-09-25T11:02:22.566" v="21" actId="20577"/>
        <pc:sldMkLst>
          <pc:docMk/>
          <pc:sldMk cId="2535926507" sldId="2484"/>
        </pc:sldMkLst>
      </pc:sldChg>
      <pc:sldChg chg="addSp delSp modSp new mod">
        <pc:chgData name="VICTOR JOSE GONZALEZ RODRIGUEZ" userId="3fdd7208-0adc-40d2-a594-662a5d66d0ad" providerId="ADAL" clId="{B70096CF-0EF1-4CDF-B13C-DA4A7E910A79}" dt="2023-09-29T08:12:45.919" v="534" actId="14100"/>
        <pc:sldMkLst>
          <pc:docMk/>
          <pc:sldMk cId="4197435870" sldId="2503"/>
        </pc:sldMkLst>
      </pc:sldChg>
      <pc:sldChg chg="addSp delSp modSp new mod">
        <pc:chgData name="VICTOR JOSE GONZALEZ RODRIGUEZ" userId="3fdd7208-0adc-40d2-a594-662a5d66d0ad" providerId="ADAL" clId="{B70096CF-0EF1-4CDF-B13C-DA4A7E910A79}" dt="2023-09-29T08:20:13.662" v="964" actId="20577"/>
        <pc:sldMkLst>
          <pc:docMk/>
          <pc:sldMk cId="32290210" sldId="2504"/>
        </pc:sldMkLst>
      </pc:sldChg>
      <pc:sldChg chg="new">
        <pc:chgData name="VICTOR JOSE GONZALEZ RODRIGUEZ" userId="3fdd7208-0adc-40d2-a594-662a5d66d0ad" providerId="ADAL" clId="{B70096CF-0EF1-4CDF-B13C-DA4A7E910A79}" dt="2023-09-29T10:18:47.002" v="3324" actId="680"/>
        <pc:sldMkLst>
          <pc:docMk/>
          <pc:sldMk cId="3955324629" sldId="2505"/>
        </pc:sldMkLst>
      </pc:sldChg>
      <pc:sldChg chg="new">
        <pc:chgData name="VICTOR JOSE GONZALEZ RODRIGUEZ" userId="3fdd7208-0adc-40d2-a594-662a5d66d0ad" providerId="ADAL" clId="{B70096CF-0EF1-4CDF-B13C-DA4A7E910A79}" dt="2023-09-29T10:18:47.241" v="3325" actId="680"/>
        <pc:sldMkLst>
          <pc:docMk/>
          <pc:sldMk cId="22404720" sldId="2506"/>
        </pc:sldMkLst>
      </pc:sldChg>
      <pc:sldChg chg="new">
        <pc:chgData name="VICTOR JOSE GONZALEZ RODRIGUEZ" userId="3fdd7208-0adc-40d2-a594-662a5d66d0ad" providerId="ADAL" clId="{B70096CF-0EF1-4CDF-B13C-DA4A7E910A79}" dt="2023-09-29T10:18:47.401" v="3326" actId="680"/>
        <pc:sldMkLst>
          <pc:docMk/>
          <pc:sldMk cId="2392133634" sldId="2507"/>
        </pc:sldMkLst>
      </pc:sldChg>
      <pc:sldChg chg="new">
        <pc:chgData name="VICTOR JOSE GONZALEZ RODRIGUEZ" userId="3fdd7208-0adc-40d2-a594-662a5d66d0ad" providerId="ADAL" clId="{B70096CF-0EF1-4CDF-B13C-DA4A7E910A79}" dt="2023-09-29T10:18:47.560" v="3327" actId="680"/>
        <pc:sldMkLst>
          <pc:docMk/>
          <pc:sldMk cId="3795964386" sldId="2508"/>
        </pc:sldMkLst>
      </pc:sldChg>
      <pc:sldChg chg="new">
        <pc:chgData name="VICTOR JOSE GONZALEZ RODRIGUEZ" userId="3fdd7208-0adc-40d2-a594-662a5d66d0ad" providerId="ADAL" clId="{B70096CF-0EF1-4CDF-B13C-DA4A7E910A79}" dt="2023-09-29T10:18:47.689" v="3328" actId="680"/>
        <pc:sldMkLst>
          <pc:docMk/>
          <pc:sldMk cId="3454561786" sldId="2509"/>
        </pc:sldMkLst>
      </pc:sldChg>
      <pc:sldChg chg="new">
        <pc:chgData name="VICTOR JOSE GONZALEZ RODRIGUEZ" userId="3fdd7208-0adc-40d2-a594-662a5d66d0ad" providerId="ADAL" clId="{B70096CF-0EF1-4CDF-B13C-DA4A7E910A79}" dt="2023-09-29T10:18:47.846" v="3329" actId="680"/>
        <pc:sldMkLst>
          <pc:docMk/>
          <pc:sldMk cId="838758273" sldId="2510"/>
        </pc:sldMkLst>
      </pc:sldChg>
      <pc:sldChg chg="new">
        <pc:chgData name="VICTOR JOSE GONZALEZ RODRIGUEZ" userId="3fdd7208-0adc-40d2-a594-662a5d66d0ad" providerId="ADAL" clId="{B70096CF-0EF1-4CDF-B13C-DA4A7E910A79}" dt="2023-09-29T10:18:48.001" v="3330" actId="680"/>
        <pc:sldMkLst>
          <pc:docMk/>
          <pc:sldMk cId="2117164231" sldId="2511"/>
        </pc:sldMkLst>
      </pc:sldChg>
      <pc:sldChg chg="new">
        <pc:chgData name="VICTOR JOSE GONZALEZ RODRIGUEZ" userId="3fdd7208-0adc-40d2-a594-662a5d66d0ad" providerId="ADAL" clId="{B70096CF-0EF1-4CDF-B13C-DA4A7E910A79}" dt="2023-09-29T10:18:48.181" v="3331" actId="680"/>
        <pc:sldMkLst>
          <pc:docMk/>
          <pc:sldMk cId="1994517297" sldId="2512"/>
        </pc:sldMkLst>
      </pc:sldChg>
      <pc:sldChg chg="new">
        <pc:chgData name="VICTOR JOSE GONZALEZ RODRIGUEZ" userId="3fdd7208-0adc-40d2-a594-662a5d66d0ad" providerId="ADAL" clId="{B70096CF-0EF1-4CDF-B13C-DA4A7E910A79}" dt="2023-09-29T10:18:48.373" v="3332" actId="680"/>
        <pc:sldMkLst>
          <pc:docMk/>
          <pc:sldMk cId="3311478713" sldId="2513"/>
        </pc:sldMkLst>
      </pc:sldChg>
      <pc:sldChg chg="new">
        <pc:chgData name="VICTOR JOSE GONZALEZ RODRIGUEZ" userId="3fdd7208-0adc-40d2-a594-662a5d66d0ad" providerId="ADAL" clId="{B70096CF-0EF1-4CDF-B13C-DA4A7E910A79}" dt="2023-09-29T10:18:48.628" v="3333" actId="680"/>
        <pc:sldMkLst>
          <pc:docMk/>
          <pc:sldMk cId="1549316958" sldId="2514"/>
        </pc:sldMkLst>
      </pc:sldChg>
      <pc:sldChg chg="new">
        <pc:chgData name="VICTOR JOSE GONZALEZ RODRIGUEZ" userId="3fdd7208-0adc-40d2-a594-662a5d66d0ad" providerId="ADAL" clId="{B70096CF-0EF1-4CDF-B13C-DA4A7E910A79}" dt="2023-09-29T10:18:48.841" v="3334" actId="680"/>
        <pc:sldMkLst>
          <pc:docMk/>
          <pc:sldMk cId="1790903025" sldId="2515"/>
        </pc:sldMkLst>
      </pc:sldChg>
      <pc:sldChg chg="new">
        <pc:chgData name="VICTOR JOSE GONZALEZ RODRIGUEZ" userId="3fdd7208-0adc-40d2-a594-662a5d66d0ad" providerId="ADAL" clId="{B70096CF-0EF1-4CDF-B13C-DA4A7E910A79}" dt="2023-09-29T10:18:49.010" v="3335" actId="680"/>
        <pc:sldMkLst>
          <pc:docMk/>
          <pc:sldMk cId="4195986614" sldId="2516"/>
        </pc:sldMkLst>
      </pc:sldChg>
    </pc:docChg>
  </pc:docChgLst>
  <pc:docChgLst>
    <pc:chgData name="VICTOR JOSE GONZALEZ RODRIGUEZ" userId="3fdd7208-0adc-40d2-a594-662a5d66d0ad" providerId="ADAL" clId="{1AFBDEC1-951D-4A42-AA75-BF23C0FDBAFB}"/>
    <pc:docChg chg="undo custSel addSld delSld modSld sldOrd modSection">
      <pc:chgData name="VICTOR JOSE GONZALEZ RODRIGUEZ" userId="3fdd7208-0adc-40d2-a594-662a5d66d0ad" providerId="ADAL" clId="{1AFBDEC1-951D-4A42-AA75-BF23C0FDBAFB}" dt="2023-11-23T19:05:03.855" v="12773" actId="1076"/>
      <pc:docMkLst>
        <pc:docMk/>
      </pc:docMkLst>
      <pc:sldChg chg="modSp mod">
        <pc:chgData name="VICTOR JOSE GONZALEZ RODRIGUEZ" userId="3fdd7208-0adc-40d2-a594-662a5d66d0ad" providerId="ADAL" clId="{1AFBDEC1-951D-4A42-AA75-BF23C0FDBAFB}" dt="2023-10-26T08:26:52.500" v="5676" actId="20577"/>
        <pc:sldMkLst>
          <pc:docMk/>
          <pc:sldMk cId="157313400" sldId="2030"/>
        </pc:sldMkLst>
      </pc:sldChg>
      <pc:sldChg chg="modSp mod">
        <pc:chgData name="VICTOR JOSE GONZALEZ RODRIGUEZ" userId="3fdd7208-0adc-40d2-a594-662a5d66d0ad" providerId="ADAL" clId="{1AFBDEC1-951D-4A42-AA75-BF23C0FDBAFB}" dt="2023-10-26T08:27:37.213" v="5741" actId="6549"/>
        <pc:sldMkLst>
          <pc:docMk/>
          <pc:sldMk cId="1497462584" sldId="2440"/>
        </pc:sldMkLst>
      </pc:sldChg>
      <pc:sldChg chg="del">
        <pc:chgData name="VICTOR JOSE GONZALEZ RODRIGUEZ" userId="3fdd7208-0adc-40d2-a594-662a5d66d0ad" providerId="ADAL" clId="{1AFBDEC1-951D-4A42-AA75-BF23C0FDBAFB}" dt="2023-10-30T09:56:57.032" v="5787" actId="47"/>
        <pc:sldMkLst>
          <pc:docMk/>
          <pc:sldMk cId="4097374920" sldId="2474"/>
        </pc:sldMkLst>
      </pc:sldChg>
      <pc:sldChg chg="delSp mod">
        <pc:chgData name="VICTOR JOSE GONZALEZ RODRIGUEZ" userId="3fdd7208-0adc-40d2-a594-662a5d66d0ad" providerId="ADAL" clId="{1AFBDEC1-951D-4A42-AA75-BF23C0FDBAFB}" dt="2023-10-06T10:37:40.986" v="1" actId="478"/>
        <pc:sldMkLst>
          <pc:docMk/>
          <pc:sldMk cId="3937838290" sldId="2477"/>
        </pc:sldMkLst>
      </pc:sldChg>
      <pc:sldChg chg="addSp modSp mod">
        <pc:chgData name="VICTOR JOSE GONZALEZ RODRIGUEZ" userId="3fdd7208-0adc-40d2-a594-662a5d66d0ad" providerId="ADAL" clId="{1AFBDEC1-951D-4A42-AA75-BF23C0FDBAFB}" dt="2023-10-26T08:19:45.739" v="4800"/>
        <pc:sldMkLst>
          <pc:docMk/>
          <pc:sldMk cId="1886877352" sldId="2483"/>
        </pc:sldMkLst>
      </pc:sldChg>
      <pc:sldChg chg="addSp delSp modSp del">
        <pc:chgData name="VICTOR JOSE GONZALEZ RODRIGUEZ" userId="3fdd7208-0adc-40d2-a594-662a5d66d0ad" providerId="ADAL" clId="{1AFBDEC1-951D-4A42-AA75-BF23C0FDBAFB}" dt="2023-10-26T08:25:55.904" v="5530" actId="47"/>
        <pc:sldMkLst>
          <pc:docMk/>
          <pc:sldMk cId="2535926507" sldId="2484"/>
        </pc:sldMkLst>
      </pc:sldChg>
      <pc:sldChg chg="del">
        <pc:chgData name="VICTOR JOSE GONZALEZ RODRIGUEZ" userId="3fdd7208-0adc-40d2-a594-662a5d66d0ad" providerId="ADAL" clId="{1AFBDEC1-951D-4A42-AA75-BF23C0FDBAFB}" dt="2023-10-26T08:25:55.904" v="5530" actId="47"/>
        <pc:sldMkLst>
          <pc:docMk/>
          <pc:sldMk cId="4245722860" sldId="2485"/>
        </pc:sldMkLst>
      </pc:sldChg>
      <pc:sldChg chg="del">
        <pc:chgData name="VICTOR JOSE GONZALEZ RODRIGUEZ" userId="3fdd7208-0adc-40d2-a594-662a5d66d0ad" providerId="ADAL" clId="{1AFBDEC1-951D-4A42-AA75-BF23C0FDBAFB}" dt="2023-10-26T08:25:55.904" v="5530" actId="47"/>
        <pc:sldMkLst>
          <pc:docMk/>
          <pc:sldMk cId="3719421510" sldId="2486"/>
        </pc:sldMkLst>
      </pc:sldChg>
      <pc:sldChg chg="del">
        <pc:chgData name="VICTOR JOSE GONZALEZ RODRIGUEZ" userId="3fdd7208-0adc-40d2-a594-662a5d66d0ad" providerId="ADAL" clId="{1AFBDEC1-951D-4A42-AA75-BF23C0FDBAFB}" dt="2023-10-26T08:25:55.904" v="5530" actId="47"/>
        <pc:sldMkLst>
          <pc:docMk/>
          <pc:sldMk cId="1718979786" sldId="2487"/>
        </pc:sldMkLst>
      </pc:sldChg>
      <pc:sldChg chg="del">
        <pc:chgData name="VICTOR JOSE GONZALEZ RODRIGUEZ" userId="3fdd7208-0adc-40d2-a594-662a5d66d0ad" providerId="ADAL" clId="{1AFBDEC1-951D-4A42-AA75-BF23C0FDBAFB}" dt="2023-10-26T08:25:55.904" v="5530" actId="47"/>
        <pc:sldMkLst>
          <pc:docMk/>
          <pc:sldMk cId="1302606877" sldId="2488"/>
        </pc:sldMkLst>
      </pc:sldChg>
      <pc:sldChg chg="del">
        <pc:chgData name="VICTOR JOSE GONZALEZ RODRIGUEZ" userId="3fdd7208-0adc-40d2-a594-662a5d66d0ad" providerId="ADAL" clId="{1AFBDEC1-951D-4A42-AA75-BF23C0FDBAFB}" dt="2023-10-26T08:25:55.904" v="5530" actId="47"/>
        <pc:sldMkLst>
          <pc:docMk/>
          <pc:sldMk cId="2075567840" sldId="2489"/>
        </pc:sldMkLst>
      </pc:sldChg>
      <pc:sldChg chg="del">
        <pc:chgData name="VICTOR JOSE GONZALEZ RODRIGUEZ" userId="3fdd7208-0adc-40d2-a594-662a5d66d0ad" providerId="ADAL" clId="{1AFBDEC1-951D-4A42-AA75-BF23C0FDBAFB}" dt="2023-10-26T08:25:55.904" v="5530" actId="47"/>
        <pc:sldMkLst>
          <pc:docMk/>
          <pc:sldMk cId="1666184773" sldId="2490"/>
        </pc:sldMkLst>
      </pc:sldChg>
      <pc:sldChg chg="del">
        <pc:chgData name="VICTOR JOSE GONZALEZ RODRIGUEZ" userId="3fdd7208-0adc-40d2-a594-662a5d66d0ad" providerId="ADAL" clId="{1AFBDEC1-951D-4A42-AA75-BF23C0FDBAFB}" dt="2023-10-26T08:25:55.904" v="5530" actId="47"/>
        <pc:sldMkLst>
          <pc:docMk/>
          <pc:sldMk cId="478952759" sldId="2491"/>
        </pc:sldMkLst>
      </pc:sldChg>
      <pc:sldChg chg="del">
        <pc:chgData name="VICTOR JOSE GONZALEZ RODRIGUEZ" userId="3fdd7208-0adc-40d2-a594-662a5d66d0ad" providerId="ADAL" clId="{1AFBDEC1-951D-4A42-AA75-BF23C0FDBAFB}" dt="2023-10-26T08:25:55.904" v="5530" actId="47"/>
        <pc:sldMkLst>
          <pc:docMk/>
          <pc:sldMk cId="3113489926" sldId="2492"/>
        </pc:sldMkLst>
      </pc:sldChg>
      <pc:sldChg chg="del">
        <pc:chgData name="VICTOR JOSE GONZALEZ RODRIGUEZ" userId="3fdd7208-0adc-40d2-a594-662a5d66d0ad" providerId="ADAL" clId="{1AFBDEC1-951D-4A42-AA75-BF23C0FDBAFB}" dt="2023-10-26T08:25:55.904" v="5530" actId="47"/>
        <pc:sldMkLst>
          <pc:docMk/>
          <pc:sldMk cId="4200099994" sldId="2493"/>
        </pc:sldMkLst>
      </pc:sldChg>
      <pc:sldChg chg="del">
        <pc:chgData name="VICTOR JOSE GONZALEZ RODRIGUEZ" userId="3fdd7208-0adc-40d2-a594-662a5d66d0ad" providerId="ADAL" clId="{1AFBDEC1-951D-4A42-AA75-BF23C0FDBAFB}" dt="2023-10-26T08:25:55.904" v="5530" actId="47"/>
        <pc:sldMkLst>
          <pc:docMk/>
          <pc:sldMk cId="2572384110" sldId="2494"/>
        </pc:sldMkLst>
      </pc:sldChg>
      <pc:sldChg chg="del">
        <pc:chgData name="VICTOR JOSE GONZALEZ RODRIGUEZ" userId="3fdd7208-0adc-40d2-a594-662a5d66d0ad" providerId="ADAL" clId="{1AFBDEC1-951D-4A42-AA75-BF23C0FDBAFB}" dt="2023-10-26T08:25:55.904" v="5530" actId="47"/>
        <pc:sldMkLst>
          <pc:docMk/>
          <pc:sldMk cId="4029611619" sldId="2495"/>
        </pc:sldMkLst>
      </pc:sldChg>
      <pc:sldChg chg="del">
        <pc:chgData name="VICTOR JOSE GONZALEZ RODRIGUEZ" userId="3fdd7208-0adc-40d2-a594-662a5d66d0ad" providerId="ADAL" clId="{1AFBDEC1-951D-4A42-AA75-BF23C0FDBAFB}" dt="2023-10-26T08:25:55.904" v="5530" actId="47"/>
        <pc:sldMkLst>
          <pc:docMk/>
          <pc:sldMk cId="2506016153" sldId="2496"/>
        </pc:sldMkLst>
      </pc:sldChg>
      <pc:sldChg chg="del">
        <pc:chgData name="VICTOR JOSE GONZALEZ RODRIGUEZ" userId="3fdd7208-0adc-40d2-a594-662a5d66d0ad" providerId="ADAL" clId="{1AFBDEC1-951D-4A42-AA75-BF23C0FDBAFB}" dt="2023-10-26T08:25:55.904" v="5530" actId="47"/>
        <pc:sldMkLst>
          <pc:docMk/>
          <pc:sldMk cId="1270308417" sldId="2497"/>
        </pc:sldMkLst>
      </pc:sldChg>
      <pc:sldChg chg="del">
        <pc:chgData name="VICTOR JOSE GONZALEZ RODRIGUEZ" userId="3fdd7208-0adc-40d2-a594-662a5d66d0ad" providerId="ADAL" clId="{1AFBDEC1-951D-4A42-AA75-BF23C0FDBAFB}" dt="2023-10-26T08:25:55.904" v="5530" actId="47"/>
        <pc:sldMkLst>
          <pc:docMk/>
          <pc:sldMk cId="1123759154" sldId="2498"/>
        </pc:sldMkLst>
      </pc:sldChg>
      <pc:sldChg chg="del">
        <pc:chgData name="VICTOR JOSE GONZALEZ RODRIGUEZ" userId="3fdd7208-0adc-40d2-a594-662a5d66d0ad" providerId="ADAL" clId="{1AFBDEC1-951D-4A42-AA75-BF23C0FDBAFB}" dt="2023-10-26T08:25:55.904" v="5530" actId="47"/>
        <pc:sldMkLst>
          <pc:docMk/>
          <pc:sldMk cId="504096680" sldId="2499"/>
        </pc:sldMkLst>
      </pc:sldChg>
      <pc:sldChg chg="del">
        <pc:chgData name="VICTOR JOSE GONZALEZ RODRIGUEZ" userId="3fdd7208-0adc-40d2-a594-662a5d66d0ad" providerId="ADAL" clId="{1AFBDEC1-951D-4A42-AA75-BF23C0FDBAFB}" dt="2023-10-26T08:25:55.904" v="5530" actId="47"/>
        <pc:sldMkLst>
          <pc:docMk/>
          <pc:sldMk cId="759352555" sldId="2500"/>
        </pc:sldMkLst>
      </pc:sldChg>
      <pc:sldChg chg="del">
        <pc:chgData name="VICTOR JOSE GONZALEZ RODRIGUEZ" userId="3fdd7208-0adc-40d2-a594-662a5d66d0ad" providerId="ADAL" clId="{1AFBDEC1-951D-4A42-AA75-BF23C0FDBAFB}" dt="2023-10-26T08:25:55.904" v="5530" actId="47"/>
        <pc:sldMkLst>
          <pc:docMk/>
          <pc:sldMk cId="2031126438" sldId="2501"/>
        </pc:sldMkLst>
      </pc:sldChg>
      <pc:sldChg chg="del">
        <pc:chgData name="VICTOR JOSE GONZALEZ RODRIGUEZ" userId="3fdd7208-0adc-40d2-a594-662a5d66d0ad" providerId="ADAL" clId="{1AFBDEC1-951D-4A42-AA75-BF23C0FDBAFB}" dt="2023-10-26T08:25:55.904" v="5530" actId="47"/>
        <pc:sldMkLst>
          <pc:docMk/>
          <pc:sldMk cId="620284853" sldId="2502"/>
        </pc:sldMkLst>
      </pc:sldChg>
      <pc:sldChg chg="addSp modSp mod">
        <pc:chgData name="VICTOR JOSE GONZALEZ RODRIGUEZ" userId="3fdd7208-0adc-40d2-a594-662a5d66d0ad" providerId="ADAL" clId="{1AFBDEC1-951D-4A42-AA75-BF23C0FDBAFB}" dt="2023-10-26T08:18:17.501" v="4717" actId="20577"/>
        <pc:sldMkLst>
          <pc:docMk/>
          <pc:sldMk cId="3955324629" sldId="2505"/>
        </pc:sldMkLst>
      </pc:sldChg>
      <pc:sldChg chg="addSp delSp modSp mod">
        <pc:chgData name="VICTOR JOSE GONZALEZ RODRIGUEZ" userId="3fdd7208-0adc-40d2-a594-662a5d66d0ad" providerId="ADAL" clId="{1AFBDEC1-951D-4A42-AA75-BF23C0FDBAFB}" dt="2023-10-26T08:18:27.846" v="4719" actId="6549"/>
        <pc:sldMkLst>
          <pc:docMk/>
          <pc:sldMk cId="22404720" sldId="2506"/>
        </pc:sldMkLst>
      </pc:sldChg>
      <pc:sldChg chg="addSp delSp modSp mod">
        <pc:chgData name="VICTOR JOSE GONZALEZ RODRIGUEZ" userId="3fdd7208-0adc-40d2-a594-662a5d66d0ad" providerId="ADAL" clId="{1AFBDEC1-951D-4A42-AA75-BF23C0FDBAFB}" dt="2023-10-26T08:18:49.178" v="4751" actId="20577"/>
        <pc:sldMkLst>
          <pc:docMk/>
          <pc:sldMk cId="2392133634" sldId="2507"/>
        </pc:sldMkLst>
      </pc:sldChg>
      <pc:sldChg chg="addSp modSp mod">
        <pc:chgData name="VICTOR JOSE GONZALEZ RODRIGUEZ" userId="3fdd7208-0adc-40d2-a594-662a5d66d0ad" providerId="ADAL" clId="{1AFBDEC1-951D-4A42-AA75-BF23C0FDBAFB}" dt="2023-10-26T08:18:55.495" v="4752"/>
        <pc:sldMkLst>
          <pc:docMk/>
          <pc:sldMk cId="3795964386" sldId="2508"/>
        </pc:sldMkLst>
      </pc:sldChg>
      <pc:sldChg chg="addSp modSp mod">
        <pc:chgData name="VICTOR JOSE GONZALEZ RODRIGUEZ" userId="3fdd7208-0adc-40d2-a594-662a5d66d0ad" providerId="ADAL" clId="{1AFBDEC1-951D-4A42-AA75-BF23C0FDBAFB}" dt="2023-10-26T08:18:59.792" v="4753"/>
        <pc:sldMkLst>
          <pc:docMk/>
          <pc:sldMk cId="3454561786" sldId="2509"/>
        </pc:sldMkLst>
      </pc:sldChg>
      <pc:sldChg chg="addSp modSp mod">
        <pc:chgData name="VICTOR JOSE GONZALEZ RODRIGUEZ" userId="3fdd7208-0adc-40d2-a594-662a5d66d0ad" providerId="ADAL" clId="{1AFBDEC1-951D-4A42-AA75-BF23C0FDBAFB}" dt="2023-10-26T08:19:06.701" v="4767" actId="20577"/>
        <pc:sldMkLst>
          <pc:docMk/>
          <pc:sldMk cId="838758273" sldId="2510"/>
        </pc:sldMkLst>
      </pc:sldChg>
      <pc:sldChg chg="addSp modSp mod">
        <pc:chgData name="VICTOR JOSE GONZALEZ RODRIGUEZ" userId="3fdd7208-0adc-40d2-a594-662a5d66d0ad" providerId="ADAL" clId="{1AFBDEC1-951D-4A42-AA75-BF23C0FDBAFB}" dt="2023-10-26T08:19:13.576" v="4768"/>
        <pc:sldMkLst>
          <pc:docMk/>
          <pc:sldMk cId="2117164231" sldId="2511"/>
        </pc:sldMkLst>
      </pc:sldChg>
      <pc:sldChg chg="addSp modSp mod">
        <pc:chgData name="VICTOR JOSE GONZALEZ RODRIGUEZ" userId="3fdd7208-0adc-40d2-a594-662a5d66d0ad" providerId="ADAL" clId="{1AFBDEC1-951D-4A42-AA75-BF23C0FDBAFB}" dt="2023-10-26T08:19:21.531" v="4771" actId="1035"/>
        <pc:sldMkLst>
          <pc:docMk/>
          <pc:sldMk cId="1994517297" sldId="2512"/>
        </pc:sldMkLst>
      </pc:sldChg>
      <pc:sldChg chg="addSp delSp modSp mod">
        <pc:chgData name="VICTOR JOSE GONZALEZ RODRIGUEZ" userId="3fdd7208-0adc-40d2-a594-662a5d66d0ad" providerId="ADAL" clId="{1AFBDEC1-951D-4A42-AA75-BF23C0FDBAFB}" dt="2023-10-26T08:19:37.252" v="4796" actId="20577"/>
        <pc:sldMkLst>
          <pc:docMk/>
          <pc:sldMk cId="3311478713" sldId="2513"/>
        </pc:sldMkLst>
      </pc:sldChg>
      <pc:sldChg chg="addSp modSp mod">
        <pc:chgData name="VICTOR JOSE GONZALEZ RODRIGUEZ" userId="3fdd7208-0adc-40d2-a594-662a5d66d0ad" providerId="ADAL" clId="{1AFBDEC1-951D-4A42-AA75-BF23C0FDBAFB}" dt="2023-10-26T08:19:42.358" v="4797"/>
        <pc:sldMkLst>
          <pc:docMk/>
          <pc:sldMk cId="1549316958" sldId="2514"/>
        </pc:sldMkLst>
      </pc:sldChg>
      <pc:sldChg chg="addSp modSp mod">
        <pc:chgData name="VICTOR JOSE GONZALEZ RODRIGUEZ" userId="3fdd7208-0adc-40d2-a594-662a5d66d0ad" providerId="ADAL" clId="{1AFBDEC1-951D-4A42-AA75-BF23C0FDBAFB}" dt="2023-10-26T08:19:43.439" v="4798"/>
        <pc:sldMkLst>
          <pc:docMk/>
          <pc:sldMk cId="1790903025" sldId="2515"/>
        </pc:sldMkLst>
      </pc:sldChg>
      <pc:sldChg chg="addSp modSp mod">
        <pc:chgData name="VICTOR JOSE GONZALEZ RODRIGUEZ" userId="3fdd7208-0adc-40d2-a594-662a5d66d0ad" providerId="ADAL" clId="{1AFBDEC1-951D-4A42-AA75-BF23C0FDBAFB}" dt="2023-10-26T08:19:44.637" v="4799"/>
        <pc:sldMkLst>
          <pc:docMk/>
          <pc:sldMk cId="4195986614" sldId="2516"/>
        </pc:sldMkLst>
      </pc:sldChg>
      <pc:sldChg chg="addSp delSp modSp new mod">
        <pc:chgData name="VICTOR JOSE GONZALEZ RODRIGUEZ" userId="3fdd7208-0adc-40d2-a594-662a5d66d0ad" providerId="ADAL" clId="{1AFBDEC1-951D-4A42-AA75-BF23C0FDBAFB}" dt="2023-10-26T08:19:46.931" v="4801"/>
        <pc:sldMkLst>
          <pc:docMk/>
          <pc:sldMk cId="3908754984" sldId="2517"/>
        </pc:sldMkLst>
      </pc:sldChg>
      <pc:sldChg chg="addSp delSp modSp new mod">
        <pc:chgData name="VICTOR JOSE GONZALEZ RODRIGUEZ" userId="3fdd7208-0adc-40d2-a594-662a5d66d0ad" providerId="ADAL" clId="{1AFBDEC1-951D-4A42-AA75-BF23C0FDBAFB}" dt="2023-10-26T08:20:10.930" v="4814" actId="20577"/>
        <pc:sldMkLst>
          <pc:docMk/>
          <pc:sldMk cId="782730734" sldId="2518"/>
        </pc:sldMkLst>
      </pc:sldChg>
      <pc:sldChg chg="addSp modSp new mod">
        <pc:chgData name="VICTOR JOSE GONZALEZ RODRIGUEZ" userId="3fdd7208-0adc-40d2-a594-662a5d66d0ad" providerId="ADAL" clId="{1AFBDEC1-951D-4A42-AA75-BF23C0FDBAFB}" dt="2023-10-26T08:20:16.253" v="4815"/>
        <pc:sldMkLst>
          <pc:docMk/>
          <pc:sldMk cId="2190288100" sldId="2519"/>
        </pc:sldMkLst>
      </pc:sldChg>
      <pc:sldChg chg="addSp delSp modSp new mod">
        <pc:chgData name="VICTOR JOSE GONZALEZ RODRIGUEZ" userId="3fdd7208-0adc-40d2-a594-662a5d66d0ad" providerId="ADAL" clId="{1AFBDEC1-951D-4A42-AA75-BF23C0FDBAFB}" dt="2023-10-26T08:20:17.443" v="4816"/>
        <pc:sldMkLst>
          <pc:docMk/>
          <pc:sldMk cId="1771808252" sldId="2520"/>
        </pc:sldMkLst>
      </pc:sldChg>
      <pc:sldChg chg="addSp delSp modSp new mod">
        <pc:chgData name="VICTOR JOSE GONZALEZ RODRIGUEZ" userId="3fdd7208-0adc-40d2-a594-662a5d66d0ad" providerId="ADAL" clId="{1AFBDEC1-951D-4A42-AA75-BF23C0FDBAFB}" dt="2023-10-26T08:20:18.705" v="4817"/>
        <pc:sldMkLst>
          <pc:docMk/>
          <pc:sldMk cId="148025232" sldId="2521"/>
        </pc:sldMkLst>
      </pc:sldChg>
      <pc:sldChg chg="new del">
        <pc:chgData name="VICTOR JOSE GONZALEZ RODRIGUEZ" userId="3fdd7208-0adc-40d2-a594-662a5d66d0ad" providerId="ADAL" clId="{1AFBDEC1-951D-4A42-AA75-BF23C0FDBAFB}" dt="2023-10-26T08:25:55.904" v="5530" actId="47"/>
        <pc:sldMkLst>
          <pc:docMk/>
          <pc:sldMk cId="2410735257" sldId="2522"/>
        </pc:sldMkLst>
      </pc:sldChg>
      <pc:sldChg chg="addSp modSp new del mod">
        <pc:chgData name="VICTOR JOSE GONZALEZ RODRIGUEZ" userId="3fdd7208-0adc-40d2-a594-662a5d66d0ad" providerId="ADAL" clId="{1AFBDEC1-951D-4A42-AA75-BF23C0FDBAFB}" dt="2023-10-26T08:20:24.667" v="4818" actId="47"/>
        <pc:sldMkLst>
          <pc:docMk/>
          <pc:sldMk cId="2634112294" sldId="2523"/>
        </pc:sldMkLst>
      </pc:sldChg>
      <pc:sldChg chg="addSp modSp new mod">
        <pc:chgData name="VICTOR JOSE GONZALEZ RODRIGUEZ" userId="3fdd7208-0adc-40d2-a594-662a5d66d0ad" providerId="ADAL" clId="{1AFBDEC1-951D-4A42-AA75-BF23C0FDBAFB}" dt="2023-10-26T08:21:32.370" v="4988" actId="20577"/>
        <pc:sldMkLst>
          <pc:docMk/>
          <pc:sldMk cId="3597676476" sldId="2524"/>
        </pc:sldMkLst>
      </pc:sldChg>
      <pc:sldChg chg="addSp delSp modSp new mod">
        <pc:chgData name="VICTOR JOSE GONZALEZ RODRIGUEZ" userId="3fdd7208-0adc-40d2-a594-662a5d66d0ad" providerId="ADAL" clId="{1AFBDEC1-951D-4A42-AA75-BF23C0FDBAFB}" dt="2023-10-26T08:24:12.429" v="5408" actId="20577"/>
        <pc:sldMkLst>
          <pc:docMk/>
          <pc:sldMk cId="50284738" sldId="2525"/>
        </pc:sldMkLst>
      </pc:sldChg>
      <pc:sldChg chg="addSp modSp new mod">
        <pc:chgData name="VICTOR JOSE GONZALEZ RODRIGUEZ" userId="3fdd7208-0adc-40d2-a594-662a5d66d0ad" providerId="ADAL" clId="{1AFBDEC1-951D-4A42-AA75-BF23C0FDBAFB}" dt="2023-10-26T08:24:53.822" v="5522" actId="1036"/>
        <pc:sldMkLst>
          <pc:docMk/>
          <pc:sldMk cId="1126948009" sldId="2526"/>
        </pc:sldMkLst>
      </pc:sldChg>
      <pc:sldChg chg="addSp delSp modSp new mod">
        <pc:chgData name="VICTOR JOSE GONZALEZ RODRIGUEZ" userId="3fdd7208-0adc-40d2-a594-662a5d66d0ad" providerId="ADAL" clId="{1AFBDEC1-951D-4A42-AA75-BF23C0FDBAFB}" dt="2023-10-26T08:25:46.467" v="5529" actId="1076"/>
        <pc:sldMkLst>
          <pc:docMk/>
          <pc:sldMk cId="3818058071" sldId="2527"/>
        </pc:sldMkLst>
      </pc:sldChg>
      <pc:sldChg chg="new del">
        <pc:chgData name="VICTOR JOSE GONZALEZ RODRIGUEZ" userId="3fdd7208-0adc-40d2-a594-662a5d66d0ad" providerId="ADAL" clId="{1AFBDEC1-951D-4A42-AA75-BF23C0FDBAFB}" dt="2023-10-26T08:17:34.161" v="4593" actId="47"/>
        <pc:sldMkLst>
          <pc:docMk/>
          <pc:sldMk cId="400259157" sldId="2528"/>
        </pc:sldMkLst>
      </pc:sldChg>
      <pc:sldChg chg="modSp add mod">
        <pc:chgData name="VICTOR JOSE GONZALEZ RODRIGUEZ" userId="3fdd7208-0adc-40d2-a594-662a5d66d0ad" providerId="ADAL" clId="{1AFBDEC1-951D-4A42-AA75-BF23C0FDBAFB}" dt="2023-10-30T09:57:22.027" v="5788" actId="20577"/>
        <pc:sldMkLst>
          <pc:docMk/>
          <pc:sldMk cId="4279450020" sldId="2529"/>
        </pc:sldMkLst>
      </pc:sldChg>
      <pc:sldChg chg="modSp add mod">
        <pc:chgData name="VICTOR JOSE GONZALEZ RODRIGUEZ" userId="3fdd7208-0adc-40d2-a594-662a5d66d0ad" providerId="ADAL" clId="{1AFBDEC1-951D-4A42-AA75-BF23C0FDBAFB}" dt="2023-10-26T08:27:24.150" v="5714" actId="1036"/>
        <pc:sldMkLst>
          <pc:docMk/>
          <pc:sldMk cId="3696524031" sldId="2530"/>
        </pc:sldMkLst>
      </pc:sldChg>
      <pc:sldChg chg="modSp add mod">
        <pc:chgData name="VICTOR JOSE GONZALEZ RODRIGUEZ" userId="3fdd7208-0adc-40d2-a594-662a5d66d0ad" providerId="ADAL" clId="{1AFBDEC1-951D-4A42-AA75-BF23C0FDBAFB}" dt="2023-10-26T08:28:25.906" v="5786" actId="1036"/>
        <pc:sldMkLst>
          <pc:docMk/>
          <pc:sldMk cId="4128590556" sldId="2531"/>
        </pc:sldMkLst>
      </pc:sldChg>
      <pc:sldChg chg="modSp add mod">
        <pc:chgData name="VICTOR JOSE GONZALEZ RODRIGUEZ" userId="3fdd7208-0adc-40d2-a594-662a5d66d0ad" providerId="ADAL" clId="{1AFBDEC1-951D-4A42-AA75-BF23C0FDBAFB}" dt="2023-10-30T11:38:07.811" v="9081" actId="1035"/>
        <pc:sldMkLst>
          <pc:docMk/>
          <pc:sldMk cId="2463572395" sldId="2532"/>
        </pc:sldMkLst>
      </pc:sldChg>
      <pc:sldChg chg="addSp modSp new mod">
        <pc:chgData name="VICTOR JOSE GONZALEZ RODRIGUEZ" userId="3fdd7208-0adc-40d2-a594-662a5d66d0ad" providerId="ADAL" clId="{1AFBDEC1-951D-4A42-AA75-BF23C0FDBAFB}" dt="2023-10-30T09:58:48.410" v="5865" actId="20577"/>
        <pc:sldMkLst>
          <pc:docMk/>
          <pc:sldMk cId="2908024171" sldId="2533"/>
        </pc:sldMkLst>
      </pc:sldChg>
      <pc:sldChg chg="addSp modSp new mod">
        <pc:chgData name="VICTOR JOSE GONZALEZ RODRIGUEZ" userId="3fdd7208-0adc-40d2-a594-662a5d66d0ad" providerId="ADAL" clId="{1AFBDEC1-951D-4A42-AA75-BF23C0FDBAFB}" dt="2023-10-30T10:05:52.220" v="5870" actId="1076"/>
        <pc:sldMkLst>
          <pc:docMk/>
          <pc:sldMk cId="3009523378" sldId="2534"/>
        </pc:sldMkLst>
      </pc:sldChg>
      <pc:sldChg chg="addSp delSp modSp new mod">
        <pc:chgData name="VICTOR JOSE GONZALEZ RODRIGUEZ" userId="3fdd7208-0adc-40d2-a594-662a5d66d0ad" providerId="ADAL" clId="{1AFBDEC1-951D-4A42-AA75-BF23C0FDBAFB}" dt="2023-10-30T12:28:12.195" v="10642"/>
        <pc:sldMkLst>
          <pc:docMk/>
          <pc:sldMk cId="2688758692" sldId="2535"/>
        </pc:sldMkLst>
      </pc:sldChg>
      <pc:sldChg chg="addSp delSp modSp new mod">
        <pc:chgData name="VICTOR JOSE GONZALEZ RODRIGUEZ" userId="3fdd7208-0adc-40d2-a594-662a5d66d0ad" providerId="ADAL" clId="{1AFBDEC1-951D-4A42-AA75-BF23C0FDBAFB}" dt="2023-10-30T12:28:10.228" v="10641"/>
        <pc:sldMkLst>
          <pc:docMk/>
          <pc:sldMk cId="3682350710" sldId="2536"/>
        </pc:sldMkLst>
      </pc:sldChg>
      <pc:sldChg chg="addSp modSp new mod">
        <pc:chgData name="VICTOR JOSE GONZALEZ RODRIGUEZ" userId="3fdd7208-0adc-40d2-a594-662a5d66d0ad" providerId="ADAL" clId="{1AFBDEC1-951D-4A42-AA75-BF23C0FDBAFB}" dt="2023-10-30T12:28:08.451" v="10640"/>
        <pc:sldMkLst>
          <pc:docMk/>
          <pc:sldMk cId="3839126786" sldId="2537"/>
        </pc:sldMkLst>
      </pc:sldChg>
      <pc:sldChg chg="addSp modSp new mod">
        <pc:chgData name="VICTOR JOSE GONZALEZ RODRIGUEZ" userId="3fdd7208-0adc-40d2-a594-662a5d66d0ad" providerId="ADAL" clId="{1AFBDEC1-951D-4A42-AA75-BF23C0FDBAFB}" dt="2023-10-30T12:28:07.016" v="10639"/>
        <pc:sldMkLst>
          <pc:docMk/>
          <pc:sldMk cId="3011493853" sldId="2538"/>
        </pc:sldMkLst>
      </pc:sldChg>
      <pc:sldChg chg="addSp modSp new mod">
        <pc:chgData name="VICTOR JOSE GONZALEZ RODRIGUEZ" userId="3fdd7208-0adc-40d2-a594-662a5d66d0ad" providerId="ADAL" clId="{1AFBDEC1-951D-4A42-AA75-BF23C0FDBAFB}" dt="2023-10-30T12:27:54.442" v="10626"/>
        <pc:sldMkLst>
          <pc:docMk/>
          <pc:sldMk cId="1713063515" sldId="2539"/>
        </pc:sldMkLst>
      </pc:sldChg>
      <pc:sldChg chg="addSp modSp new mod">
        <pc:chgData name="VICTOR JOSE GONZALEZ RODRIGUEZ" userId="3fdd7208-0adc-40d2-a594-662a5d66d0ad" providerId="ADAL" clId="{1AFBDEC1-951D-4A42-AA75-BF23C0FDBAFB}" dt="2023-10-30T12:27:52.769" v="10625"/>
        <pc:sldMkLst>
          <pc:docMk/>
          <pc:sldMk cId="2008664784" sldId="2540"/>
        </pc:sldMkLst>
      </pc:sldChg>
      <pc:sldChg chg="addSp delSp modSp new mod">
        <pc:chgData name="VICTOR JOSE GONZALEZ RODRIGUEZ" userId="3fdd7208-0adc-40d2-a594-662a5d66d0ad" providerId="ADAL" clId="{1AFBDEC1-951D-4A42-AA75-BF23C0FDBAFB}" dt="2023-10-30T10:15:47.508" v="5924" actId="14100"/>
        <pc:sldMkLst>
          <pc:docMk/>
          <pc:sldMk cId="1494393858" sldId="2541"/>
        </pc:sldMkLst>
      </pc:sldChg>
      <pc:sldChg chg="addSp delSp modSp new mod">
        <pc:chgData name="VICTOR JOSE GONZALEZ RODRIGUEZ" userId="3fdd7208-0adc-40d2-a594-662a5d66d0ad" providerId="ADAL" clId="{1AFBDEC1-951D-4A42-AA75-BF23C0FDBAFB}" dt="2023-10-30T10:30:21.873" v="6184" actId="20577"/>
        <pc:sldMkLst>
          <pc:docMk/>
          <pc:sldMk cId="2840597660" sldId="2542"/>
        </pc:sldMkLst>
      </pc:sldChg>
      <pc:sldChg chg="addSp delSp modSp new mod">
        <pc:chgData name="VICTOR JOSE GONZALEZ RODRIGUEZ" userId="3fdd7208-0adc-40d2-a594-662a5d66d0ad" providerId="ADAL" clId="{1AFBDEC1-951D-4A42-AA75-BF23C0FDBAFB}" dt="2023-10-30T10:47:19.989" v="6304" actId="20577"/>
        <pc:sldMkLst>
          <pc:docMk/>
          <pc:sldMk cId="3601094019" sldId="2543"/>
        </pc:sldMkLst>
      </pc:sldChg>
      <pc:sldChg chg="addSp modSp new mod">
        <pc:chgData name="VICTOR JOSE GONZALEZ RODRIGUEZ" userId="3fdd7208-0adc-40d2-a594-662a5d66d0ad" providerId="ADAL" clId="{1AFBDEC1-951D-4A42-AA75-BF23C0FDBAFB}" dt="2023-10-30T10:48:03.997" v="6403" actId="14100"/>
        <pc:sldMkLst>
          <pc:docMk/>
          <pc:sldMk cId="380186977" sldId="2544"/>
        </pc:sldMkLst>
      </pc:sldChg>
      <pc:sldChg chg="addSp modSp new mod">
        <pc:chgData name="VICTOR JOSE GONZALEZ RODRIGUEZ" userId="3fdd7208-0adc-40d2-a594-662a5d66d0ad" providerId="ADAL" clId="{1AFBDEC1-951D-4A42-AA75-BF23C0FDBAFB}" dt="2023-10-30T10:48:57.261" v="6525" actId="14100"/>
        <pc:sldMkLst>
          <pc:docMk/>
          <pc:sldMk cId="2737927612" sldId="2545"/>
        </pc:sldMkLst>
      </pc:sldChg>
      <pc:sldChg chg="addSp delSp modSp new mod ord">
        <pc:chgData name="VICTOR JOSE GONZALEZ RODRIGUEZ" userId="3fdd7208-0adc-40d2-a594-662a5d66d0ad" providerId="ADAL" clId="{1AFBDEC1-951D-4A42-AA75-BF23C0FDBAFB}" dt="2023-10-30T11:06:20.135" v="7054" actId="14100"/>
        <pc:sldMkLst>
          <pc:docMk/>
          <pc:sldMk cId="136834174" sldId="2546"/>
        </pc:sldMkLst>
      </pc:sldChg>
      <pc:sldChg chg="addSp modSp new mod">
        <pc:chgData name="VICTOR JOSE GONZALEZ RODRIGUEZ" userId="3fdd7208-0adc-40d2-a594-662a5d66d0ad" providerId="ADAL" clId="{1AFBDEC1-951D-4A42-AA75-BF23C0FDBAFB}" dt="2023-10-30T10:53:54.978" v="6673" actId="1076"/>
        <pc:sldMkLst>
          <pc:docMk/>
          <pc:sldMk cId="3858724220" sldId="2547"/>
        </pc:sldMkLst>
      </pc:sldChg>
      <pc:sldChg chg="addSp modSp new mod">
        <pc:chgData name="VICTOR JOSE GONZALEZ RODRIGUEZ" userId="3fdd7208-0adc-40d2-a594-662a5d66d0ad" providerId="ADAL" clId="{1AFBDEC1-951D-4A42-AA75-BF23C0FDBAFB}" dt="2023-10-30T12:28:15.514" v="10644"/>
        <pc:sldMkLst>
          <pc:docMk/>
          <pc:sldMk cId="114466369" sldId="2548"/>
        </pc:sldMkLst>
      </pc:sldChg>
      <pc:sldChg chg="addSp delSp modSp new mod">
        <pc:chgData name="VICTOR JOSE GONZALEZ RODRIGUEZ" userId="3fdd7208-0adc-40d2-a594-662a5d66d0ad" providerId="ADAL" clId="{1AFBDEC1-951D-4A42-AA75-BF23C0FDBAFB}" dt="2023-10-30T12:28:14.022" v="10643"/>
        <pc:sldMkLst>
          <pc:docMk/>
          <pc:sldMk cId="1835910861" sldId="2549"/>
        </pc:sldMkLst>
      </pc:sldChg>
      <pc:sldChg chg="addSp delSp modSp new mod ord">
        <pc:chgData name="VICTOR JOSE GONZALEZ RODRIGUEZ" userId="3fdd7208-0adc-40d2-a594-662a5d66d0ad" providerId="ADAL" clId="{1AFBDEC1-951D-4A42-AA75-BF23C0FDBAFB}" dt="2023-10-30T11:16:17.268" v="7369" actId="20577"/>
        <pc:sldMkLst>
          <pc:docMk/>
          <pc:sldMk cId="823106848" sldId="2550"/>
        </pc:sldMkLst>
      </pc:sldChg>
      <pc:sldChg chg="addSp delSp modSp new mod">
        <pc:chgData name="VICTOR JOSE GONZALEZ RODRIGUEZ" userId="3fdd7208-0adc-40d2-a594-662a5d66d0ad" providerId="ADAL" clId="{1AFBDEC1-951D-4A42-AA75-BF23C0FDBAFB}" dt="2023-10-30T12:27:51.370" v="10624"/>
        <pc:sldMkLst>
          <pc:docMk/>
          <pc:sldMk cId="2456116360" sldId="2551"/>
        </pc:sldMkLst>
      </pc:sldChg>
      <pc:sldChg chg="addSp modSp new mod">
        <pc:chgData name="VICTOR JOSE GONZALEZ RODRIGUEZ" userId="3fdd7208-0adc-40d2-a594-662a5d66d0ad" providerId="ADAL" clId="{1AFBDEC1-951D-4A42-AA75-BF23C0FDBAFB}" dt="2023-10-30T12:27:49.915" v="10623"/>
        <pc:sldMkLst>
          <pc:docMk/>
          <pc:sldMk cId="322551350" sldId="2552"/>
        </pc:sldMkLst>
      </pc:sldChg>
      <pc:sldChg chg="addSp modSp new mod">
        <pc:chgData name="VICTOR JOSE GONZALEZ RODRIGUEZ" userId="3fdd7208-0adc-40d2-a594-662a5d66d0ad" providerId="ADAL" clId="{1AFBDEC1-951D-4A42-AA75-BF23C0FDBAFB}" dt="2023-10-30T12:27:45.339" v="10622" actId="20577"/>
        <pc:sldMkLst>
          <pc:docMk/>
          <pc:sldMk cId="2164998673" sldId="2553"/>
        </pc:sldMkLst>
      </pc:sldChg>
      <pc:sldChg chg="addSp delSp modSp new del mod">
        <pc:chgData name="VICTOR JOSE GONZALEZ RODRIGUEZ" userId="3fdd7208-0adc-40d2-a594-662a5d66d0ad" providerId="ADAL" clId="{1AFBDEC1-951D-4A42-AA75-BF23C0FDBAFB}" dt="2023-10-30T12:37:07.291" v="11499" actId="47"/>
        <pc:sldMkLst>
          <pc:docMk/>
          <pc:sldMk cId="3301859170" sldId="2554"/>
        </pc:sldMkLst>
      </pc:sldChg>
      <pc:sldChg chg="modSp add mod">
        <pc:chgData name="VICTOR JOSE GONZALEZ RODRIGUEZ" userId="3fdd7208-0adc-40d2-a594-662a5d66d0ad" providerId="ADAL" clId="{1AFBDEC1-951D-4A42-AA75-BF23C0FDBAFB}" dt="2023-10-30T11:38:24.516" v="9096" actId="20577"/>
        <pc:sldMkLst>
          <pc:docMk/>
          <pc:sldMk cId="1689091458" sldId="2555"/>
        </pc:sldMkLst>
      </pc:sldChg>
      <pc:sldChg chg="addSp modSp new mod">
        <pc:chgData name="VICTOR JOSE GONZALEZ RODRIGUEZ" userId="3fdd7208-0adc-40d2-a594-662a5d66d0ad" providerId="ADAL" clId="{1AFBDEC1-951D-4A42-AA75-BF23C0FDBAFB}" dt="2023-10-30T12:38:01.042" v="11697" actId="14100"/>
        <pc:sldMkLst>
          <pc:docMk/>
          <pc:sldMk cId="3589586132" sldId="2556"/>
        </pc:sldMkLst>
      </pc:sldChg>
      <pc:sldChg chg="addSp modSp new mod">
        <pc:chgData name="VICTOR JOSE GONZALEZ RODRIGUEZ" userId="3fdd7208-0adc-40d2-a594-662a5d66d0ad" providerId="ADAL" clId="{1AFBDEC1-951D-4A42-AA75-BF23C0FDBAFB}" dt="2023-10-30T12:39:52.229" v="11935" actId="6549"/>
        <pc:sldMkLst>
          <pc:docMk/>
          <pc:sldMk cId="3970542942" sldId="2557"/>
        </pc:sldMkLst>
      </pc:sldChg>
      <pc:sldChg chg="addSp modSp new mod">
        <pc:chgData name="VICTOR JOSE GONZALEZ RODRIGUEZ" userId="3fdd7208-0adc-40d2-a594-662a5d66d0ad" providerId="ADAL" clId="{1AFBDEC1-951D-4A42-AA75-BF23C0FDBAFB}" dt="2023-10-30T12:44:48.748" v="12454" actId="1076"/>
        <pc:sldMkLst>
          <pc:docMk/>
          <pc:sldMk cId="3745047553" sldId="2558"/>
        </pc:sldMkLst>
      </pc:sldChg>
      <pc:sldChg chg="new del">
        <pc:chgData name="VICTOR JOSE GONZALEZ RODRIGUEZ" userId="3fdd7208-0adc-40d2-a594-662a5d66d0ad" providerId="ADAL" clId="{1AFBDEC1-951D-4A42-AA75-BF23C0FDBAFB}" dt="2023-10-30T12:44:56.839" v="12455" actId="47"/>
        <pc:sldMkLst>
          <pc:docMk/>
          <pc:sldMk cId="3798776783" sldId="2559"/>
        </pc:sldMkLst>
      </pc:sldChg>
      <pc:sldChg chg="new del">
        <pc:chgData name="VICTOR JOSE GONZALEZ RODRIGUEZ" userId="3fdd7208-0adc-40d2-a594-662a5d66d0ad" providerId="ADAL" clId="{1AFBDEC1-951D-4A42-AA75-BF23C0FDBAFB}" dt="2023-10-30T12:44:56.839" v="12455" actId="47"/>
        <pc:sldMkLst>
          <pc:docMk/>
          <pc:sldMk cId="1038574300" sldId="2560"/>
        </pc:sldMkLst>
      </pc:sldChg>
      <pc:sldChg chg="new del">
        <pc:chgData name="VICTOR JOSE GONZALEZ RODRIGUEZ" userId="3fdd7208-0adc-40d2-a594-662a5d66d0ad" providerId="ADAL" clId="{1AFBDEC1-951D-4A42-AA75-BF23C0FDBAFB}" dt="2023-10-30T12:44:56.839" v="12455" actId="47"/>
        <pc:sldMkLst>
          <pc:docMk/>
          <pc:sldMk cId="4156083057" sldId="2561"/>
        </pc:sldMkLst>
      </pc:sldChg>
      <pc:sldChg chg="new del">
        <pc:chgData name="VICTOR JOSE GONZALEZ RODRIGUEZ" userId="3fdd7208-0adc-40d2-a594-662a5d66d0ad" providerId="ADAL" clId="{1AFBDEC1-951D-4A42-AA75-BF23C0FDBAFB}" dt="2023-10-30T12:44:56.839" v="12455" actId="47"/>
        <pc:sldMkLst>
          <pc:docMk/>
          <pc:sldMk cId="1829522938" sldId="2562"/>
        </pc:sldMkLst>
      </pc:sldChg>
      <pc:sldChg chg="addSp delSp modSp new mod">
        <pc:chgData name="VICTOR JOSE GONZALEZ RODRIGUEZ" userId="3fdd7208-0adc-40d2-a594-662a5d66d0ad" providerId="ADAL" clId="{1AFBDEC1-951D-4A42-AA75-BF23C0FDBAFB}" dt="2023-10-30T12:31:49.412" v="11159" actId="113"/>
        <pc:sldMkLst>
          <pc:docMk/>
          <pc:sldMk cId="1182830996" sldId="2563"/>
        </pc:sldMkLst>
      </pc:sldChg>
      <pc:sldChg chg="addSp modSp new del mod">
        <pc:chgData name="VICTOR JOSE GONZALEZ RODRIGUEZ" userId="3fdd7208-0adc-40d2-a594-662a5d66d0ad" providerId="ADAL" clId="{1AFBDEC1-951D-4A42-AA75-BF23C0FDBAFB}" dt="2023-10-30T12:37:07.291" v="11499" actId="47"/>
        <pc:sldMkLst>
          <pc:docMk/>
          <pc:sldMk cId="2821209636" sldId="2564"/>
        </pc:sldMkLst>
      </pc:sldChg>
      <pc:sldChg chg="addSp delSp modSp new mod">
        <pc:chgData name="VICTOR JOSE GONZALEZ RODRIGUEZ" userId="3fdd7208-0adc-40d2-a594-662a5d66d0ad" providerId="ADAL" clId="{1AFBDEC1-951D-4A42-AA75-BF23C0FDBAFB}" dt="2023-10-30T12:28:02.013" v="10638" actId="6549"/>
        <pc:sldMkLst>
          <pc:docMk/>
          <pc:sldMk cId="3517523362" sldId="2565"/>
        </pc:sldMkLst>
      </pc:sldChg>
      <pc:sldChg chg="new del">
        <pc:chgData name="VICTOR JOSE GONZALEZ RODRIGUEZ" userId="3fdd7208-0adc-40d2-a594-662a5d66d0ad" providerId="ADAL" clId="{1AFBDEC1-951D-4A42-AA75-BF23C0FDBAFB}" dt="2023-10-30T12:18:52.570" v="10018" actId="47"/>
        <pc:sldMkLst>
          <pc:docMk/>
          <pc:sldMk cId="1199224224" sldId="2566"/>
        </pc:sldMkLst>
      </pc:sldChg>
      <pc:sldChg chg="addSp delSp modSp new mod">
        <pc:chgData name="VICTOR JOSE GONZALEZ RODRIGUEZ" userId="3fdd7208-0adc-40d2-a594-662a5d66d0ad" providerId="ADAL" clId="{1AFBDEC1-951D-4A42-AA75-BF23C0FDBAFB}" dt="2023-10-30T12:36:49.572" v="11497" actId="1036"/>
        <pc:sldMkLst>
          <pc:docMk/>
          <pc:sldMk cId="1303373487" sldId="2566"/>
        </pc:sldMkLst>
      </pc:sldChg>
      <pc:sldChg chg="new del">
        <pc:chgData name="VICTOR JOSE GONZALEZ RODRIGUEZ" userId="3fdd7208-0adc-40d2-a594-662a5d66d0ad" providerId="ADAL" clId="{1AFBDEC1-951D-4A42-AA75-BF23C0FDBAFB}" dt="2023-10-30T12:14:48.769" v="9753" actId="47"/>
        <pc:sldMkLst>
          <pc:docMk/>
          <pc:sldMk cId="1904831263" sldId="2566"/>
        </pc:sldMkLst>
      </pc:sldChg>
      <pc:sldChg chg="new del">
        <pc:chgData name="VICTOR JOSE GONZALEZ RODRIGUEZ" userId="3fdd7208-0adc-40d2-a594-662a5d66d0ad" providerId="ADAL" clId="{1AFBDEC1-951D-4A42-AA75-BF23C0FDBAFB}" dt="2023-10-30T12:25:10.640" v="10227" actId="47"/>
        <pc:sldMkLst>
          <pc:docMk/>
          <pc:sldMk cId="2817599163" sldId="2566"/>
        </pc:sldMkLst>
      </pc:sldChg>
      <pc:sldChg chg="addSp delSp modSp new mod">
        <pc:chgData name="VICTOR JOSE GONZALEZ RODRIGUEZ" userId="3fdd7208-0adc-40d2-a594-662a5d66d0ad" providerId="ADAL" clId="{1AFBDEC1-951D-4A42-AA75-BF23C0FDBAFB}" dt="2023-11-23T19:05:03.855" v="12773" actId="1076"/>
        <pc:sldMkLst>
          <pc:docMk/>
          <pc:sldMk cId="2793667981" sldId="2567"/>
        </pc:sldMkLst>
      </pc:sldChg>
      <pc:sldChg chg="new del">
        <pc:chgData name="VICTOR JOSE GONZALEZ RODRIGUEZ" userId="3fdd7208-0adc-40d2-a594-662a5d66d0ad" providerId="ADAL" clId="{1AFBDEC1-951D-4A42-AA75-BF23C0FDBAFB}" dt="2023-10-30T12:36:53.869" v="11498" actId="47"/>
        <pc:sldMkLst>
          <pc:docMk/>
          <pc:sldMk cId="3692560160" sldId="2567"/>
        </pc:sldMkLst>
      </pc:sldChg>
    </pc:docChg>
  </pc:docChgLst>
  <pc:docChgLst>
    <pc:chgData name="VICTOR JOSE GONZALEZ RODRIGUEZ" userId="3fdd7208-0adc-40d2-a594-662a5d66d0ad" providerId="ADAL" clId="{CEBC7365-467F-4C3D-BF26-3D2F4E091355}"/>
    <pc:docChg chg="custSel addSld delSld modSld modSection">
      <pc:chgData name="VICTOR JOSE GONZALEZ RODRIGUEZ" userId="3fdd7208-0adc-40d2-a594-662a5d66d0ad" providerId="ADAL" clId="{CEBC7365-467F-4C3D-BF26-3D2F4E091355}" dt="2022-09-14T10:24:02.195" v="472" actId="47"/>
      <pc:docMkLst>
        <pc:docMk/>
      </pc:docMkLst>
      <pc:sldChg chg="modSp mod">
        <pc:chgData name="VICTOR JOSE GONZALEZ RODRIGUEZ" userId="3fdd7208-0adc-40d2-a594-662a5d66d0ad" providerId="ADAL" clId="{CEBC7365-467F-4C3D-BF26-3D2F4E091355}" dt="2022-09-14T10:22:54.573" v="466" actId="14100"/>
        <pc:sldMkLst>
          <pc:docMk/>
          <pc:sldMk cId="224751069" sldId="2038"/>
        </pc:sldMkLst>
      </pc:sldChg>
      <pc:sldChg chg="addSp delSp modSp mod">
        <pc:chgData name="VICTOR JOSE GONZALEZ RODRIGUEZ" userId="3fdd7208-0adc-40d2-a594-662a5d66d0ad" providerId="ADAL" clId="{CEBC7365-467F-4C3D-BF26-3D2F4E091355}" dt="2022-09-14T10:23:54.076" v="471" actId="14100"/>
        <pc:sldMkLst>
          <pc:docMk/>
          <pc:sldMk cId="2921896135" sldId="2042"/>
        </pc:sldMkLst>
      </pc:sldChg>
      <pc:sldChg chg="del">
        <pc:chgData name="VICTOR JOSE GONZALEZ RODRIGUEZ" userId="3fdd7208-0adc-40d2-a594-662a5d66d0ad" providerId="ADAL" clId="{CEBC7365-467F-4C3D-BF26-3D2F4E091355}" dt="2022-09-14T10:24:02.195" v="472" actId="47"/>
        <pc:sldMkLst>
          <pc:docMk/>
          <pc:sldMk cId="3700022028" sldId="2044"/>
        </pc:sldMkLst>
      </pc:sldChg>
      <pc:sldChg chg="modSp mod">
        <pc:chgData name="VICTOR JOSE GONZALEZ RODRIGUEZ" userId="3fdd7208-0adc-40d2-a594-662a5d66d0ad" providerId="ADAL" clId="{CEBC7365-467F-4C3D-BF26-3D2F4E091355}" dt="2022-09-14T09:47:29.615" v="1" actId="167"/>
        <pc:sldMkLst>
          <pc:docMk/>
          <pc:sldMk cId="3870854288" sldId="2381"/>
        </pc:sldMkLst>
      </pc:sldChg>
      <pc:sldChg chg="modSp mod">
        <pc:chgData name="VICTOR JOSE GONZALEZ RODRIGUEZ" userId="3fdd7208-0adc-40d2-a594-662a5d66d0ad" providerId="ADAL" clId="{CEBC7365-467F-4C3D-BF26-3D2F4E091355}" dt="2022-09-14T09:51:29.125" v="2" actId="20577"/>
        <pc:sldMkLst>
          <pc:docMk/>
          <pc:sldMk cId="2267607168" sldId="2390"/>
        </pc:sldMkLst>
      </pc:sldChg>
      <pc:sldChg chg="modSp mod">
        <pc:chgData name="VICTOR JOSE GONZALEZ RODRIGUEZ" userId="3fdd7208-0adc-40d2-a594-662a5d66d0ad" providerId="ADAL" clId="{CEBC7365-467F-4C3D-BF26-3D2F4E091355}" dt="2022-09-14T09:51:36.435" v="4" actId="1035"/>
        <pc:sldMkLst>
          <pc:docMk/>
          <pc:sldMk cId="4100853280" sldId="2391"/>
        </pc:sldMkLst>
      </pc:sldChg>
      <pc:sldChg chg="modSp mod">
        <pc:chgData name="VICTOR JOSE GONZALEZ RODRIGUEZ" userId="3fdd7208-0adc-40d2-a594-662a5d66d0ad" providerId="ADAL" clId="{CEBC7365-467F-4C3D-BF26-3D2F4E091355}" dt="2022-09-14T09:51:49.471" v="5" actId="114"/>
        <pc:sldMkLst>
          <pc:docMk/>
          <pc:sldMk cId="2056290964" sldId="2392"/>
        </pc:sldMkLst>
      </pc:sldChg>
      <pc:sldChg chg="modSp mod">
        <pc:chgData name="VICTOR JOSE GONZALEZ RODRIGUEZ" userId="3fdd7208-0adc-40d2-a594-662a5d66d0ad" providerId="ADAL" clId="{CEBC7365-467F-4C3D-BF26-3D2F4E091355}" dt="2022-09-14T09:54:18.938" v="143" actId="1035"/>
        <pc:sldMkLst>
          <pc:docMk/>
          <pc:sldMk cId="1891517403" sldId="2393"/>
        </pc:sldMkLst>
      </pc:sldChg>
      <pc:sldChg chg="modSp mod">
        <pc:chgData name="VICTOR JOSE GONZALEZ RODRIGUEZ" userId="3fdd7208-0adc-40d2-a594-662a5d66d0ad" providerId="ADAL" clId="{CEBC7365-467F-4C3D-BF26-3D2F4E091355}" dt="2022-09-14T09:52:56.655" v="112" actId="20577"/>
        <pc:sldMkLst>
          <pc:docMk/>
          <pc:sldMk cId="2136969201" sldId="2398"/>
        </pc:sldMkLst>
      </pc:sldChg>
      <pc:sldChg chg="addSp modSp mod">
        <pc:chgData name="VICTOR JOSE GONZALEZ RODRIGUEZ" userId="3fdd7208-0adc-40d2-a594-662a5d66d0ad" providerId="ADAL" clId="{CEBC7365-467F-4C3D-BF26-3D2F4E091355}" dt="2022-09-14T09:53:49.091" v="140" actId="1035"/>
        <pc:sldMkLst>
          <pc:docMk/>
          <pc:sldMk cId="792233002" sldId="2399"/>
        </pc:sldMkLst>
      </pc:sldChg>
      <pc:sldChg chg="modSp mod">
        <pc:chgData name="VICTOR JOSE GONZALEZ RODRIGUEZ" userId="3fdd7208-0adc-40d2-a594-662a5d66d0ad" providerId="ADAL" clId="{CEBC7365-467F-4C3D-BF26-3D2F4E091355}" dt="2022-09-14T09:54:12.342" v="142" actId="14100"/>
        <pc:sldMkLst>
          <pc:docMk/>
          <pc:sldMk cId="2289292503" sldId="2400"/>
        </pc:sldMkLst>
      </pc:sldChg>
      <pc:sldChg chg="delSp mod">
        <pc:chgData name="VICTOR JOSE GONZALEZ RODRIGUEZ" userId="3fdd7208-0adc-40d2-a594-662a5d66d0ad" providerId="ADAL" clId="{CEBC7365-467F-4C3D-BF26-3D2F4E091355}" dt="2022-09-14T09:47:19.894" v="0" actId="478"/>
        <pc:sldMkLst>
          <pc:docMk/>
          <pc:sldMk cId="1497462584" sldId="2440"/>
        </pc:sldMkLst>
      </pc:sldChg>
      <pc:sldChg chg="addSp delSp modSp new mod">
        <pc:chgData name="VICTOR JOSE GONZALEZ RODRIGUEZ" userId="3fdd7208-0adc-40d2-a594-662a5d66d0ad" providerId="ADAL" clId="{CEBC7365-467F-4C3D-BF26-3D2F4E091355}" dt="2022-09-14T10:22:23.854" v="465" actId="1076"/>
        <pc:sldMkLst>
          <pc:docMk/>
          <pc:sldMk cId="910570988" sldId="2441"/>
        </pc:sldMkLst>
      </pc:sldChg>
    </pc:docChg>
  </pc:docChgLst>
  <pc:docChgLst>
    <pc:chgData name="VICTOR JOSE GONZALEZ RODRIGUEZ" userId="3fdd7208-0adc-40d2-a594-662a5d66d0ad" providerId="ADAL" clId="{BE4BE26B-2B32-436B-AFC4-3B7D5782D6A1}"/>
    <pc:docChg chg="undo custSel addSld modSld modSection">
      <pc:chgData name="VICTOR JOSE GONZALEZ RODRIGUEZ" userId="3fdd7208-0adc-40d2-a594-662a5d66d0ad" providerId="ADAL" clId="{BE4BE26B-2B32-436B-AFC4-3B7D5782D6A1}" dt="2023-09-17T18:29:30.555" v="6116" actId="1037"/>
      <pc:docMkLst>
        <pc:docMk/>
      </pc:docMkLst>
      <pc:sldChg chg="modSp mod">
        <pc:chgData name="VICTOR JOSE GONZALEZ RODRIGUEZ" userId="3fdd7208-0adc-40d2-a594-662a5d66d0ad" providerId="ADAL" clId="{BE4BE26B-2B32-436B-AFC4-3B7D5782D6A1}" dt="2023-09-17T06:05:35.804" v="60" actId="255"/>
        <pc:sldMkLst>
          <pc:docMk/>
          <pc:sldMk cId="1698760526" sldId="257"/>
        </pc:sldMkLst>
      </pc:sldChg>
      <pc:sldChg chg="addSp delSp modSp mod">
        <pc:chgData name="VICTOR JOSE GONZALEZ RODRIGUEZ" userId="3fdd7208-0adc-40d2-a594-662a5d66d0ad" providerId="ADAL" clId="{BE4BE26B-2B32-436B-AFC4-3B7D5782D6A1}" dt="2023-09-17T15:31:09.297" v="4988" actId="207"/>
        <pc:sldMkLst>
          <pc:docMk/>
          <pc:sldMk cId="3977480582" sldId="1789"/>
        </pc:sldMkLst>
      </pc:sldChg>
      <pc:sldChg chg="modSp mod">
        <pc:chgData name="VICTOR JOSE GONZALEZ RODRIGUEZ" userId="3fdd7208-0adc-40d2-a594-662a5d66d0ad" providerId="ADAL" clId="{BE4BE26B-2B32-436B-AFC4-3B7D5782D6A1}" dt="2023-09-17T06:06:01.047" v="79" actId="20577"/>
        <pc:sldMkLst>
          <pc:docMk/>
          <pc:sldMk cId="157313400" sldId="2030"/>
        </pc:sldMkLst>
      </pc:sldChg>
      <pc:sldChg chg="addSp modSp new mod">
        <pc:chgData name="VICTOR JOSE GONZALEZ RODRIGUEZ" userId="3fdd7208-0adc-40d2-a594-662a5d66d0ad" providerId="ADAL" clId="{BE4BE26B-2B32-436B-AFC4-3B7D5782D6A1}" dt="2023-09-17T15:31:25.111" v="4990" actId="1076"/>
        <pc:sldMkLst>
          <pc:docMk/>
          <pc:sldMk cId="39202895" sldId="2441"/>
        </pc:sldMkLst>
      </pc:sldChg>
      <pc:sldChg chg="addSp modSp new mod">
        <pc:chgData name="VICTOR JOSE GONZALEZ RODRIGUEZ" userId="3fdd7208-0adc-40d2-a594-662a5d66d0ad" providerId="ADAL" clId="{BE4BE26B-2B32-436B-AFC4-3B7D5782D6A1}" dt="2023-09-17T15:31:33.431" v="4992" actId="1076"/>
        <pc:sldMkLst>
          <pc:docMk/>
          <pc:sldMk cId="4148701996" sldId="2442"/>
        </pc:sldMkLst>
      </pc:sldChg>
      <pc:sldChg chg="addSp delSp modSp new mod">
        <pc:chgData name="VICTOR JOSE GONZALEZ RODRIGUEZ" userId="3fdd7208-0adc-40d2-a594-662a5d66d0ad" providerId="ADAL" clId="{BE4BE26B-2B32-436B-AFC4-3B7D5782D6A1}" dt="2023-09-17T15:31:39.605" v="4995" actId="1076"/>
        <pc:sldMkLst>
          <pc:docMk/>
          <pc:sldMk cId="2978515040" sldId="2443"/>
        </pc:sldMkLst>
      </pc:sldChg>
      <pc:sldChg chg="addSp modSp new mod">
        <pc:chgData name="VICTOR JOSE GONZALEZ RODRIGUEZ" userId="3fdd7208-0adc-40d2-a594-662a5d66d0ad" providerId="ADAL" clId="{BE4BE26B-2B32-436B-AFC4-3B7D5782D6A1}" dt="2023-09-17T15:31:47.030" v="4997" actId="207"/>
        <pc:sldMkLst>
          <pc:docMk/>
          <pc:sldMk cId="2545431844" sldId="2444"/>
        </pc:sldMkLst>
      </pc:sldChg>
      <pc:sldChg chg="addSp modSp new mod">
        <pc:chgData name="VICTOR JOSE GONZALEZ RODRIGUEZ" userId="3fdd7208-0adc-40d2-a594-662a5d66d0ad" providerId="ADAL" clId="{BE4BE26B-2B32-436B-AFC4-3B7D5782D6A1}" dt="2023-09-17T15:30:33.505" v="4987" actId="207"/>
        <pc:sldMkLst>
          <pc:docMk/>
          <pc:sldMk cId="1876224368" sldId="2445"/>
        </pc:sldMkLst>
      </pc:sldChg>
      <pc:sldChg chg="addSp delSp modSp new mod">
        <pc:chgData name="VICTOR JOSE GONZALEZ RODRIGUEZ" userId="3fdd7208-0adc-40d2-a594-662a5d66d0ad" providerId="ADAL" clId="{BE4BE26B-2B32-436B-AFC4-3B7D5782D6A1}" dt="2023-09-17T15:31:58.020" v="4998" actId="207"/>
        <pc:sldMkLst>
          <pc:docMk/>
          <pc:sldMk cId="3931334216" sldId="2446"/>
        </pc:sldMkLst>
      </pc:sldChg>
      <pc:sldChg chg="addSp delSp modSp new mod">
        <pc:chgData name="VICTOR JOSE GONZALEZ RODRIGUEZ" userId="3fdd7208-0adc-40d2-a594-662a5d66d0ad" providerId="ADAL" clId="{BE4BE26B-2B32-436B-AFC4-3B7D5782D6A1}" dt="2023-09-17T15:32:21.847" v="5005" actId="1076"/>
        <pc:sldMkLst>
          <pc:docMk/>
          <pc:sldMk cId="3462274727" sldId="2447"/>
        </pc:sldMkLst>
      </pc:sldChg>
      <pc:sldChg chg="addSp modSp new mod">
        <pc:chgData name="VICTOR JOSE GONZALEZ RODRIGUEZ" userId="3fdd7208-0adc-40d2-a594-662a5d66d0ad" providerId="ADAL" clId="{BE4BE26B-2B32-436B-AFC4-3B7D5782D6A1}" dt="2023-09-17T15:32:41.624" v="5009" actId="1036"/>
        <pc:sldMkLst>
          <pc:docMk/>
          <pc:sldMk cId="1231096681" sldId="2448"/>
        </pc:sldMkLst>
      </pc:sldChg>
      <pc:sldChg chg="addSp modSp new mod">
        <pc:chgData name="VICTOR JOSE GONZALEZ RODRIGUEZ" userId="3fdd7208-0adc-40d2-a594-662a5d66d0ad" providerId="ADAL" clId="{BE4BE26B-2B32-436B-AFC4-3B7D5782D6A1}" dt="2023-09-17T15:33:02.205" v="5012" actId="1076"/>
        <pc:sldMkLst>
          <pc:docMk/>
          <pc:sldMk cId="3867896169" sldId="2449"/>
        </pc:sldMkLst>
      </pc:sldChg>
      <pc:sldChg chg="addSp delSp modSp new mod">
        <pc:chgData name="VICTOR JOSE GONZALEZ RODRIGUEZ" userId="3fdd7208-0adc-40d2-a594-662a5d66d0ad" providerId="ADAL" clId="{BE4BE26B-2B32-436B-AFC4-3B7D5782D6A1}" dt="2023-09-17T15:33:17.117" v="5015" actId="1076"/>
        <pc:sldMkLst>
          <pc:docMk/>
          <pc:sldMk cId="1638656468" sldId="2450"/>
        </pc:sldMkLst>
      </pc:sldChg>
      <pc:sldChg chg="addSp modSp new mod">
        <pc:chgData name="VICTOR JOSE GONZALEZ RODRIGUEZ" userId="3fdd7208-0adc-40d2-a594-662a5d66d0ad" providerId="ADAL" clId="{BE4BE26B-2B32-436B-AFC4-3B7D5782D6A1}" dt="2023-09-17T15:33:27.651" v="5017" actId="1076"/>
        <pc:sldMkLst>
          <pc:docMk/>
          <pc:sldMk cId="168579606" sldId="2451"/>
        </pc:sldMkLst>
      </pc:sldChg>
      <pc:sldChg chg="addSp modSp new mod">
        <pc:chgData name="VICTOR JOSE GONZALEZ RODRIGUEZ" userId="3fdd7208-0adc-40d2-a594-662a5d66d0ad" providerId="ADAL" clId="{BE4BE26B-2B32-436B-AFC4-3B7D5782D6A1}" dt="2023-09-17T15:33:40.354" v="5022" actId="1076"/>
        <pc:sldMkLst>
          <pc:docMk/>
          <pc:sldMk cId="1516755829" sldId="2452"/>
        </pc:sldMkLst>
      </pc:sldChg>
      <pc:sldChg chg="addSp modSp new mod">
        <pc:chgData name="VICTOR JOSE GONZALEZ RODRIGUEZ" userId="3fdd7208-0adc-40d2-a594-662a5d66d0ad" providerId="ADAL" clId="{BE4BE26B-2B32-436B-AFC4-3B7D5782D6A1}" dt="2023-09-17T15:34:02.696" v="5027" actId="1076"/>
        <pc:sldMkLst>
          <pc:docMk/>
          <pc:sldMk cId="685333443" sldId="2453"/>
        </pc:sldMkLst>
      </pc:sldChg>
      <pc:sldChg chg="addSp modSp new mod">
        <pc:chgData name="VICTOR JOSE GONZALEZ RODRIGUEZ" userId="3fdd7208-0adc-40d2-a594-662a5d66d0ad" providerId="ADAL" clId="{BE4BE26B-2B32-436B-AFC4-3B7D5782D6A1}" dt="2023-09-17T15:34:11.961" v="5031" actId="1036"/>
        <pc:sldMkLst>
          <pc:docMk/>
          <pc:sldMk cId="480221108" sldId="2454"/>
        </pc:sldMkLst>
      </pc:sldChg>
      <pc:sldChg chg="addSp modSp new mod">
        <pc:chgData name="VICTOR JOSE GONZALEZ RODRIGUEZ" userId="3fdd7208-0adc-40d2-a594-662a5d66d0ad" providerId="ADAL" clId="{BE4BE26B-2B32-436B-AFC4-3B7D5782D6A1}" dt="2023-09-17T15:34:28.187" v="5035" actId="1036"/>
        <pc:sldMkLst>
          <pc:docMk/>
          <pc:sldMk cId="991173990" sldId="2455"/>
        </pc:sldMkLst>
      </pc:sldChg>
      <pc:sldChg chg="addSp modSp new mod">
        <pc:chgData name="VICTOR JOSE GONZALEZ RODRIGUEZ" userId="3fdd7208-0adc-40d2-a594-662a5d66d0ad" providerId="ADAL" clId="{BE4BE26B-2B32-436B-AFC4-3B7D5782D6A1}" dt="2023-09-17T15:34:35.508" v="5036" actId="207"/>
        <pc:sldMkLst>
          <pc:docMk/>
          <pc:sldMk cId="2225269624" sldId="2456"/>
        </pc:sldMkLst>
      </pc:sldChg>
      <pc:sldChg chg="addSp modSp new mod">
        <pc:chgData name="VICTOR JOSE GONZALEZ RODRIGUEZ" userId="3fdd7208-0adc-40d2-a594-662a5d66d0ad" providerId="ADAL" clId="{BE4BE26B-2B32-436B-AFC4-3B7D5782D6A1}" dt="2023-09-17T15:34:44.361" v="5038" actId="1076"/>
        <pc:sldMkLst>
          <pc:docMk/>
          <pc:sldMk cId="3744867587" sldId="2457"/>
        </pc:sldMkLst>
      </pc:sldChg>
      <pc:sldChg chg="addSp modSp new mod">
        <pc:chgData name="VICTOR JOSE GONZALEZ RODRIGUEZ" userId="3fdd7208-0adc-40d2-a594-662a5d66d0ad" providerId="ADAL" clId="{BE4BE26B-2B32-436B-AFC4-3B7D5782D6A1}" dt="2023-09-17T15:34:57.439" v="5043" actId="1035"/>
        <pc:sldMkLst>
          <pc:docMk/>
          <pc:sldMk cId="536980422" sldId="2458"/>
        </pc:sldMkLst>
      </pc:sldChg>
      <pc:sldChg chg="addSp modSp new mod">
        <pc:chgData name="VICTOR JOSE GONZALEZ RODRIGUEZ" userId="3fdd7208-0adc-40d2-a594-662a5d66d0ad" providerId="ADAL" clId="{BE4BE26B-2B32-436B-AFC4-3B7D5782D6A1}" dt="2023-09-17T15:35:09.151" v="5048" actId="1036"/>
        <pc:sldMkLst>
          <pc:docMk/>
          <pc:sldMk cId="2231793445" sldId="2459"/>
        </pc:sldMkLst>
      </pc:sldChg>
      <pc:sldChg chg="addSp modSp new mod">
        <pc:chgData name="VICTOR JOSE GONZALEZ RODRIGUEZ" userId="3fdd7208-0adc-40d2-a594-662a5d66d0ad" providerId="ADAL" clId="{BE4BE26B-2B32-436B-AFC4-3B7D5782D6A1}" dt="2023-09-17T15:35:17.274" v="5049" actId="207"/>
        <pc:sldMkLst>
          <pc:docMk/>
          <pc:sldMk cId="2855780775" sldId="2460"/>
        </pc:sldMkLst>
      </pc:sldChg>
      <pc:sldChg chg="addSp modSp new mod">
        <pc:chgData name="VICTOR JOSE GONZALEZ RODRIGUEZ" userId="3fdd7208-0adc-40d2-a594-662a5d66d0ad" providerId="ADAL" clId="{BE4BE26B-2B32-436B-AFC4-3B7D5782D6A1}" dt="2023-09-17T15:35:24.398" v="5050" actId="1076"/>
        <pc:sldMkLst>
          <pc:docMk/>
          <pc:sldMk cId="3189196607" sldId="2461"/>
        </pc:sldMkLst>
      </pc:sldChg>
      <pc:sldChg chg="addSp modSp new mod">
        <pc:chgData name="VICTOR JOSE GONZALEZ RODRIGUEZ" userId="3fdd7208-0adc-40d2-a594-662a5d66d0ad" providerId="ADAL" clId="{BE4BE26B-2B32-436B-AFC4-3B7D5782D6A1}" dt="2023-09-17T15:35:31.920" v="5051" actId="207"/>
        <pc:sldMkLst>
          <pc:docMk/>
          <pc:sldMk cId="1126934350" sldId="2462"/>
        </pc:sldMkLst>
      </pc:sldChg>
      <pc:sldChg chg="addSp modSp new mod">
        <pc:chgData name="VICTOR JOSE GONZALEZ RODRIGUEZ" userId="3fdd7208-0adc-40d2-a594-662a5d66d0ad" providerId="ADAL" clId="{BE4BE26B-2B32-436B-AFC4-3B7D5782D6A1}" dt="2023-09-17T15:35:57.789" v="5053" actId="1036"/>
        <pc:sldMkLst>
          <pc:docMk/>
          <pc:sldMk cId="1408337631" sldId="2463"/>
        </pc:sldMkLst>
      </pc:sldChg>
      <pc:sldChg chg="addSp modSp new mod">
        <pc:chgData name="VICTOR JOSE GONZALEZ RODRIGUEZ" userId="3fdd7208-0adc-40d2-a594-662a5d66d0ad" providerId="ADAL" clId="{BE4BE26B-2B32-436B-AFC4-3B7D5782D6A1}" dt="2023-09-17T15:36:08.318" v="5057" actId="1076"/>
        <pc:sldMkLst>
          <pc:docMk/>
          <pc:sldMk cId="61182676" sldId="2464"/>
        </pc:sldMkLst>
      </pc:sldChg>
      <pc:sldChg chg="addSp modSp new mod">
        <pc:chgData name="VICTOR JOSE GONZALEZ RODRIGUEZ" userId="3fdd7208-0adc-40d2-a594-662a5d66d0ad" providerId="ADAL" clId="{BE4BE26B-2B32-436B-AFC4-3B7D5782D6A1}" dt="2023-09-17T15:37:00.868" v="5168" actId="20577"/>
        <pc:sldMkLst>
          <pc:docMk/>
          <pc:sldMk cId="2500497500" sldId="2465"/>
        </pc:sldMkLst>
      </pc:sldChg>
      <pc:sldChg chg="addSp modSp new mod">
        <pc:chgData name="VICTOR JOSE GONZALEZ RODRIGUEZ" userId="3fdd7208-0adc-40d2-a594-662a5d66d0ad" providerId="ADAL" clId="{BE4BE26B-2B32-436B-AFC4-3B7D5782D6A1}" dt="2023-09-17T15:40:30.797" v="5550" actId="1076"/>
        <pc:sldMkLst>
          <pc:docMk/>
          <pc:sldMk cId="2657282778" sldId="2466"/>
        </pc:sldMkLst>
      </pc:sldChg>
      <pc:sldChg chg="addSp modSp new mod">
        <pc:chgData name="VICTOR JOSE GONZALEZ RODRIGUEZ" userId="3fdd7208-0adc-40d2-a594-662a5d66d0ad" providerId="ADAL" clId="{BE4BE26B-2B32-436B-AFC4-3B7D5782D6A1}" dt="2023-09-17T15:43:41.183" v="5740" actId="14100"/>
        <pc:sldMkLst>
          <pc:docMk/>
          <pc:sldMk cId="3240040361" sldId="2467"/>
        </pc:sldMkLst>
      </pc:sldChg>
      <pc:sldChg chg="addSp modSp new mod">
        <pc:chgData name="VICTOR JOSE GONZALEZ RODRIGUEZ" userId="3fdd7208-0adc-40d2-a594-662a5d66d0ad" providerId="ADAL" clId="{BE4BE26B-2B32-436B-AFC4-3B7D5782D6A1}" dt="2023-09-17T15:44:11.640" v="5821" actId="20577"/>
        <pc:sldMkLst>
          <pc:docMk/>
          <pc:sldMk cId="803836440" sldId="2468"/>
        </pc:sldMkLst>
      </pc:sldChg>
      <pc:sldChg chg="addSp modSp new mod">
        <pc:chgData name="VICTOR JOSE GONZALEZ RODRIGUEZ" userId="3fdd7208-0adc-40d2-a594-662a5d66d0ad" providerId="ADAL" clId="{BE4BE26B-2B32-436B-AFC4-3B7D5782D6A1}" dt="2023-09-17T15:51:45.359" v="6094" actId="1076"/>
        <pc:sldMkLst>
          <pc:docMk/>
          <pc:sldMk cId="4065485816" sldId="2469"/>
        </pc:sldMkLst>
      </pc:sldChg>
      <pc:sldChg chg="addSp delSp modSp new mod">
        <pc:chgData name="VICTOR JOSE GONZALEZ RODRIGUEZ" userId="3fdd7208-0adc-40d2-a594-662a5d66d0ad" providerId="ADAL" clId="{BE4BE26B-2B32-436B-AFC4-3B7D5782D6A1}" dt="2023-09-17T18:29:30.555" v="6116" actId="1037"/>
        <pc:sldMkLst>
          <pc:docMk/>
          <pc:sldMk cId="1921366399" sldId="2470"/>
        </pc:sldMkLst>
      </pc:sldChg>
      <pc:sldChg chg="addSp modSp new mod">
        <pc:chgData name="VICTOR JOSE GONZALEZ RODRIGUEZ" userId="3fdd7208-0adc-40d2-a594-662a5d66d0ad" providerId="ADAL" clId="{BE4BE26B-2B32-436B-AFC4-3B7D5782D6A1}" dt="2023-09-17T15:29:34.452" v="4971"/>
        <pc:sldMkLst>
          <pc:docMk/>
          <pc:sldMk cId="1698856658" sldId="2471"/>
        </pc:sldMkLst>
      </pc:sldChg>
      <pc:sldChg chg="addSp modSp new mod">
        <pc:chgData name="VICTOR JOSE GONZALEZ RODRIGUEZ" userId="3fdd7208-0adc-40d2-a594-662a5d66d0ad" providerId="ADAL" clId="{BE4BE26B-2B32-436B-AFC4-3B7D5782D6A1}" dt="2023-09-17T15:29:35.595" v="4972"/>
        <pc:sldMkLst>
          <pc:docMk/>
          <pc:sldMk cId="3831264" sldId="2472"/>
        </pc:sldMkLst>
      </pc:sldChg>
      <pc:sldChg chg="addSp modSp new mod">
        <pc:chgData name="VICTOR JOSE GONZALEZ RODRIGUEZ" userId="3fdd7208-0adc-40d2-a594-662a5d66d0ad" providerId="ADAL" clId="{BE4BE26B-2B32-436B-AFC4-3B7D5782D6A1}" dt="2023-09-17T15:29:40.733" v="4977" actId="20577"/>
        <pc:sldMkLst>
          <pc:docMk/>
          <pc:sldMk cId="4030629242" sldId="2473"/>
        </pc:sldMkLst>
      </pc:sldChg>
      <pc:sldChg chg="addSp modSp new mod">
        <pc:chgData name="VICTOR JOSE GONZALEZ RODRIGUEZ" userId="3fdd7208-0adc-40d2-a594-662a5d66d0ad" providerId="ADAL" clId="{BE4BE26B-2B32-436B-AFC4-3B7D5782D6A1}" dt="2023-09-17T15:29:47.253" v="4978"/>
        <pc:sldMkLst>
          <pc:docMk/>
          <pc:sldMk cId="4097374920" sldId="2474"/>
        </pc:sldMkLst>
      </pc:sldChg>
      <pc:sldChg chg="addSp modSp new mod">
        <pc:chgData name="VICTOR JOSE GONZALEZ RODRIGUEZ" userId="3fdd7208-0adc-40d2-a594-662a5d66d0ad" providerId="ADAL" clId="{BE4BE26B-2B32-436B-AFC4-3B7D5782D6A1}" dt="2023-09-17T15:29:48.118" v="4979"/>
        <pc:sldMkLst>
          <pc:docMk/>
          <pc:sldMk cId="1474825311" sldId="2475"/>
        </pc:sldMkLst>
      </pc:sldChg>
      <pc:sldChg chg="addSp modSp new mod">
        <pc:chgData name="VICTOR JOSE GONZALEZ RODRIGUEZ" userId="3fdd7208-0adc-40d2-a594-662a5d66d0ad" providerId="ADAL" clId="{BE4BE26B-2B32-436B-AFC4-3B7D5782D6A1}" dt="2023-09-17T15:29:49.118" v="4980"/>
        <pc:sldMkLst>
          <pc:docMk/>
          <pc:sldMk cId="1921584982" sldId="2476"/>
        </pc:sldMkLst>
      </pc:sldChg>
      <pc:sldChg chg="addSp modSp new mod">
        <pc:chgData name="VICTOR JOSE GONZALEZ RODRIGUEZ" userId="3fdd7208-0adc-40d2-a594-662a5d66d0ad" providerId="ADAL" clId="{BE4BE26B-2B32-436B-AFC4-3B7D5782D6A1}" dt="2023-09-17T15:29:49.976" v="4981"/>
        <pc:sldMkLst>
          <pc:docMk/>
          <pc:sldMk cId="3937838290" sldId="2477"/>
        </pc:sldMkLst>
      </pc:sldChg>
      <pc:sldChg chg="addSp modSp new mod">
        <pc:chgData name="VICTOR JOSE GONZALEZ RODRIGUEZ" userId="3fdd7208-0adc-40d2-a594-662a5d66d0ad" providerId="ADAL" clId="{BE4BE26B-2B32-436B-AFC4-3B7D5782D6A1}" dt="2023-09-17T15:29:50.758" v="4982"/>
        <pc:sldMkLst>
          <pc:docMk/>
          <pc:sldMk cId="2413548889" sldId="2478"/>
        </pc:sldMkLst>
      </pc:sldChg>
      <pc:sldChg chg="addSp modSp new mod">
        <pc:chgData name="VICTOR JOSE GONZALEZ RODRIGUEZ" userId="3fdd7208-0adc-40d2-a594-662a5d66d0ad" providerId="ADAL" clId="{BE4BE26B-2B32-436B-AFC4-3B7D5782D6A1}" dt="2023-09-17T15:29:51.501" v="4983"/>
        <pc:sldMkLst>
          <pc:docMk/>
          <pc:sldMk cId="2811551844" sldId="2479"/>
        </pc:sldMkLst>
      </pc:sldChg>
      <pc:sldChg chg="addSp modSp new mod">
        <pc:chgData name="VICTOR JOSE GONZALEZ RODRIGUEZ" userId="3fdd7208-0adc-40d2-a594-662a5d66d0ad" providerId="ADAL" clId="{BE4BE26B-2B32-436B-AFC4-3B7D5782D6A1}" dt="2023-09-17T15:29:52.983" v="4984"/>
        <pc:sldMkLst>
          <pc:docMk/>
          <pc:sldMk cId="2855842542" sldId="2480"/>
        </pc:sldMkLst>
      </pc:sldChg>
      <pc:sldChg chg="addSp modSp new mod">
        <pc:chgData name="VICTOR JOSE GONZALEZ RODRIGUEZ" userId="3fdd7208-0adc-40d2-a594-662a5d66d0ad" providerId="ADAL" clId="{BE4BE26B-2B32-436B-AFC4-3B7D5782D6A1}" dt="2023-09-17T15:29:53.900" v="4985"/>
        <pc:sldMkLst>
          <pc:docMk/>
          <pc:sldMk cId="2327020993" sldId="2481"/>
        </pc:sldMkLst>
      </pc:sldChg>
      <pc:sldChg chg="addSp modSp new mod">
        <pc:chgData name="VICTOR JOSE GONZALEZ RODRIGUEZ" userId="3fdd7208-0adc-40d2-a594-662a5d66d0ad" providerId="ADAL" clId="{BE4BE26B-2B32-436B-AFC4-3B7D5782D6A1}" dt="2023-09-17T15:29:54.900" v="4986"/>
        <pc:sldMkLst>
          <pc:docMk/>
          <pc:sldMk cId="3700576372" sldId="2482"/>
        </pc:sldMkLst>
      </pc:sldChg>
      <pc:sldChg chg="new">
        <pc:chgData name="VICTOR JOSE GONZALEZ RODRIGUEZ" userId="3fdd7208-0adc-40d2-a594-662a5d66d0ad" providerId="ADAL" clId="{BE4BE26B-2B32-436B-AFC4-3B7D5782D6A1}" dt="2023-09-17T11:34:40.825" v="4852" actId="680"/>
        <pc:sldMkLst>
          <pc:docMk/>
          <pc:sldMk cId="1886877352" sldId="2483"/>
        </pc:sldMkLst>
      </pc:sldChg>
      <pc:sldChg chg="new">
        <pc:chgData name="VICTOR JOSE GONZALEZ RODRIGUEZ" userId="3fdd7208-0adc-40d2-a594-662a5d66d0ad" providerId="ADAL" clId="{BE4BE26B-2B32-436B-AFC4-3B7D5782D6A1}" dt="2023-09-17T11:34:40.859" v="4853" actId="680"/>
        <pc:sldMkLst>
          <pc:docMk/>
          <pc:sldMk cId="2535926507" sldId="2484"/>
        </pc:sldMkLst>
      </pc:sldChg>
      <pc:sldChg chg="new">
        <pc:chgData name="VICTOR JOSE GONZALEZ RODRIGUEZ" userId="3fdd7208-0adc-40d2-a594-662a5d66d0ad" providerId="ADAL" clId="{BE4BE26B-2B32-436B-AFC4-3B7D5782D6A1}" dt="2023-09-17T11:34:40.893" v="4854" actId="680"/>
        <pc:sldMkLst>
          <pc:docMk/>
          <pc:sldMk cId="4245722860" sldId="2485"/>
        </pc:sldMkLst>
      </pc:sldChg>
      <pc:sldChg chg="new">
        <pc:chgData name="VICTOR JOSE GONZALEZ RODRIGUEZ" userId="3fdd7208-0adc-40d2-a594-662a5d66d0ad" providerId="ADAL" clId="{BE4BE26B-2B32-436B-AFC4-3B7D5782D6A1}" dt="2023-09-17T11:34:40.933" v="4855" actId="680"/>
        <pc:sldMkLst>
          <pc:docMk/>
          <pc:sldMk cId="3719421510" sldId="2486"/>
        </pc:sldMkLst>
      </pc:sldChg>
      <pc:sldChg chg="new">
        <pc:chgData name="VICTOR JOSE GONZALEZ RODRIGUEZ" userId="3fdd7208-0adc-40d2-a594-662a5d66d0ad" providerId="ADAL" clId="{BE4BE26B-2B32-436B-AFC4-3B7D5782D6A1}" dt="2023-09-17T11:34:40.960" v="4856" actId="680"/>
        <pc:sldMkLst>
          <pc:docMk/>
          <pc:sldMk cId="1718979786" sldId="2487"/>
        </pc:sldMkLst>
      </pc:sldChg>
      <pc:sldChg chg="new">
        <pc:chgData name="VICTOR JOSE GONZALEZ RODRIGUEZ" userId="3fdd7208-0adc-40d2-a594-662a5d66d0ad" providerId="ADAL" clId="{BE4BE26B-2B32-436B-AFC4-3B7D5782D6A1}" dt="2023-09-17T11:34:41.001" v="4857" actId="680"/>
        <pc:sldMkLst>
          <pc:docMk/>
          <pc:sldMk cId="1302606877" sldId="2488"/>
        </pc:sldMkLst>
      </pc:sldChg>
      <pc:sldChg chg="new">
        <pc:chgData name="VICTOR JOSE GONZALEZ RODRIGUEZ" userId="3fdd7208-0adc-40d2-a594-662a5d66d0ad" providerId="ADAL" clId="{BE4BE26B-2B32-436B-AFC4-3B7D5782D6A1}" dt="2023-09-17T11:34:41.031" v="4858" actId="680"/>
        <pc:sldMkLst>
          <pc:docMk/>
          <pc:sldMk cId="2075567840" sldId="2489"/>
        </pc:sldMkLst>
      </pc:sldChg>
      <pc:sldChg chg="new">
        <pc:chgData name="VICTOR JOSE GONZALEZ RODRIGUEZ" userId="3fdd7208-0adc-40d2-a594-662a5d66d0ad" providerId="ADAL" clId="{BE4BE26B-2B32-436B-AFC4-3B7D5782D6A1}" dt="2023-09-17T11:34:41.059" v="4859" actId="680"/>
        <pc:sldMkLst>
          <pc:docMk/>
          <pc:sldMk cId="1666184773" sldId="2490"/>
        </pc:sldMkLst>
      </pc:sldChg>
      <pc:sldChg chg="new">
        <pc:chgData name="VICTOR JOSE GONZALEZ RODRIGUEZ" userId="3fdd7208-0adc-40d2-a594-662a5d66d0ad" providerId="ADAL" clId="{BE4BE26B-2B32-436B-AFC4-3B7D5782D6A1}" dt="2023-09-17T11:34:41.092" v="4860" actId="680"/>
        <pc:sldMkLst>
          <pc:docMk/>
          <pc:sldMk cId="478952759" sldId="2491"/>
        </pc:sldMkLst>
      </pc:sldChg>
      <pc:sldChg chg="new">
        <pc:chgData name="VICTOR JOSE GONZALEZ RODRIGUEZ" userId="3fdd7208-0adc-40d2-a594-662a5d66d0ad" providerId="ADAL" clId="{BE4BE26B-2B32-436B-AFC4-3B7D5782D6A1}" dt="2023-09-17T11:34:41.125" v="4861" actId="680"/>
        <pc:sldMkLst>
          <pc:docMk/>
          <pc:sldMk cId="3113489926" sldId="2492"/>
        </pc:sldMkLst>
      </pc:sldChg>
      <pc:sldChg chg="new">
        <pc:chgData name="VICTOR JOSE GONZALEZ RODRIGUEZ" userId="3fdd7208-0adc-40d2-a594-662a5d66d0ad" providerId="ADAL" clId="{BE4BE26B-2B32-436B-AFC4-3B7D5782D6A1}" dt="2023-09-17T11:34:41.160" v="4862" actId="680"/>
        <pc:sldMkLst>
          <pc:docMk/>
          <pc:sldMk cId="4200099994" sldId="2493"/>
        </pc:sldMkLst>
      </pc:sldChg>
      <pc:sldChg chg="new">
        <pc:chgData name="VICTOR JOSE GONZALEZ RODRIGUEZ" userId="3fdd7208-0adc-40d2-a594-662a5d66d0ad" providerId="ADAL" clId="{BE4BE26B-2B32-436B-AFC4-3B7D5782D6A1}" dt="2023-09-17T11:34:41.191" v="4863" actId="680"/>
        <pc:sldMkLst>
          <pc:docMk/>
          <pc:sldMk cId="2572384110" sldId="2494"/>
        </pc:sldMkLst>
      </pc:sldChg>
      <pc:sldChg chg="new">
        <pc:chgData name="VICTOR JOSE GONZALEZ RODRIGUEZ" userId="3fdd7208-0adc-40d2-a594-662a5d66d0ad" providerId="ADAL" clId="{BE4BE26B-2B32-436B-AFC4-3B7D5782D6A1}" dt="2023-09-17T11:34:41.226" v="4864" actId="680"/>
        <pc:sldMkLst>
          <pc:docMk/>
          <pc:sldMk cId="4029611619" sldId="2495"/>
        </pc:sldMkLst>
      </pc:sldChg>
      <pc:sldChg chg="new">
        <pc:chgData name="VICTOR JOSE GONZALEZ RODRIGUEZ" userId="3fdd7208-0adc-40d2-a594-662a5d66d0ad" providerId="ADAL" clId="{BE4BE26B-2B32-436B-AFC4-3B7D5782D6A1}" dt="2023-09-17T11:34:41.258" v="4865" actId="680"/>
        <pc:sldMkLst>
          <pc:docMk/>
          <pc:sldMk cId="2506016153" sldId="2496"/>
        </pc:sldMkLst>
      </pc:sldChg>
      <pc:sldChg chg="new">
        <pc:chgData name="VICTOR JOSE GONZALEZ RODRIGUEZ" userId="3fdd7208-0adc-40d2-a594-662a5d66d0ad" providerId="ADAL" clId="{BE4BE26B-2B32-436B-AFC4-3B7D5782D6A1}" dt="2023-09-17T11:34:41.291" v="4866" actId="680"/>
        <pc:sldMkLst>
          <pc:docMk/>
          <pc:sldMk cId="1270308417" sldId="2497"/>
        </pc:sldMkLst>
      </pc:sldChg>
      <pc:sldChg chg="new">
        <pc:chgData name="VICTOR JOSE GONZALEZ RODRIGUEZ" userId="3fdd7208-0adc-40d2-a594-662a5d66d0ad" providerId="ADAL" clId="{BE4BE26B-2B32-436B-AFC4-3B7D5782D6A1}" dt="2023-09-17T11:34:41.324" v="4867" actId="680"/>
        <pc:sldMkLst>
          <pc:docMk/>
          <pc:sldMk cId="1123759154" sldId="2498"/>
        </pc:sldMkLst>
      </pc:sldChg>
      <pc:sldChg chg="new">
        <pc:chgData name="VICTOR JOSE GONZALEZ RODRIGUEZ" userId="3fdd7208-0adc-40d2-a594-662a5d66d0ad" providerId="ADAL" clId="{BE4BE26B-2B32-436B-AFC4-3B7D5782D6A1}" dt="2023-09-17T11:34:41.358" v="4868" actId="680"/>
        <pc:sldMkLst>
          <pc:docMk/>
          <pc:sldMk cId="504096680" sldId="2499"/>
        </pc:sldMkLst>
      </pc:sldChg>
      <pc:sldChg chg="new">
        <pc:chgData name="VICTOR JOSE GONZALEZ RODRIGUEZ" userId="3fdd7208-0adc-40d2-a594-662a5d66d0ad" providerId="ADAL" clId="{BE4BE26B-2B32-436B-AFC4-3B7D5782D6A1}" dt="2023-09-17T11:34:41.392" v="4869" actId="680"/>
        <pc:sldMkLst>
          <pc:docMk/>
          <pc:sldMk cId="759352555" sldId="2500"/>
        </pc:sldMkLst>
      </pc:sldChg>
      <pc:sldChg chg="new">
        <pc:chgData name="VICTOR JOSE GONZALEZ RODRIGUEZ" userId="3fdd7208-0adc-40d2-a594-662a5d66d0ad" providerId="ADAL" clId="{BE4BE26B-2B32-436B-AFC4-3B7D5782D6A1}" dt="2023-09-17T11:34:41.427" v="4870" actId="680"/>
        <pc:sldMkLst>
          <pc:docMk/>
          <pc:sldMk cId="2031126438" sldId="2501"/>
        </pc:sldMkLst>
      </pc:sldChg>
      <pc:sldChg chg="new">
        <pc:chgData name="VICTOR JOSE GONZALEZ RODRIGUEZ" userId="3fdd7208-0adc-40d2-a594-662a5d66d0ad" providerId="ADAL" clId="{BE4BE26B-2B32-436B-AFC4-3B7D5782D6A1}" dt="2023-09-17T11:34:41.462" v="4871" actId="680"/>
        <pc:sldMkLst>
          <pc:docMk/>
          <pc:sldMk cId="620284853" sldId="2502"/>
        </pc:sldMkLst>
      </pc:sldChg>
    </pc:docChg>
  </pc:docChgLst>
  <pc:docChgLst>
    <pc:chgData name="VICTOR JOSE GONZALEZ RODRIGUEZ" userId="3fdd7208-0adc-40d2-a594-662a5d66d0ad" providerId="ADAL" clId="{B2B41622-D461-45C2-8DFE-B25E166A031A}"/>
    <pc:docChg chg="undo custSel addSld delSld modSld sldOrd modSection">
      <pc:chgData name="VICTOR JOSE GONZALEZ RODRIGUEZ" userId="3fdd7208-0adc-40d2-a594-662a5d66d0ad" providerId="ADAL" clId="{B2B41622-D461-45C2-8DFE-B25E166A031A}" dt="2024-09-20T15:45:15.803" v="2080"/>
      <pc:docMkLst>
        <pc:docMk/>
      </pc:docMkLst>
      <pc:sldChg chg="addSp delSp modSp mod">
        <pc:chgData name="VICTOR JOSE GONZALEZ RODRIGUEZ" userId="3fdd7208-0adc-40d2-a594-662a5d66d0ad" providerId="ADAL" clId="{B2B41622-D461-45C2-8DFE-B25E166A031A}" dt="2024-09-15T16:17:32.377" v="1"/>
        <pc:sldMkLst>
          <pc:docMk/>
          <pc:sldMk cId="157313400" sldId="2030"/>
        </pc:sldMkLst>
      </pc:sldChg>
      <pc:sldChg chg="addSp modSp mod">
        <pc:chgData name="VICTOR JOSE GONZALEZ RODRIGUEZ" userId="3fdd7208-0adc-40d2-a594-662a5d66d0ad" providerId="ADAL" clId="{B2B41622-D461-45C2-8DFE-B25E166A031A}" dt="2024-09-18T06:01:29.581" v="36" actId="1076"/>
        <pc:sldMkLst>
          <pc:docMk/>
          <pc:sldMk cId="1474825311" sldId="2475"/>
        </pc:sldMkLst>
      </pc:sldChg>
      <pc:sldChg chg="addSp delSp modSp mod">
        <pc:chgData name="VICTOR JOSE GONZALEZ RODRIGUEZ" userId="3fdd7208-0adc-40d2-a594-662a5d66d0ad" providerId="ADAL" clId="{B2B41622-D461-45C2-8DFE-B25E166A031A}" dt="2024-09-15T16:36:17.646" v="21" actId="20577"/>
        <pc:sldMkLst>
          <pc:docMk/>
          <pc:sldMk cId="4279450020" sldId="2529"/>
        </pc:sldMkLst>
      </pc:sldChg>
      <pc:sldChg chg="addSp delSp modSp mod">
        <pc:chgData name="VICTOR JOSE GONZALEZ RODRIGUEZ" userId="3fdd7208-0adc-40d2-a594-662a5d66d0ad" providerId="ADAL" clId="{B2B41622-D461-45C2-8DFE-B25E166A031A}" dt="2024-09-15T16:27:24.219" v="4" actId="20577"/>
        <pc:sldMkLst>
          <pc:docMk/>
          <pc:sldMk cId="3696524031" sldId="2530"/>
        </pc:sldMkLst>
      </pc:sldChg>
      <pc:sldChg chg="addSp delSp modSp mod">
        <pc:chgData name="VICTOR JOSE GONZALEZ RODRIGUEZ" userId="3fdd7208-0adc-40d2-a594-662a5d66d0ad" providerId="ADAL" clId="{B2B41622-D461-45C2-8DFE-B25E166A031A}" dt="2024-09-15T16:34:26.181" v="7" actId="20577"/>
        <pc:sldMkLst>
          <pc:docMk/>
          <pc:sldMk cId="4128590556" sldId="2531"/>
        </pc:sldMkLst>
      </pc:sldChg>
      <pc:sldChg chg="addSp delSp modSp mod">
        <pc:chgData name="VICTOR JOSE GONZALEZ RODRIGUEZ" userId="3fdd7208-0adc-40d2-a594-662a5d66d0ad" providerId="ADAL" clId="{B2B41622-D461-45C2-8DFE-B25E166A031A}" dt="2024-09-15T16:40:32.501" v="24" actId="20577"/>
        <pc:sldMkLst>
          <pc:docMk/>
          <pc:sldMk cId="2463572395" sldId="2532"/>
        </pc:sldMkLst>
      </pc:sldChg>
      <pc:sldChg chg="addSp delSp modSp mod">
        <pc:chgData name="VICTOR JOSE GONZALEZ RODRIGUEZ" userId="3fdd7208-0adc-40d2-a594-662a5d66d0ad" providerId="ADAL" clId="{B2B41622-D461-45C2-8DFE-B25E166A031A}" dt="2024-09-15T16:40:46.253" v="27" actId="20577"/>
        <pc:sldMkLst>
          <pc:docMk/>
          <pc:sldMk cId="1689091458" sldId="2555"/>
        </pc:sldMkLst>
      </pc:sldChg>
      <pc:sldChg chg="addSp delSp modSp mod">
        <pc:chgData name="VICTOR JOSE GONZALEZ RODRIGUEZ" userId="3fdd7208-0adc-40d2-a594-662a5d66d0ad" providerId="ADAL" clId="{B2B41622-D461-45C2-8DFE-B25E166A031A}" dt="2024-09-20T15:03:01.486" v="716" actId="1036"/>
        <pc:sldMkLst>
          <pc:docMk/>
          <pc:sldMk cId="1308874339" sldId="2573"/>
        </pc:sldMkLst>
      </pc:sldChg>
      <pc:sldChg chg="del">
        <pc:chgData name="VICTOR JOSE GONZALEZ RODRIGUEZ" userId="3fdd7208-0adc-40d2-a594-662a5d66d0ad" providerId="ADAL" clId="{B2B41622-D461-45C2-8DFE-B25E166A031A}" dt="2024-09-20T15:35:03.642" v="2028" actId="47"/>
        <pc:sldMkLst>
          <pc:docMk/>
          <pc:sldMk cId="589621086" sldId="2574"/>
        </pc:sldMkLst>
      </pc:sldChg>
      <pc:sldChg chg="del">
        <pc:chgData name="VICTOR JOSE GONZALEZ RODRIGUEZ" userId="3fdd7208-0adc-40d2-a594-662a5d66d0ad" providerId="ADAL" clId="{B2B41622-D461-45C2-8DFE-B25E166A031A}" dt="2024-09-20T15:35:03.642" v="2028" actId="47"/>
        <pc:sldMkLst>
          <pc:docMk/>
          <pc:sldMk cId="315626691" sldId="2575"/>
        </pc:sldMkLst>
      </pc:sldChg>
      <pc:sldChg chg="del">
        <pc:chgData name="VICTOR JOSE GONZALEZ RODRIGUEZ" userId="3fdd7208-0adc-40d2-a594-662a5d66d0ad" providerId="ADAL" clId="{B2B41622-D461-45C2-8DFE-B25E166A031A}" dt="2024-09-20T15:35:03.642" v="2028" actId="47"/>
        <pc:sldMkLst>
          <pc:docMk/>
          <pc:sldMk cId="2297081815" sldId="2576"/>
        </pc:sldMkLst>
      </pc:sldChg>
      <pc:sldChg chg="del">
        <pc:chgData name="VICTOR JOSE GONZALEZ RODRIGUEZ" userId="3fdd7208-0adc-40d2-a594-662a5d66d0ad" providerId="ADAL" clId="{B2B41622-D461-45C2-8DFE-B25E166A031A}" dt="2024-09-20T15:35:03.642" v="2028" actId="47"/>
        <pc:sldMkLst>
          <pc:docMk/>
          <pc:sldMk cId="1358977572" sldId="2577"/>
        </pc:sldMkLst>
      </pc:sldChg>
      <pc:sldChg chg="del">
        <pc:chgData name="VICTOR JOSE GONZALEZ RODRIGUEZ" userId="3fdd7208-0adc-40d2-a594-662a5d66d0ad" providerId="ADAL" clId="{B2B41622-D461-45C2-8DFE-B25E166A031A}" dt="2024-09-20T15:35:03.642" v="2028" actId="47"/>
        <pc:sldMkLst>
          <pc:docMk/>
          <pc:sldMk cId="4081387968" sldId="2578"/>
        </pc:sldMkLst>
      </pc:sldChg>
      <pc:sldChg chg="addSp delSp modSp mod">
        <pc:chgData name="VICTOR JOSE GONZALEZ RODRIGUEZ" userId="3fdd7208-0adc-40d2-a594-662a5d66d0ad" providerId="ADAL" clId="{B2B41622-D461-45C2-8DFE-B25E166A031A}" dt="2024-09-15T16:40:53.676" v="32"/>
        <pc:sldMkLst>
          <pc:docMk/>
          <pc:sldMk cId="450318133" sldId="2579"/>
        </pc:sldMkLst>
      </pc:sldChg>
      <pc:sldChg chg="del">
        <pc:chgData name="VICTOR JOSE GONZALEZ RODRIGUEZ" userId="3fdd7208-0adc-40d2-a594-662a5d66d0ad" providerId="ADAL" clId="{B2B41622-D461-45C2-8DFE-B25E166A031A}" dt="2024-09-20T15:35:03.642" v="2028" actId="47"/>
        <pc:sldMkLst>
          <pc:docMk/>
          <pc:sldMk cId="2793606767" sldId="2580"/>
        </pc:sldMkLst>
      </pc:sldChg>
      <pc:sldChg chg="del">
        <pc:chgData name="VICTOR JOSE GONZALEZ RODRIGUEZ" userId="3fdd7208-0adc-40d2-a594-662a5d66d0ad" providerId="ADAL" clId="{B2B41622-D461-45C2-8DFE-B25E166A031A}" dt="2024-09-20T15:35:03.642" v="2028" actId="47"/>
        <pc:sldMkLst>
          <pc:docMk/>
          <pc:sldMk cId="1935256189" sldId="2581"/>
        </pc:sldMkLst>
      </pc:sldChg>
      <pc:sldChg chg="del">
        <pc:chgData name="VICTOR JOSE GONZALEZ RODRIGUEZ" userId="3fdd7208-0adc-40d2-a594-662a5d66d0ad" providerId="ADAL" clId="{B2B41622-D461-45C2-8DFE-B25E166A031A}" dt="2024-09-20T15:35:03.642" v="2028" actId="47"/>
        <pc:sldMkLst>
          <pc:docMk/>
          <pc:sldMk cId="419402629" sldId="2582"/>
        </pc:sldMkLst>
      </pc:sldChg>
      <pc:sldChg chg="del">
        <pc:chgData name="VICTOR JOSE GONZALEZ RODRIGUEZ" userId="3fdd7208-0adc-40d2-a594-662a5d66d0ad" providerId="ADAL" clId="{B2B41622-D461-45C2-8DFE-B25E166A031A}" dt="2024-09-20T15:35:03.642" v="2028" actId="47"/>
        <pc:sldMkLst>
          <pc:docMk/>
          <pc:sldMk cId="1560586788" sldId="2583"/>
        </pc:sldMkLst>
      </pc:sldChg>
      <pc:sldChg chg="del">
        <pc:chgData name="VICTOR JOSE GONZALEZ RODRIGUEZ" userId="3fdd7208-0adc-40d2-a594-662a5d66d0ad" providerId="ADAL" clId="{B2B41622-D461-45C2-8DFE-B25E166A031A}" dt="2024-09-20T15:22:19.108" v="1374" actId="47"/>
        <pc:sldMkLst>
          <pc:docMk/>
          <pc:sldMk cId="2863508324" sldId="2586"/>
        </pc:sldMkLst>
      </pc:sldChg>
      <pc:sldChg chg="del">
        <pc:chgData name="VICTOR JOSE GONZALEZ RODRIGUEZ" userId="3fdd7208-0adc-40d2-a594-662a5d66d0ad" providerId="ADAL" clId="{B2B41622-D461-45C2-8DFE-B25E166A031A}" dt="2024-09-20T15:35:03.642" v="2028" actId="47"/>
        <pc:sldMkLst>
          <pc:docMk/>
          <pc:sldMk cId="2866272155" sldId="2587"/>
        </pc:sldMkLst>
      </pc:sldChg>
      <pc:sldChg chg="addSp delSp modSp new mod ord">
        <pc:chgData name="VICTOR JOSE GONZALEZ RODRIGUEZ" userId="3fdd7208-0adc-40d2-a594-662a5d66d0ad" providerId="ADAL" clId="{B2B41622-D461-45C2-8DFE-B25E166A031A}" dt="2024-09-20T15:00:42.921" v="573" actId="20577"/>
        <pc:sldMkLst>
          <pc:docMk/>
          <pc:sldMk cId="3551190403" sldId="2590"/>
        </pc:sldMkLst>
      </pc:sldChg>
      <pc:sldChg chg="addSp modSp new mod">
        <pc:chgData name="VICTOR JOSE GONZALEZ RODRIGUEZ" userId="3fdd7208-0adc-40d2-a594-662a5d66d0ad" providerId="ADAL" clId="{B2B41622-D461-45C2-8DFE-B25E166A031A}" dt="2024-09-20T15:22:35.033" v="1378" actId="1076"/>
        <pc:sldMkLst>
          <pc:docMk/>
          <pc:sldMk cId="3178648018" sldId="2591"/>
        </pc:sldMkLst>
      </pc:sldChg>
      <pc:sldChg chg="new del">
        <pc:chgData name="VICTOR JOSE GONZALEZ RODRIGUEZ" userId="3fdd7208-0adc-40d2-a594-662a5d66d0ad" providerId="ADAL" clId="{B2B41622-D461-45C2-8DFE-B25E166A031A}" dt="2024-09-20T15:22:38.845" v="1379" actId="47"/>
        <pc:sldMkLst>
          <pc:docMk/>
          <pc:sldMk cId="2365130352" sldId="2592"/>
        </pc:sldMkLst>
      </pc:sldChg>
      <pc:sldChg chg="new del">
        <pc:chgData name="VICTOR JOSE GONZALEZ RODRIGUEZ" userId="3fdd7208-0adc-40d2-a594-662a5d66d0ad" providerId="ADAL" clId="{B2B41622-D461-45C2-8DFE-B25E166A031A}" dt="2024-09-20T15:35:03.642" v="2028" actId="47"/>
        <pc:sldMkLst>
          <pc:docMk/>
          <pc:sldMk cId="812762915" sldId="2593"/>
        </pc:sldMkLst>
      </pc:sldChg>
      <pc:sldChg chg="new del">
        <pc:chgData name="VICTOR JOSE GONZALEZ RODRIGUEZ" userId="3fdd7208-0adc-40d2-a594-662a5d66d0ad" providerId="ADAL" clId="{B2B41622-D461-45C2-8DFE-B25E166A031A}" dt="2024-09-20T15:35:03.642" v="2028" actId="47"/>
        <pc:sldMkLst>
          <pc:docMk/>
          <pc:sldMk cId="2463384785" sldId="2594"/>
        </pc:sldMkLst>
      </pc:sldChg>
      <pc:sldChg chg="new del">
        <pc:chgData name="VICTOR JOSE GONZALEZ RODRIGUEZ" userId="3fdd7208-0adc-40d2-a594-662a5d66d0ad" providerId="ADAL" clId="{B2B41622-D461-45C2-8DFE-B25E166A031A}" dt="2024-09-20T15:35:03.642" v="2028" actId="47"/>
        <pc:sldMkLst>
          <pc:docMk/>
          <pc:sldMk cId="1538104705" sldId="2595"/>
        </pc:sldMkLst>
      </pc:sldChg>
      <pc:sldChg chg="new del">
        <pc:chgData name="VICTOR JOSE GONZALEZ RODRIGUEZ" userId="3fdd7208-0adc-40d2-a594-662a5d66d0ad" providerId="ADAL" clId="{B2B41622-D461-45C2-8DFE-B25E166A031A}" dt="2024-09-20T15:35:03.642" v="2028" actId="47"/>
        <pc:sldMkLst>
          <pc:docMk/>
          <pc:sldMk cId="522896130" sldId="2596"/>
        </pc:sldMkLst>
      </pc:sldChg>
      <pc:sldChg chg="new del">
        <pc:chgData name="VICTOR JOSE GONZALEZ RODRIGUEZ" userId="3fdd7208-0adc-40d2-a594-662a5d66d0ad" providerId="ADAL" clId="{B2B41622-D461-45C2-8DFE-B25E166A031A}" dt="2024-09-20T15:35:03.642" v="2028" actId="47"/>
        <pc:sldMkLst>
          <pc:docMk/>
          <pc:sldMk cId="1412916165" sldId="2597"/>
        </pc:sldMkLst>
      </pc:sldChg>
      <pc:sldChg chg="new del">
        <pc:chgData name="VICTOR JOSE GONZALEZ RODRIGUEZ" userId="3fdd7208-0adc-40d2-a594-662a5d66d0ad" providerId="ADAL" clId="{B2B41622-D461-45C2-8DFE-B25E166A031A}" dt="2024-09-20T15:35:03.642" v="2028" actId="47"/>
        <pc:sldMkLst>
          <pc:docMk/>
          <pc:sldMk cId="3974330508" sldId="2598"/>
        </pc:sldMkLst>
      </pc:sldChg>
      <pc:sldChg chg="new del">
        <pc:chgData name="VICTOR JOSE GONZALEZ RODRIGUEZ" userId="3fdd7208-0adc-40d2-a594-662a5d66d0ad" providerId="ADAL" clId="{B2B41622-D461-45C2-8DFE-B25E166A031A}" dt="2024-09-20T15:35:03.642" v="2028" actId="47"/>
        <pc:sldMkLst>
          <pc:docMk/>
          <pc:sldMk cId="3368544412" sldId="2599"/>
        </pc:sldMkLst>
      </pc:sldChg>
      <pc:sldChg chg="addSp delSp modSp add mod">
        <pc:chgData name="VICTOR JOSE GONZALEZ RODRIGUEZ" userId="3fdd7208-0adc-40d2-a594-662a5d66d0ad" providerId="ADAL" clId="{B2B41622-D461-45C2-8DFE-B25E166A031A}" dt="2024-09-20T15:35:17.021" v="2029"/>
        <pc:sldMkLst>
          <pc:docMk/>
          <pc:sldMk cId="160309296" sldId="2600"/>
        </pc:sldMkLst>
      </pc:sldChg>
      <pc:sldChg chg="add del">
        <pc:chgData name="VICTOR JOSE GONZALEZ RODRIGUEZ" userId="3fdd7208-0adc-40d2-a594-662a5d66d0ad" providerId="ADAL" clId="{B2B41622-D461-45C2-8DFE-B25E166A031A}" dt="2024-09-20T15:17:14.137" v="1304" actId="47"/>
        <pc:sldMkLst>
          <pc:docMk/>
          <pc:sldMk cId="145640882" sldId="2601"/>
        </pc:sldMkLst>
      </pc:sldChg>
      <pc:sldChg chg="modSp add del mod">
        <pc:chgData name="VICTOR JOSE GONZALEZ RODRIGUEZ" userId="3fdd7208-0adc-40d2-a594-662a5d66d0ad" providerId="ADAL" clId="{B2B41622-D461-45C2-8DFE-B25E166A031A}" dt="2024-09-20T15:17:22.928" v="1305" actId="47"/>
        <pc:sldMkLst>
          <pc:docMk/>
          <pc:sldMk cId="2952073743" sldId="2602"/>
        </pc:sldMkLst>
      </pc:sldChg>
      <pc:sldChg chg="addSp delSp modSp add mod">
        <pc:chgData name="VICTOR JOSE GONZALEZ RODRIGUEZ" userId="3fdd7208-0adc-40d2-a594-662a5d66d0ad" providerId="ADAL" clId="{B2B41622-D461-45C2-8DFE-B25E166A031A}" dt="2024-09-20T15:35:25.469" v="2034"/>
        <pc:sldMkLst>
          <pc:docMk/>
          <pc:sldMk cId="4222933912" sldId="2603"/>
        </pc:sldMkLst>
      </pc:sldChg>
      <pc:sldChg chg="addSp delSp modSp add mod">
        <pc:chgData name="VICTOR JOSE GONZALEZ RODRIGUEZ" userId="3fdd7208-0adc-40d2-a594-662a5d66d0ad" providerId="ADAL" clId="{B2B41622-D461-45C2-8DFE-B25E166A031A}" dt="2024-09-20T15:35:27.012" v="2035"/>
        <pc:sldMkLst>
          <pc:docMk/>
          <pc:sldMk cId="2883397540" sldId="2604"/>
        </pc:sldMkLst>
      </pc:sldChg>
      <pc:sldChg chg="modSp add mod">
        <pc:chgData name="VICTOR JOSE GONZALEZ RODRIGUEZ" userId="3fdd7208-0adc-40d2-a594-662a5d66d0ad" providerId="ADAL" clId="{B2B41622-D461-45C2-8DFE-B25E166A031A}" dt="2024-09-20T15:35:28.517" v="2036"/>
        <pc:sldMkLst>
          <pc:docMk/>
          <pc:sldMk cId="4132811992" sldId="2605"/>
        </pc:sldMkLst>
      </pc:sldChg>
      <pc:sldChg chg="modSp add mod">
        <pc:chgData name="VICTOR JOSE GONZALEZ RODRIGUEZ" userId="3fdd7208-0adc-40d2-a594-662a5d66d0ad" providerId="ADAL" clId="{B2B41622-D461-45C2-8DFE-B25E166A031A}" dt="2024-09-20T15:35:30.507" v="2037"/>
        <pc:sldMkLst>
          <pc:docMk/>
          <pc:sldMk cId="1629779527" sldId="2606"/>
        </pc:sldMkLst>
      </pc:sldChg>
      <pc:sldChg chg="addSp delSp modSp add mod">
        <pc:chgData name="VICTOR JOSE GONZALEZ RODRIGUEZ" userId="3fdd7208-0adc-40d2-a594-662a5d66d0ad" providerId="ADAL" clId="{B2B41622-D461-45C2-8DFE-B25E166A031A}" dt="2024-09-20T15:32:27.394" v="1886" actId="20577"/>
        <pc:sldMkLst>
          <pc:docMk/>
          <pc:sldMk cId="2626467182" sldId="2607"/>
        </pc:sldMkLst>
      </pc:sldChg>
      <pc:sldChg chg="addSp delSp modSp add mod">
        <pc:chgData name="VICTOR JOSE GONZALEZ RODRIGUEZ" userId="3fdd7208-0adc-40d2-a594-662a5d66d0ad" providerId="ADAL" clId="{B2B41622-D461-45C2-8DFE-B25E166A031A}" dt="2024-09-20T15:33:28.942" v="1890" actId="14100"/>
        <pc:sldMkLst>
          <pc:docMk/>
          <pc:sldMk cId="3449656868" sldId="2608"/>
        </pc:sldMkLst>
      </pc:sldChg>
      <pc:sldChg chg="addSp delSp modSp add mod">
        <pc:chgData name="VICTOR JOSE GONZALEZ RODRIGUEZ" userId="3fdd7208-0adc-40d2-a594-662a5d66d0ad" providerId="ADAL" clId="{B2B41622-D461-45C2-8DFE-B25E166A031A}" dt="2024-09-20T15:34:42.158" v="2027" actId="1035"/>
        <pc:sldMkLst>
          <pc:docMk/>
          <pc:sldMk cId="705652513" sldId="2609"/>
        </pc:sldMkLst>
      </pc:sldChg>
      <pc:sldChg chg="addSp delSp modSp new del mod">
        <pc:chgData name="VICTOR JOSE GONZALEZ RODRIGUEZ" userId="3fdd7208-0adc-40d2-a594-662a5d66d0ad" providerId="ADAL" clId="{B2B41622-D461-45C2-8DFE-B25E166A031A}" dt="2024-09-20T15:11:13.745" v="1077" actId="47"/>
        <pc:sldMkLst>
          <pc:docMk/>
          <pc:sldMk cId="669015755" sldId="2610"/>
        </pc:sldMkLst>
      </pc:sldChg>
      <pc:sldChg chg="new del">
        <pc:chgData name="VICTOR JOSE GONZALEZ RODRIGUEZ" userId="3fdd7208-0adc-40d2-a594-662a5d66d0ad" providerId="ADAL" clId="{B2B41622-D461-45C2-8DFE-B25E166A031A}" dt="2024-09-20T15:11:14.836" v="1078" actId="47"/>
        <pc:sldMkLst>
          <pc:docMk/>
          <pc:sldMk cId="2186730997" sldId="2611"/>
        </pc:sldMkLst>
      </pc:sldChg>
      <pc:sldChg chg="modSp add mod">
        <pc:chgData name="VICTOR JOSE GONZALEZ RODRIGUEZ" userId="3fdd7208-0adc-40d2-a594-662a5d66d0ad" providerId="ADAL" clId="{B2B41622-D461-45C2-8DFE-B25E166A031A}" dt="2024-09-20T15:35:19.525" v="2030"/>
        <pc:sldMkLst>
          <pc:docMk/>
          <pc:sldMk cId="830695943" sldId="2612"/>
        </pc:sldMkLst>
      </pc:sldChg>
      <pc:sldChg chg="addSp delSp modSp new mod">
        <pc:chgData name="VICTOR JOSE GONZALEZ RODRIGUEZ" userId="3fdd7208-0adc-40d2-a594-662a5d66d0ad" providerId="ADAL" clId="{B2B41622-D461-45C2-8DFE-B25E166A031A}" dt="2024-09-20T15:35:21.150" v="2031"/>
        <pc:sldMkLst>
          <pc:docMk/>
          <pc:sldMk cId="3156003321" sldId="2613"/>
        </pc:sldMkLst>
      </pc:sldChg>
      <pc:sldChg chg="addSp modSp new mod">
        <pc:chgData name="VICTOR JOSE GONZALEZ RODRIGUEZ" userId="3fdd7208-0adc-40d2-a594-662a5d66d0ad" providerId="ADAL" clId="{B2B41622-D461-45C2-8DFE-B25E166A031A}" dt="2024-09-20T15:35:22.494" v="2032"/>
        <pc:sldMkLst>
          <pc:docMk/>
          <pc:sldMk cId="2610783502" sldId="2614"/>
        </pc:sldMkLst>
      </pc:sldChg>
      <pc:sldChg chg="addSp modSp new del">
        <pc:chgData name="VICTOR JOSE GONZALEZ RODRIGUEZ" userId="3fdd7208-0adc-40d2-a594-662a5d66d0ad" providerId="ADAL" clId="{B2B41622-D461-45C2-8DFE-B25E166A031A}" dt="2024-09-20T15:22:50.793" v="1380" actId="47"/>
        <pc:sldMkLst>
          <pc:docMk/>
          <pc:sldMk cId="2081703671" sldId="2615"/>
        </pc:sldMkLst>
      </pc:sldChg>
      <pc:sldChg chg="addSp modSp new mod">
        <pc:chgData name="VICTOR JOSE GONZALEZ RODRIGUEZ" userId="3fdd7208-0adc-40d2-a594-662a5d66d0ad" providerId="ADAL" clId="{B2B41622-D461-45C2-8DFE-B25E166A031A}" dt="2024-09-20T15:35:23.957" v="2033"/>
        <pc:sldMkLst>
          <pc:docMk/>
          <pc:sldMk cId="3860271788" sldId="2616"/>
        </pc:sldMkLst>
      </pc:sldChg>
      <pc:sldChg chg="addSp delSp modSp new mod">
        <pc:chgData name="VICTOR JOSE GONZALEZ RODRIGUEZ" userId="3fdd7208-0adc-40d2-a594-662a5d66d0ad" providerId="ADAL" clId="{B2B41622-D461-45C2-8DFE-B25E166A031A}" dt="2024-09-20T15:35:32.197" v="2038"/>
        <pc:sldMkLst>
          <pc:docMk/>
          <pc:sldMk cId="2018241793" sldId="2617"/>
        </pc:sldMkLst>
      </pc:sldChg>
      <pc:sldChg chg="addSp modSp new mod">
        <pc:chgData name="VICTOR JOSE GONZALEZ RODRIGUEZ" userId="3fdd7208-0adc-40d2-a594-662a5d66d0ad" providerId="ADAL" clId="{B2B41622-D461-45C2-8DFE-B25E166A031A}" dt="2024-09-20T15:35:41.874" v="2039"/>
        <pc:sldMkLst>
          <pc:docMk/>
          <pc:sldMk cId="3190986131" sldId="2618"/>
        </pc:sldMkLst>
      </pc:sldChg>
      <pc:sldChg chg="new del">
        <pc:chgData name="VICTOR JOSE GONZALEZ RODRIGUEZ" userId="3fdd7208-0adc-40d2-a594-662a5d66d0ad" providerId="ADAL" clId="{B2B41622-D461-45C2-8DFE-B25E166A031A}" dt="2024-09-20T15:37:12.568" v="2042" actId="47"/>
        <pc:sldMkLst>
          <pc:docMk/>
          <pc:sldMk cId="814231666" sldId="2619"/>
        </pc:sldMkLst>
      </pc:sldChg>
      <pc:sldChg chg="addSp delSp modSp add mod">
        <pc:chgData name="VICTOR JOSE GONZALEZ RODRIGUEZ" userId="3fdd7208-0adc-40d2-a594-662a5d66d0ad" providerId="ADAL" clId="{B2B41622-D461-45C2-8DFE-B25E166A031A}" dt="2024-09-20T15:45:15.803" v="2080"/>
        <pc:sldMkLst>
          <pc:docMk/>
          <pc:sldMk cId="439446172" sldId="2639"/>
        </pc:sldMkLst>
      </pc:sldChg>
      <pc:sldChg chg="addSp delSp modSp add mod">
        <pc:chgData name="VICTOR JOSE GONZALEZ RODRIGUEZ" userId="3fdd7208-0adc-40d2-a594-662a5d66d0ad" providerId="ADAL" clId="{B2B41622-D461-45C2-8DFE-B25E166A031A}" dt="2024-09-20T15:45:15.009" v="2079"/>
        <pc:sldMkLst>
          <pc:docMk/>
          <pc:sldMk cId="1745145547" sldId="2644"/>
        </pc:sldMkLst>
      </pc:sldChg>
      <pc:sldChg chg="addSp delSp modSp add mod">
        <pc:chgData name="VICTOR JOSE GONZALEZ RODRIGUEZ" userId="3fdd7208-0adc-40d2-a594-662a5d66d0ad" providerId="ADAL" clId="{B2B41622-D461-45C2-8DFE-B25E166A031A}" dt="2024-09-20T15:45:14.227" v="2078"/>
        <pc:sldMkLst>
          <pc:docMk/>
          <pc:sldMk cId="1065883929" sldId="2646"/>
        </pc:sldMkLst>
      </pc:sldChg>
      <pc:sldChg chg="addSp delSp modSp add mod">
        <pc:chgData name="VICTOR JOSE GONZALEZ RODRIGUEZ" userId="3fdd7208-0adc-40d2-a594-662a5d66d0ad" providerId="ADAL" clId="{B2B41622-D461-45C2-8DFE-B25E166A031A}" dt="2024-09-20T15:45:10.051" v="2076" actId="20577"/>
        <pc:sldMkLst>
          <pc:docMk/>
          <pc:sldMk cId="414377838" sldId="2647"/>
        </pc:sldMkLst>
      </pc:sldChg>
      <pc:sldChg chg="addSp delSp modSp add mod">
        <pc:chgData name="VICTOR JOSE GONZALEZ RODRIGUEZ" userId="3fdd7208-0adc-40d2-a594-662a5d66d0ad" providerId="ADAL" clId="{B2B41622-D461-45C2-8DFE-B25E166A031A}" dt="2024-09-20T15:45:13.625" v="2077"/>
        <pc:sldMkLst>
          <pc:docMk/>
          <pc:sldMk cId="2941302308" sldId="2648"/>
        </pc:sldMkLst>
      </pc:sldChg>
    </pc:docChg>
  </pc:docChgLst>
  <pc:docChgLst>
    <pc:chgData name="VICTOR JOSE GONZALEZ RODRIGUEZ" userId="3fdd7208-0adc-40d2-a594-662a5d66d0ad" providerId="ADAL" clId="{21DBAA88-9E08-4ABA-B8B9-49DB4255ED5B}"/>
    <pc:docChg chg="modSld">
      <pc:chgData name="VICTOR JOSE GONZALEZ RODRIGUEZ" userId="3fdd7208-0adc-40d2-a594-662a5d66d0ad" providerId="ADAL" clId="{21DBAA88-9E08-4ABA-B8B9-49DB4255ED5B}" dt="2023-09-10T16:23:37.292" v="3" actId="20577"/>
      <pc:docMkLst>
        <pc:docMk/>
      </pc:docMkLst>
      <pc:sldChg chg="modSp mod">
        <pc:chgData name="VICTOR JOSE GONZALEZ RODRIGUEZ" userId="3fdd7208-0adc-40d2-a594-662a5d66d0ad" providerId="ADAL" clId="{21DBAA88-9E08-4ABA-B8B9-49DB4255ED5B}" dt="2023-09-10T16:18:01.867" v="0" actId="1035"/>
        <pc:sldMkLst>
          <pc:docMk/>
          <pc:sldMk cId="2347963378" sldId="2373"/>
        </pc:sldMkLst>
      </pc:sldChg>
      <pc:sldChg chg="modSp mod">
        <pc:chgData name="VICTOR JOSE GONZALEZ RODRIGUEZ" userId="3fdd7208-0adc-40d2-a594-662a5d66d0ad" providerId="ADAL" clId="{21DBAA88-9E08-4ABA-B8B9-49DB4255ED5B}" dt="2023-09-10T16:18:14.436" v="1" actId="113"/>
        <pc:sldMkLst>
          <pc:docMk/>
          <pc:sldMk cId="3415942564" sldId="2374"/>
        </pc:sldMkLst>
      </pc:sldChg>
      <pc:sldChg chg="modSp mod">
        <pc:chgData name="VICTOR JOSE GONZALEZ RODRIGUEZ" userId="3fdd7208-0adc-40d2-a594-662a5d66d0ad" providerId="ADAL" clId="{21DBAA88-9E08-4ABA-B8B9-49DB4255ED5B}" dt="2023-09-10T16:21:58.588" v="2" actId="20577"/>
        <pc:sldMkLst>
          <pc:docMk/>
          <pc:sldMk cId="2638086010" sldId="2379"/>
        </pc:sldMkLst>
      </pc:sldChg>
      <pc:sldChg chg="modSp mod">
        <pc:chgData name="VICTOR JOSE GONZALEZ RODRIGUEZ" userId="3fdd7208-0adc-40d2-a594-662a5d66d0ad" providerId="ADAL" clId="{21DBAA88-9E08-4ABA-B8B9-49DB4255ED5B}" dt="2023-09-10T16:23:37.292" v="3" actId="20577"/>
        <pc:sldMkLst>
          <pc:docMk/>
          <pc:sldMk cId="1928417327" sldId="2383"/>
        </pc:sldMkLst>
      </pc:sldChg>
    </pc:docChg>
  </pc:docChgLst>
  <pc:docChgLst>
    <pc:chgData name="VICTOR JOSE GONZALEZ RODRIGUEZ" userId="3fdd7208-0adc-40d2-a594-662a5d66d0ad" providerId="ADAL" clId="{359FD5A0-C0E1-4F46-AEB0-51555EFEF171}"/>
    <pc:docChg chg="undo custSel addSld delSld modSld modSection">
      <pc:chgData name="VICTOR JOSE GONZALEZ RODRIGUEZ" userId="3fdd7208-0adc-40d2-a594-662a5d66d0ad" providerId="ADAL" clId="{359FD5A0-C0E1-4F46-AEB0-51555EFEF171}" dt="2025-10-29T09:15:40.105" v="3466" actId="962"/>
      <pc:docMkLst>
        <pc:docMk/>
      </pc:docMkLst>
      <pc:sldChg chg="modSp mod">
        <pc:chgData name="VICTOR JOSE GONZALEZ RODRIGUEZ" userId="3fdd7208-0adc-40d2-a594-662a5d66d0ad" providerId="ADAL" clId="{359FD5A0-C0E1-4F46-AEB0-51555EFEF171}" dt="2025-10-29T09:00:56.082" v="1320" actId="962"/>
        <pc:sldMkLst>
          <pc:docMk/>
          <pc:sldMk cId="1698760526" sldId="257"/>
        </pc:sldMkLst>
        <pc:spChg chg="mod">
          <ac:chgData name="VICTOR JOSE GONZALEZ RODRIGUEZ" userId="3fdd7208-0adc-40d2-a594-662a5d66d0ad" providerId="ADAL" clId="{359FD5A0-C0E1-4F46-AEB0-51555EFEF171}" dt="2025-10-29T09:00:50.423" v="1318" actId="962"/>
          <ac:spMkLst>
            <pc:docMk/>
            <pc:sldMk cId="1698760526" sldId="257"/>
            <ac:spMk id="7" creationId="{00000000-0000-0000-0000-000000000000}"/>
          </ac:spMkLst>
        </pc:spChg>
        <pc:spChg chg="mod">
          <ac:chgData name="VICTOR JOSE GONZALEZ RODRIGUEZ" userId="3fdd7208-0adc-40d2-a594-662a5d66d0ad" providerId="ADAL" clId="{359FD5A0-C0E1-4F46-AEB0-51555EFEF171}" dt="2025-10-29T09:00:50.423" v="1318" actId="962"/>
          <ac:spMkLst>
            <pc:docMk/>
            <pc:sldMk cId="1698760526" sldId="257"/>
            <ac:spMk id="8" creationId="{F48D6D21-0A48-41C7-9578-19411F4E8035}"/>
          </ac:spMkLst>
        </pc:spChg>
        <pc:spChg chg="mod">
          <ac:chgData name="VICTOR JOSE GONZALEZ RODRIGUEZ" userId="3fdd7208-0adc-40d2-a594-662a5d66d0ad" providerId="ADAL" clId="{359FD5A0-C0E1-4F46-AEB0-51555EFEF171}" dt="2025-10-29T09:00:50.423" v="1318" actId="962"/>
          <ac:spMkLst>
            <pc:docMk/>
            <pc:sldMk cId="1698760526" sldId="257"/>
            <ac:spMk id="9" creationId="{00000000-0000-0000-0000-000000000000}"/>
          </ac:spMkLst>
        </pc:spChg>
        <pc:spChg chg="mod">
          <ac:chgData name="VICTOR JOSE GONZALEZ RODRIGUEZ" userId="3fdd7208-0adc-40d2-a594-662a5d66d0ad" providerId="ADAL" clId="{359FD5A0-C0E1-4F46-AEB0-51555EFEF171}" dt="2025-10-29T09:00:50.423" v="1318" actId="962"/>
          <ac:spMkLst>
            <pc:docMk/>
            <pc:sldMk cId="1698760526" sldId="257"/>
            <ac:spMk id="10" creationId="{00000000-0000-0000-0000-000000000000}"/>
          </ac:spMkLst>
        </pc:spChg>
        <pc:spChg chg="mod">
          <ac:chgData name="VICTOR JOSE GONZALEZ RODRIGUEZ" userId="3fdd7208-0adc-40d2-a594-662a5d66d0ad" providerId="ADAL" clId="{359FD5A0-C0E1-4F46-AEB0-51555EFEF171}" dt="2025-10-29T09:00:56.082" v="1320" actId="962"/>
          <ac:spMkLst>
            <pc:docMk/>
            <pc:sldMk cId="1698760526" sldId="257"/>
            <ac:spMk id="12" creationId="{A880FF05-18F2-4387-ABE0-6C9765983AE0}"/>
          </ac:spMkLst>
        </pc:spChg>
        <pc:picChg chg="mod">
          <ac:chgData name="VICTOR JOSE GONZALEZ RODRIGUEZ" userId="3fdd7208-0adc-40d2-a594-662a5d66d0ad" providerId="ADAL" clId="{359FD5A0-C0E1-4F46-AEB0-51555EFEF171}" dt="2025-10-29T09:00:50.423" v="1318" actId="962"/>
          <ac:picMkLst>
            <pc:docMk/>
            <pc:sldMk cId="1698760526" sldId="257"/>
            <ac:picMk id="3" creationId="{886D6D74-4994-E005-28A4-915212C6D4C9}"/>
          </ac:picMkLst>
        </pc:picChg>
        <pc:picChg chg="mod">
          <ac:chgData name="VICTOR JOSE GONZALEZ RODRIGUEZ" userId="3fdd7208-0adc-40d2-a594-662a5d66d0ad" providerId="ADAL" clId="{359FD5A0-C0E1-4F46-AEB0-51555EFEF171}" dt="2025-10-29T09:00:50.423" v="1318" actId="962"/>
          <ac:picMkLst>
            <pc:docMk/>
            <pc:sldMk cId="1698760526" sldId="257"/>
            <ac:picMk id="6" creationId="{4ED1804C-7D19-4AD9-9189-1E4202BC9ECA}"/>
          </ac:picMkLst>
        </pc:picChg>
      </pc:sldChg>
      <pc:sldChg chg="del">
        <pc:chgData name="VICTOR JOSE GONZALEZ RODRIGUEZ" userId="3fdd7208-0adc-40d2-a594-662a5d66d0ad" providerId="ADAL" clId="{359FD5A0-C0E1-4F46-AEB0-51555EFEF171}" dt="2025-10-29T08:03:14.586" v="0" actId="47"/>
        <pc:sldMkLst>
          <pc:docMk/>
          <pc:sldMk cId="3977480582" sldId="1789"/>
        </pc:sldMkLst>
      </pc:sldChg>
      <pc:sldChg chg="del">
        <pc:chgData name="VICTOR JOSE GONZALEZ RODRIGUEZ" userId="3fdd7208-0adc-40d2-a594-662a5d66d0ad" providerId="ADAL" clId="{359FD5A0-C0E1-4F46-AEB0-51555EFEF171}" dt="2025-10-29T08:03:14.586" v="0" actId="47"/>
        <pc:sldMkLst>
          <pc:docMk/>
          <pc:sldMk cId="157313400" sldId="2030"/>
        </pc:sldMkLst>
      </pc:sldChg>
      <pc:sldChg chg="modSp mod">
        <pc:chgData name="VICTOR JOSE GONZALEZ RODRIGUEZ" userId="3fdd7208-0adc-40d2-a594-662a5d66d0ad" providerId="ADAL" clId="{359FD5A0-C0E1-4F46-AEB0-51555EFEF171}" dt="2025-10-29T09:01:04.558" v="1321" actId="962"/>
        <pc:sldMkLst>
          <pc:docMk/>
          <pc:sldMk cId="1497462584" sldId="2440"/>
        </pc:sldMkLst>
        <pc:spChg chg="mod">
          <ac:chgData name="VICTOR JOSE GONZALEZ RODRIGUEZ" userId="3fdd7208-0adc-40d2-a594-662a5d66d0ad" providerId="ADAL" clId="{359FD5A0-C0E1-4F46-AEB0-51555EFEF171}" dt="2025-10-29T09:01:04.558" v="1321" actId="962"/>
          <ac:spMkLst>
            <pc:docMk/>
            <pc:sldMk cId="1497462584" sldId="2440"/>
            <ac:spMk id="3" creationId="{A4F52C1D-699D-6C02-1370-8DDD8B16573F}"/>
          </ac:spMkLst>
        </pc:spChg>
        <pc:spChg chg="mod">
          <ac:chgData name="VICTOR JOSE GONZALEZ RODRIGUEZ" userId="3fdd7208-0adc-40d2-a594-662a5d66d0ad" providerId="ADAL" clId="{359FD5A0-C0E1-4F46-AEB0-51555EFEF171}" dt="2025-10-29T09:01:04.558" v="1321" actId="962"/>
          <ac:spMkLst>
            <pc:docMk/>
            <pc:sldMk cId="1497462584" sldId="2440"/>
            <ac:spMk id="11" creationId="{B5893D16-115D-D0CD-A6BD-D548A2200D7F}"/>
          </ac:spMkLst>
        </pc:spChg>
        <pc:spChg chg="mod">
          <ac:chgData name="VICTOR JOSE GONZALEZ RODRIGUEZ" userId="3fdd7208-0adc-40d2-a594-662a5d66d0ad" providerId="ADAL" clId="{359FD5A0-C0E1-4F46-AEB0-51555EFEF171}" dt="2025-10-29T09:01:04.558" v="1321" actId="962"/>
          <ac:spMkLst>
            <pc:docMk/>
            <pc:sldMk cId="1497462584" sldId="2440"/>
            <ac:spMk id="13" creationId="{D77E9B63-8C28-2EEB-54B4-34FF7DC71715}"/>
          </ac:spMkLst>
        </pc:spChg>
      </pc:sldChg>
      <pc:sldChg chg="del">
        <pc:chgData name="VICTOR JOSE GONZALEZ RODRIGUEZ" userId="3fdd7208-0adc-40d2-a594-662a5d66d0ad" providerId="ADAL" clId="{359FD5A0-C0E1-4F46-AEB0-51555EFEF171}" dt="2025-10-29T08:03:14.586" v="0" actId="47"/>
        <pc:sldMkLst>
          <pc:docMk/>
          <pc:sldMk cId="39202895" sldId="2441"/>
        </pc:sldMkLst>
      </pc:sldChg>
      <pc:sldChg chg="del">
        <pc:chgData name="VICTOR JOSE GONZALEZ RODRIGUEZ" userId="3fdd7208-0adc-40d2-a594-662a5d66d0ad" providerId="ADAL" clId="{359FD5A0-C0E1-4F46-AEB0-51555EFEF171}" dt="2025-10-29T08:03:14.586" v="0" actId="47"/>
        <pc:sldMkLst>
          <pc:docMk/>
          <pc:sldMk cId="4148701996" sldId="2442"/>
        </pc:sldMkLst>
      </pc:sldChg>
      <pc:sldChg chg="del">
        <pc:chgData name="VICTOR JOSE GONZALEZ RODRIGUEZ" userId="3fdd7208-0adc-40d2-a594-662a5d66d0ad" providerId="ADAL" clId="{359FD5A0-C0E1-4F46-AEB0-51555EFEF171}" dt="2025-10-29T08:03:14.586" v="0" actId="47"/>
        <pc:sldMkLst>
          <pc:docMk/>
          <pc:sldMk cId="2978515040" sldId="2443"/>
        </pc:sldMkLst>
      </pc:sldChg>
      <pc:sldChg chg="del">
        <pc:chgData name="VICTOR JOSE GONZALEZ RODRIGUEZ" userId="3fdd7208-0adc-40d2-a594-662a5d66d0ad" providerId="ADAL" clId="{359FD5A0-C0E1-4F46-AEB0-51555EFEF171}" dt="2025-10-29T08:03:14.586" v="0" actId="47"/>
        <pc:sldMkLst>
          <pc:docMk/>
          <pc:sldMk cId="2545431844" sldId="2444"/>
        </pc:sldMkLst>
      </pc:sldChg>
      <pc:sldChg chg="del">
        <pc:chgData name="VICTOR JOSE GONZALEZ RODRIGUEZ" userId="3fdd7208-0adc-40d2-a594-662a5d66d0ad" providerId="ADAL" clId="{359FD5A0-C0E1-4F46-AEB0-51555EFEF171}" dt="2025-10-29T08:03:14.586" v="0" actId="47"/>
        <pc:sldMkLst>
          <pc:docMk/>
          <pc:sldMk cId="1876224368" sldId="2445"/>
        </pc:sldMkLst>
      </pc:sldChg>
      <pc:sldChg chg="del">
        <pc:chgData name="VICTOR JOSE GONZALEZ RODRIGUEZ" userId="3fdd7208-0adc-40d2-a594-662a5d66d0ad" providerId="ADAL" clId="{359FD5A0-C0E1-4F46-AEB0-51555EFEF171}" dt="2025-10-29T08:03:14.586" v="0" actId="47"/>
        <pc:sldMkLst>
          <pc:docMk/>
          <pc:sldMk cId="3931334216" sldId="2446"/>
        </pc:sldMkLst>
      </pc:sldChg>
      <pc:sldChg chg="del">
        <pc:chgData name="VICTOR JOSE GONZALEZ RODRIGUEZ" userId="3fdd7208-0adc-40d2-a594-662a5d66d0ad" providerId="ADAL" clId="{359FD5A0-C0E1-4F46-AEB0-51555EFEF171}" dt="2025-10-29T08:03:14.586" v="0" actId="47"/>
        <pc:sldMkLst>
          <pc:docMk/>
          <pc:sldMk cId="3462274727" sldId="2447"/>
        </pc:sldMkLst>
      </pc:sldChg>
      <pc:sldChg chg="del">
        <pc:chgData name="VICTOR JOSE GONZALEZ RODRIGUEZ" userId="3fdd7208-0adc-40d2-a594-662a5d66d0ad" providerId="ADAL" clId="{359FD5A0-C0E1-4F46-AEB0-51555EFEF171}" dt="2025-10-29T08:03:14.586" v="0" actId="47"/>
        <pc:sldMkLst>
          <pc:docMk/>
          <pc:sldMk cId="1231096681" sldId="2448"/>
        </pc:sldMkLst>
      </pc:sldChg>
      <pc:sldChg chg="del">
        <pc:chgData name="VICTOR JOSE GONZALEZ RODRIGUEZ" userId="3fdd7208-0adc-40d2-a594-662a5d66d0ad" providerId="ADAL" clId="{359FD5A0-C0E1-4F46-AEB0-51555EFEF171}" dt="2025-10-29T08:03:14.586" v="0" actId="47"/>
        <pc:sldMkLst>
          <pc:docMk/>
          <pc:sldMk cId="3867896169" sldId="2449"/>
        </pc:sldMkLst>
      </pc:sldChg>
      <pc:sldChg chg="del">
        <pc:chgData name="VICTOR JOSE GONZALEZ RODRIGUEZ" userId="3fdd7208-0adc-40d2-a594-662a5d66d0ad" providerId="ADAL" clId="{359FD5A0-C0E1-4F46-AEB0-51555EFEF171}" dt="2025-10-29T08:03:14.586" v="0" actId="47"/>
        <pc:sldMkLst>
          <pc:docMk/>
          <pc:sldMk cId="1638656468" sldId="2450"/>
        </pc:sldMkLst>
      </pc:sldChg>
      <pc:sldChg chg="del">
        <pc:chgData name="VICTOR JOSE GONZALEZ RODRIGUEZ" userId="3fdd7208-0adc-40d2-a594-662a5d66d0ad" providerId="ADAL" clId="{359FD5A0-C0E1-4F46-AEB0-51555EFEF171}" dt="2025-10-29T08:03:14.586" v="0" actId="47"/>
        <pc:sldMkLst>
          <pc:docMk/>
          <pc:sldMk cId="168579606" sldId="2451"/>
        </pc:sldMkLst>
      </pc:sldChg>
      <pc:sldChg chg="del">
        <pc:chgData name="VICTOR JOSE GONZALEZ RODRIGUEZ" userId="3fdd7208-0adc-40d2-a594-662a5d66d0ad" providerId="ADAL" clId="{359FD5A0-C0E1-4F46-AEB0-51555EFEF171}" dt="2025-10-29T08:03:14.586" v="0" actId="47"/>
        <pc:sldMkLst>
          <pc:docMk/>
          <pc:sldMk cId="1516755829" sldId="2452"/>
        </pc:sldMkLst>
      </pc:sldChg>
      <pc:sldChg chg="del">
        <pc:chgData name="VICTOR JOSE GONZALEZ RODRIGUEZ" userId="3fdd7208-0adc-40d2-a594-662a5d66d0ad" providerId="ADAL" clId="{359FD5A0-C0E1-4F46-AEB0-51555EFEF171}" dt="2025-10-29T08:03:14.586" v="0" actId="47"/>
        <pc:sldMkLst>
          <pc:docMk/>
          <pc:sldMk cId="685333443" sldId="2453"/>
        </pc:sldMkLst>
      </pc:sldChg>
      <pc:sldChg chg="del">
        <pc:chgData name="VICTOR JOSE GONZALEZ RODRIGUEZ" userId="3fdd7208-0adc-40d2-a594-662a5d66d0ad" providerId="ADAL" clId="{359FD5A0-C0E1-4F46-AEB0-51555EFEF171}" dt="2025-10-29T08:03:14.586" v="0" actId="47"/>
        <pc:sldMkLst>
          <pc:docMk/>
          <pc:sldMk cId="480221108" sldId="2454"/>
        </pc:sldMkLst>
      </pc:sldChg>
      <pc:sldChg chg="del">
        <pc:chgData name="VICTOR JOSE GONZALEZ RODRIGUEZ" userId="3fdd7208-0adc-40d2-a594-662a5d66d0ad" providerId="ADAL" clId="{359FD5A0-C0E1-4F46-AEB0-51555EFEF171}" dt="2025-10-29T08:03:14.586" v="0" actId="47"/>
        <pc:sldMkLst>
          <pc:docMk/>
          <pc:sldMk cId="991173990" sldId="2455"/>
        </pc:sldMkLst>
      </pc:sldChg>
      <pc:sldChg chg="del">
        <pc:chgData name="VICTOR JOSE GONZALEZ RODRIGUEZ" userId="3fdd7208-0adc-40d2-a594-662a5d66d0ad" providerId="ADAL" clId="{359FD5A0-C0E1-4F46-AEB0-51555EFEF171}" dt="2025-10-29T08:03:14.586" v="0" actId="47"/>
        <pc:sldMkLst>
          <pc:docMk/>
          <pc:sldMk cId="2225269624" sldId="2456"/>
        </pc:sldMkLst>
      </pc:sldChg>
      <pc:sldChg chg="del">
        <pc:chgData name="VICTOR JOSE GONZALEZ RODRIGUEZ" userId="3fdd7208-0adc-40d2-a594-662a5d66d0ad" providerId="ADAL" clId="{359FD5A0-C0E1-4F46-AEB0-51555EFEF171}" dt="2025-10-29T08:03:14.586" v="0" actId="47"/>
        <pc:sldMkLst>
          <pc:docMk/>
          <pc:sldMk cId="3744867587" sldId="2457"/>
        </pc:sldMkLst>
      </pc:sldChg>
      <pc:sldChg chg="del">
        <pc:chgData name="VICTOR JOSE GONZALEZ RODRIGUEZ" userId="3fdd7208-0adc-40d2-a594-662a5d66d0ad" providerId="ADAL" clId="{359FD5A0-C0E1-4F46-AEB0-51555EFEF171}" dt="2025-10-29T08:03:14.586" v="0" actId="47"/>
        <pc:sldMkLst>
          <pc:docMk/>
          <pc:sldMk cId="536980422" sldId="2458"/>
        </pc:sldMkLst>
      </pc:sldChg>
      <pc:sldChg chg="del">
        <pc:chgData name="VICTOR JOSE GONZALEZ RODRIGUEZ" userId="3fdd7208-0adc-40d2-a594-662a5d66d0ad" providerId="ADAL" clId="{359FD5A0-C0E1-4F46-AEB0-51555EFEF171}" dt="2025-10-29T08:03:14.586" v="0" actId="47"/>
        <pc:sldMkLst>
          <pc:docMk/>
          <pc:sldMk cId="2231793445" sldId="2459"/>
        </pc:sldMkLst>
      </pc:sldChg>
      <pc:sldChg chg="del">
        <pc:chgData name="VICTOR JOSE GONZALEZ RODRIGUEZ" userId="3fdd7208-0adc-40d2-a594-662a5d66d0ad" providerId="ADAL" clId="{359FD5A0-C0E1-4F46-AEB0-51555EFEF171}" dt="2025-10-29T08:03:14.586" v="0" actId="47"/>
        <pc:sldMkLst>
          <pc:docMk/>
          <pc:sldMk cId="2855780775" sldId="2460"/>
        </pc:sldMkLst>
      </pc:sldChg>
      <pc:sldChg chg="del">
        <pc:chgData name="VICTOR JOSE GONZALEZ RODRIGUEZ" userId="3fdd7208-0adc-40d2-a594-662a5d66d0ad" providerId="ADAL" clId="{359FD5A0-C0E1-4F46-AEB0-51555EFEF171}" dt="2025-10-29T08:03:14.586" v="0" actId="47"/>
        <pc:sldMkLst>
          <pc:docMk/>
          <pc:sldMk cId="3189196607" sldId="2461"/>
        </pc:sldMkLst>
      </pc:sldChg>
      <pc:sldChg chg="del">
        <pc:chgData name="VICTOR JOSE GONZALEZ RODRIGUEZ" userId="3fdd7208-0adc-40d2-a594-662a5d66d0ad" providerId="ADAL" clId="{359FD5A0-C0E1-4F46-AEB0-51555EFEF171}" dt="2025-10-29T08:03:14.586" v="0" actId="47"/>
        <pc:sldMkLst>
          <pc:docMk/>
          <pc:sldMk cId="1126934350" sldId="2462"/>
        </pc:sldMkLst>
      </pc:sldChg>
      <pc:sldChg chg="del">
        <pc:chgData name="VICTOR JOSE GONZALEZ RODRIGUEZ" userId="3fdd7208-0adc-40d2-a594-662a5d66d0ad" providerId="ADAL" clId="{359FD5A0-C0E1-4F46-AEB0-51555EFEF171}" dt="2025-10-29T08:03:14.586" v="0" actId="47"/>
        <pc:sldMkLst>
          <pc:docMk/>
          <pc:sldMk cId="1408337631" sldId="2463"/>
        </pc:sldMkLst>
      </pc:sldChg>
      <pc:sldChg chg="del">
        <pc:chgData name="VICTOR JOSE GONZALEZ RODRIGUEZ" userId="3fdd7208-0adc-40d2-a594-662a5d66d0ad" providerId="ADAL" clId="{359FD5A0-C0E1-4F46-AEB0-51555EFEF171}" dt="2025-10-29T08:03:14.586" v="0" actId="47"/>
        <pc:sldMkLst>
          <pc:docMk/>
          <pc:sldMk cId="61182676" sldId="2464"/>
        </pc:sldMkLst>
      </pc:sldChg>
      <pc:sldChg chg="del">
        <pc:chgData name="VICTOR JOSE GONZALEZ RODRIGUEZ" userId="3fdd7208-0adc-40d2-a594-662a5d66d0ad" providerId="ADAL" clId="{359FD5A0-C0E1-4F46-AEB0-51555EFEF171}" dt="2025-10-29T08:03:14.586" v="0" actId="47"/>
        <pc:sldMkLst>
          <pc:docMk/>
          <pc:sldMk cId="2500497500" sldId="2465"/>
        </pc:sldMkLst>
      </pc:sldChg>
      <pc:sldChg chg="del">
        <pc:chgData name="VICTOR JOSE GONZALEZ RODRIGUEZ" userId="3fdd7208-0adc-40d2-a594-662a5d66d0ad" providerId="ADAL" clId="{359FD5A0-C0E1-4F46-AEB0-51555EFEF171}" dt="2025-10-29T08:03:14.586" v="0" actId="47"/>
        <pc:sldMkLst>
          <pc:docMk/>
          <pc:sldMk cId="2657282778" sldId="2466"/>
        </pc:sldMkLst>
      </pc:sldChg>
      <pc:sldChg chg="del">
        <pc:chgData name="VICTOR JOSE GONZALEZ RODRIGUEZ" userId="3fdd7208-0adc-40d2-a594-662a5d66d0ad" providerId="ADAL" clId="{359FD5A0-C0E1-4F46-AEB0-51555EFEF171}" dt="2025-10-29T08:03:14.586" v="0" actId="47"/>
        <pc:sldMkLst>
          <pc:docMk/>
          <pc:sldMk cId="3240040361" sldId="2467"/>
        </pc:sldMkLst>
      </pc:sldChg>
      <pc:sldChg chg="del">
        <pc:chgData name="VICTOR JOSE GONZALEZ RODRIGUEZ" userId="3fdd7208-0adc-40d2-a594-662a5d66d0ad" providerId="ADAL" clId="{359FD5A0-C0E1-4F46-AEB0-51555EFEF171}" dt="2025-10-29T08:03:14.586" v="0" actId="47"/>
        <pc:sldMkLst>
          <pc:docMk/>
          <pc:sldMk cId="803836440" sldId="2468"/>
        </pc:sldMkLst>
      </pc:sldChg>
      <pc:sldChg chg="del">
        <pc:chgData name="VICTOR JOSE GONZALEZ RODRIGUEZ" userId="3fdd7208-0adc-40d2-a594-662a5d66d0ad" providerId="ADAL" clId="{359FD5A0-C0E1-4F46-AEB0-51555EFEF171}" dt="2025-10-29T08:03:14.586" v="0" actId="47"/>
        <pc:sldMkLst>
          <pc:docMk/>
          <pc:sldMk cId="4065485816" sldId="2469"/>
        </pc:sldMkLst>
      </pc:sldChg>
      <pc:sldChg chg="del">
        <pc:chgData name="VICTOR JOSE GONZALEZ RODRIGUEZ" userId="3fdd7208-0adc-40d2-a594-662a5d66d0ad" providerId="ADAL" clId="{359FD5A0-C0E1-4F46-AEB0-51555EFEF171}" dt="2025-10-29T08:03:14.586" v="0" actId="47"/>
        <pc:sldMkLst>
          <pc:docMk/>
          <pc:sldMk cId="1921366399" sldId="2470"/>
        </pc:sldMkLst>
      </pc:sldChg>
      <pc:sldChg chg="del">
        <pc:chgData name="VICTOR JOSE GONZALEZ RODRIGUEZ" userId="3fdd7208-0adc-40d2-a594-662a5d66d0ad" providerId="ADAL" clId="{359FD5A0-C0E1-4F46-AEB0-51555EFEF171}" dt="2025-10-29T08:03:14.586" v="0" actId="47"/>
        <pc:sldMkLst>
          <pc:docMk/>
          <pc:sldMk cId="1698856658" sldId="2471"/>
        </pc:sldMkLst>
      </pc:sldChg>
      <pc:sldChg chg="del">
        <pc:chgData name="VICTOR JOSE GONZALEZ RODRIGUEZ" userId="3fdd7208-0adc-40d2-a594-662a5d66d0ad" providerId="ADAL" clId="{359FD5A0-C0E1-4F46-AEB0-51555EFEF171}" dt="2025-10-29T08:03:14.586" v="0" actId="47"/>
        <pc:sldMkLst>
          <pc:docMk/>
          <pc:sldMk cId="3831264" sldId="2472"/>
        </pc:sldMkLst>
      </pc:sldChg>
      <pc:sldChg chg="del">
        <pc:chgData name="VICTOR JOSE GONZALEZ RODRIGUEZ" userId="3fdd7208-0adc-40d2-a594-662a5d66d0ad" providerId="ADAL" clId="{359FD5A0-C0E1-4F46-AEB0-51555EFEF171}" dt="2025-10-29T08:03:14.586" v="0" actId="47"/>
        <pc:sldMkLst>
          <pc:docMk/>
          <pc:sldMk cId="4030629242" sldId="2473"/>
        </pc:sldMkLst>
      </pc:sldChg>
      <pc:sldChg chg="del">
        <pc:chgData name="VICTOR JOSE GONZALEZ RODRIGUEZ" userId="3fdd7208-0adc-40d2-a594-662a5d66d0ad" providerId="ADAL" clId="{359FD5A0-C0E1-4F46-AEB0-51555EFEF171}" dt="2025-10-29T08:03:14.586" v="0" actId="47"/>
        <pc:sldMkLst>
          <pc:docMk/>
          <pc:sldMk cId="1474825311" sldId="2475"/>
        </pc:sldMkLst>
      </pc:sldChg>
      <pc:sldChg chg="del">
        <pc:chgData name="VICTOR JOSE GONZALEZ RODRIGUEZ" userId="3fdd7208-0adc-40d2-a594-662a5d66d0ad" providerId="ADAL" clId="{359FD5A0-C0E1-4F46-AEB0-51555EFEF171}" dt="2025-10-29T08:03:14.586" v="0" actId="47"/>
        <pc:sldMkLst>
          <pc:docMk/>
          <pc:sldMk cId="1921584982" sldId="2476"/>
        </pc:sldMkLst>
      </pc:sldChg>
      <pc:sldChg chg="del">
        <pc:chgData name="VICTOR JOSE GONZALEZ RODRIGUEZ" userId="3fdd7208-0adc-40d2-a594-662a5d66d0ad" providerId="ADAL" clId="{359FD5A0-C0E1-4F46-AEB0-51555EFEF171}" dt="2025-10-29T08:03:14.586" v="0" actId="47"/>
        <pc:sldMkLst>
          <pc:docMk/>
          <pc:sldMk cId="3937838290" sldId="2477"/>
        </pc:sldMkLst>
      </pc:sldChg>
      <pc:sldChg chg="del">
        <pc:chgData name="VICTOR JOSE GONZALEZ RODRIGUEZ" userId="3fdd7208-0adc-40d2-a594-662a5d66d0ad" providerId="ADAL" clId="{359FD5A0-C0E1-4F46-AEB0-51555EFEF171}" dt="2025-10-29T08:03:14.586" v="0" actId="47"/>
        <pc:sldMkLst>
          <pc:docMk/>
          <pc:sldMk cId="2413548889" sldId="2478"/>
        </pc:sldMkLst>
      </pc:sldChg>
      <pc:sldChg chg="del">
        <pc:chgData name="VICTOR JOSE GONZALEZ RODRIGUEZ" userId="3fdd7208-0adc-40d2-a594-662a5d66d0ad" providerId="ADAL" clId="{359FD5A0-C0E1-4F46-AEB0-51555EFEF171}" dt="2025-10-29T08:03:14.586" v="0" actId="47"/>
        <pc:sldMkLst>
          <pc:docMk/>
          <pc:sldMk cId="2811551844" sldId="2479"/>
        </pc:sldMkLst>
      </pc:sldChg>
      <pc:sldChg chg="del">
        <pc:chgData name="VICTOR JOSE GONZALEZ RODRIGUEZ" userId="3fdd7208-0adc-40d2-a594-662a5d66d0ad" providerId="ADAL" clId="{359FD5A0-C0E1-4F46-AEB0-51555EFEF171}" dt="2025-10-29T08:03:14.586" v="0" actId="47"/>
        <pc:sldMkLst>
          <pc:docMk/>
          <pc:sldMk cId="2855842542" sldId="2480"/>
        </pc:sldMkLst>
      </pc:sldChg>
      <pc:sldChg chg="del">
        <pc:chgData name="VICTOR JOSE GONZALEZ RODRIGUEZ" userId="3fdd7208-0adc-40d2-a594-662a5d66d0ad" providerId="ADAL" clId="{359FD5A0-C0E1-4F46-AEB0-51555EFEF171}" dt="2025-10-29T08:03:14.586" v="0" actId="47"/>
        <pc:sldMkLst>
          <pc:docMk/>
          <pc:sldMk cId="3700576372" sldId="2482"/>
        </pc:sldMkLst>
      </pc:sldChg>
      <pc:sldChg chg="del">
        <pc:chgData name="VICTOR JOSE GONZALEZ RODRIGUEZ" userId="3fdd7208-0adc-40d2-a594-662a5d66d0ad" providerId="ADAL" clId="{359FD5A0-C0E1-4F46-AEB0-51555EFEF171}" dt="2025-10-29T08:03:14.586" v="0" actId="47"/>
        <pc:sldMkLst>
          <pc:docMk/>
          <pc:sldMk cId="1886877352" sldId="2483"/>
        </pc:sldMkLst>
      </pc:sldChg>
      <pc:sldChg chg="del">
        <pc:chgData name="VICTOR JOSE GONZALEZ RODRIGUEZ" userId="3fdd7208-0adc-40d2-a594-662a5d66d0ad" providerId="ADAL" clId="{359FD5A0-C0E1-4F46-AEB0-51555EFEF171}" dt="2025-10-29T08:03:14.586" v="0" actId="47"/>
        <pc:sldMkLst>
          <pc:docMk/>
          <pc:sldMk cId="4197435870" sldId="2503"/>
        </pc:sldMkLst>
      </pc:sldChg>
      <pc:sldChg chg="del">
        <pc:chgData name="VICTOR JOSE GONZALEZ RODRIGUEZ" userId="3fdd7208-0adc-40d2-a594-662a5d66d0ad" providerId="ADAL" clId="{359FD5A0-C0E1-4F46-AEB0-51555EFEF171}" dt="2025-10-29T08:03:14.586" v="0" actId="47"/>
        <pc:sldMkLst>
          <pc:docMk/>
          <pc:sldMk cId="32290210" sldId="2504"/>
        </pc:sldMkLst>
      </pc:sldChg>
      <pc:sldChg chg="del">
        <pc:chgData name="VICTOR JOSE GONZALEZ RODRIGUEZ" userId="3fdd7208-0adc-40d2-a594-662a5d66d0ad" providerId="ADAL" clId="{359FD5A0-C0E1-4F46-AEB0-51555EFEF171}" dt="2025-10-29T08:03:14.586" v="0" actId="47"/>
        <pc:sldMkLst>
          <pc:docMk/>
          <pc:sldMk cId="3955324629" sldId="2505"/>
        </pc:sldMkLst>
      </pc:sldChg>
      <pc:sldChg chg="del">
        <pc:chgData name="VICTOR JOSE GONZALEZ RODRIGUEZ" userId="3fdd7208-0adc-40d2-a594-662a5d66d0ad" providerId="ADAL" clId="{359FD5A0-C0E1-4F46-AEB0-51555EFEF171}" dt="2025-10-29T08:03:14.586" v="0" actId="47"/>
        <pc:sldMkLst>
          <pc:docMk/>
          <pc:sldMk cId="22404720" sldId="2506"/>
        </pc:sldMkLst>
      </pc:sldChg>
      <pc:sldChg chg="del">
        <pc:chgData name="VICTOR JOSE GONZALEZ RODRIGUEZ" userId="3fdd7208-0adc-40d2-a594-662a5d66d0ad" providerId="ADAL" clId="{359FD5A0-C0E1-4F46-AEB0-51555EFEF171}" dt="2025-10-29T08:03:14.586" v="0" actId="47"/>
        <pc:sldMkLst>
          <pc:docMk/>
          <pc:sldMk cId="2392133634" sldId="2507"/>
        </pc:sldMkLst>
      </pc:sldChg>
      <pc:sldChg chg="del">
        <pc:chgData name="VICTOR JOSE GONZALEZ RODRIGUEZ" userId="3fdd7208-0adc-40d2-a594-662a5d66d0ad" providerId="ADAL" clId="{359FD5A0-C0E1-4F46-AEB0-51555EFEF171}" dt="2025-10-29T08:03:14.586" v="0" actId="47"/>
        <pc:sldMkLst>
          <pc:docMk/>
          <pc:sldMk cId="3795964386" sldId="2508"/>
        </pc:sldMkLst>
      </pc:sldChg>
      <pc:sldChg chg="del">
        <pc:chgData name="VICTOR JOSE GONZALEZ RODRIGUEZ" userId="3fdd7208-0adc-40d2-a594-662a5d66d0ad" providerId="ADAL" clId="{359FD5A0-C0E1-4F46-AEB0-51555EFEF171}" dt="2025-10-29T08:03:14.586" v="0" actId="47"/>
        <pc:sldMkLst>
          <pc:docMk/>
          <pc:sldMk cId="3454561786" sldId="2509"/>
        </pc:sldMkLst>
      </pc:sldChg>
      <pc:sldChg chg="del">
        <pc:chgData name="VICTOR JOSE GONZALEZ RODRIGUEZ" userId="3fdd7208-0adc-40d2-a594-662a5d66d0ad" providerId="ADAL" clId="{359FD5A0-C0E1-4F46-AEB0-51555EFEF171}" dt="2025-10-29T08:03:14.586" v="0" actId="47"/>
        <pc:sldMkLst>
          <pc:docMk/>
          <pc:sldMk cId="838758273" sldId="2510"/>
        </pc:sldMkLst>
      </pc:sldChg>
      <pc:sldChg chg="del">
        <pc:chgData name="VICTOR JOSE GONZALEZ RODRIGUEZ" userId="3fdd7208-0adc-40d2-a594-662a5d66d0ad" providerId="ADAL" clId="{359FD5A0-C0E1-4F46-AEB0-51555EFEF171}" dt="2025-10-29T08:03:14.586" v="0" actId="47"/>
        <pc:sldMkLst>
          <pc:docMk/>
          <pc:sldMk cId="2117164231" sldId="2511"/>
        </pc:sldMkLst>
      </pc:sldChg>
      <pc:sldChg chg="del">
        <pc:chgData name="VICTOR JOSE GONZALEZ RODRIGUEZ" userId="3fdd7208-0adc-40d2-a594-662a5d66d0ad" providerId="ADAL" clId="{359FD5A0-C0E1-4F46-AEB0-51555EFEF171}" dt="2025-10-29T08:03:14.586" v="0" actId="47"/>
        <pc:sldMkLst>
          <pc:docMk/>
          <pc:sldMk cId="1994517297" sldId="2512"/>
        </pc:sldMkLst>
      </pc:sldChg>
      <pc:sldChg chg="del">
        <pc:chgData name="VICTOR JOSE GONZALEZ RODRIGUEZ" userId="3fdd7208-0adc-40d2-a594-662a5d66d0ad" providerId="ADAL" clId="{359FD5A0-C0E1-4F46-AEB0-51555EFEF171}" dt="2025-10-29T08:03:14.586" v="0" actId="47"/>
        <pc:sldMkLst>
          <pc:docMk/>
          <pc:sldMk cId="3311478713" sldId="2513"/>
        </pc:sldMkLst>
      </pc:sldChg>
      <pc:sldChg chg="del">
        <pc:chgData name="VICTOR JOSE GONZALEZ RODRIGUEZ" userId="3fdd7208-0adc-40d2-a594-662a5d66d0ad" providerId="ADAL" clId="{359FD5A0-C0E1-4F46-AEB0-51555EFEF171}" dt="2025-10-29T08:03:14.586" v="0" actId="47"/>
        <pc:sldMkLst>
          <pc:docMk/>
          <pc:sldMk cId="1549316958" sldId="2514"/>
        </pc:sldMkLst>
      </pc:sldChg>
      <pc:sldChg chg="del">
        <pc:chgData name="VICTOR JOSE GONZALEZ RODRIGUEZ" userId="3fdd7208-0adc-40d2-a594-662a5d66d0ad" providerId="ADAL" clId="{359FD5A0-C0E1-4F46-AEB0-51555EFEF171}" dt="2025-10-29T08:03:14.586" v="0" actId="47"/>
        <pc:sldMkLst>
          <pc:docMk/>
          <pc:sldMk cId="1790903025" sldId="2515"/>
        </pc:sldMkLst>
      </pc:sldChg>
      <pc:sldChg chg="del">
        <pc:chgData name="VICTOR JOSE GONZALEZ RODRIGUEZ" userId="3fdd7208-0adc-40d2-a594-662a5d66d0ad" providerId="ADAL" clId="{359FD5A0-C0E1-4F46-AEB0-51555EFEF171}" dt="2025-10-29T08:03:14.586" v="0" actId="47"/>
        <pc:sldMkLst>
          <pc:docMk/>
          <pc:sldMk cId="4195986614" sldId="2516"/>
        </pc:sldMkLst>
      </pc:sldChg>
      <pc:sldChg chg="del">
        <pc:chgData name="VICTOR JOSE GONZALEZ RODRIGUEZ" userId="3fdd7208-0adc-40d2-a594-662a5d66d0ad" providerId="ADAL" clId="{359FD5A0-C0E1-4F46-AEB0-51555EFEF171}" dt="2025-10-29T08:03:14.586" v="0" actId="47"/>
        <pc:sldMkLst>
          <pc:docMk/>
          <pc:sldMk cId="3908754984" sldId="2517"/>
        </pc:sldMkLst>
      </pc:sldChg>
      <pc:sldChg chg="del">
        <pc:chgData name="VICTOR JOSE GONZALEZ RODRIGUEZ" userId="3fdd7208-0adc-40d2-a594-662a5d66d0ad" providerId="ADAL" clId="{359FD5A0-C0E1-4F46-AEB0-51555EFEF171}" dt="2025-10-29T08:03:14.586" v="0" actId="47"/>
        <pc:sldMkLst>
          <pc:docMk/>
          <pc:sldMk cId="782730734" sldId="2518"/>
        </pc:sldMkLst>
      </pc:sldChg>
      <pc:sldChg chg="del">
        <pc:chgData name="VICTOR JOSE GONZALEZ RODRIGUEZ" userId="3fdd7208-0adc-40d2-a594-662a5d66d0ad" providerId="ADAL" clId="{359FD5A0-C0E1-4F46-AEB0-51555EFEF171}" dt="2025-10-29T08:03:14.586" v="0" actId="47"/>
        <pc:sldMkLst>
          <pc:docMk/>
          <pc:sldMk cId="2190288100" sldId="2519"/>
        </pc:sldMkLst>
      </pc:sldChg>
      <pc:sldChg chg="del">
        <pc:chgData name="VICTOR JOSE GONZALEZ RODRIGUEZ" userId="3fdd7208-0adc-40d2-a594-662a5d66d0ad" providerId="ADAL" clId="{359FD5A0-C0E1-4F46-AEB0-51555EFEF171}" dt="2025-10-29T08:03:14.586" v="0" actId="47"/>
        <pc:sldMkLst>
          <pc:docMk/>
          <pc:sldMk cId="1771808252" sldId="2520"/>
        </pc:sldMkLst>
      </pc:sldChg>
      <pc:sldChg chg="del">
        <pc:chgData name="VICTOR JOSE GONZALEZ RODRIGUEZ" userId="3fdd7208-0adc-40d2-a594-662a5d66d0ad" providerId="ADAL" clId="{359FD5A0-C0E1-4F46-AEB0-51555EFEF171}" dt="2025-10-29T08:03:14.586" v="0" actId="47"/>
        <pc:sldMkLst>
          <pc:docMk/>
          <pc:sldMk cId="148025232" sldId="2521"/>
        </pc:sldMkLst>
      </pc:sldChg>
      <pc:sldChg chg="del">
        <pc:chgData name="VICTOR JOSE GONZALEZ RODRIGUEZ" userId="3fdd7208-0adc-40d2-a594-662a5d66d0ad" providerId="ADAL" clId="{359FD5A0-C0E1-4F46-AEB0-51555EFEF171}" dt="2025-10-29T08:03:14.586" v="0" actId="47"/>
        <pc:sldMkLst>
          <pc:docMk/>
          <pc:sldMk cId="3597676476" sldId="2524"/>
        </pc:sldMkLst>
      </pc:sldChg>
      <pc:sldChg chg="del">
        <pc:chgData name="VICTOR JOSE GONZALEZ RODRIGUEZ" userId="3fdd7208-0adc-40d2-a594-662a5d66d0ad" providerId="ADAL" clId="{359FD5A0-C0E1-4F46-AEB0-51555EFEF171}" dt="2025-10-29T08:03:14.586" v="0" actId="47"/>
        <pc:sldMkLst>
          <pc:docMk/>
          <pc:sldMk cId="50284738" sldId="2525"/>
        </pc:sldMkLst>
      </pc:sldChg>
      <pc:sldChg chg="del">
        <pc:chgData name="VICTOR JOSE GONZALEZ RODRIGUEZ" userId="3fdd7208-0adc-40d2-a594-662a5d66d0ad" providerId="ADAL" clId="{359FD5A0-C0E1-4F46-AEB0-51555EFEF171}" dt="2025-10-29T08:03:14.586" v="0" actId="47"/>
        <pc:sldMkLst>
          <pc:docMk/>
          <pc:sldMk cId="1126948009" sldId="2526"/>
        </pc:sldMkLst>
      </pc:sldChg>
      <pc:sldChg chg="del">
        <pc:chgData name="VICTOR JOSE GONZALEZ RODRIGUEZ" userId="3fdd7208-0adc-40d2-a594-662a5d66d0ad" providerId="ADAL" clId="{359FD5A0-C0E1-4F46-AEB0-51555EFEF171}" dt="2025-10-29T08:03:14.586" v="0" actId="47"/>
        <pc:sldMkLst>
          <pc:docMk/>
          <pc:sldMk cId="3818058071" sldId="2527"/>
        </pc:sldMkLst>
      </pc:sldChg>
      <pc:sldChg chg="del">
        <pc:chgData name="VICTOR JOSE GONZALEZ RODRIGUEZ" userId="3fdd7208-0adc-40d2-a594-662a5d66d0ad" providerId="ADAL" clId="{359FD5A0-C0E1-4F46-AEB0-51555EFEF171}" dt="2025-10-29T08:03:14.586" v="0" actId="47"/>
        <pc:sldMkLst>
          <pc:docMk/>
          <pc:sldMk cId="4279450020" sldId="2529"/>
        </pc:sldMkLst>
      </pc:sldChg>
      <pc:sldChg chg="del">
        <pc:chgData name="VICTOR JOSE GONZALEZ RODRIGUEZ" userId="3fdd7208-0adc-40d2-a594-662a5d66d0ad" providerId="ADAL" clId="{359FD5A0-C0E1-4F46-AEB0-51555EFEF171}" dt="2025-10-29T08:03:14.586" v="0" actId="47"/>
        <pc:sldMkLst>
          <pc:docMk/>
          <pc:sldMk cId="3696524031" sldId="2530"/>
        </pc:sldMkLst>
      </pc:sldChg>
      <pc:sldChg chg="del">
        <pc:chgData name="VICTOR JOSE GONZALEZ RODRIGUEZ" userId="3fdd7208-0adc-40d2-a594-662a5d66d0ad" providerId="ADAL" clId="{359FD5A0-C0E1-4F46-AEB0-51555EFEF171}" dt="2025-10-29T08:03:14.586" v="0" actId="47"/>
        <pc:sldMkLst>
          <pc:docMk/>
          <pc:sldMk cId="4128590556" sldId="2531"/>
        </pc:sldMkLst>
      </pc:sldChg>
      <pc:sldChg chg="modSp mod">
        <pc:chgData name="VICTOR JOSE GONZALEZ RODRIGUEZ" userId="3fdd7208-0adc-40d2-a594-662a5d66d0ad" providerId="ADAL" clId="{359FD5A0-C0E1-4F46-AEB0-51555EFEF171}" dt="2025-10-29T09:01:15.489" v="1323" actId="13244"/>
        <pc:sldMkLst>
          <pc:docMk/>
          <pc:sldMk cId="2463572395" sldId="2532"/>
        </pc:sldMkLst>
        <pc:spChg chg="mod">
          <ac:chgData name="VICTOR JOSE GONZALEZ RODRIGUEZ" userId="3fdd7208-0adc-40d2-a594-662a5d66d0ad" providerId="ADAL" clId="{359FD5A0-C0E1-4F46-AEB0-51555EFEF171}" dt="2025-10-29T09:01:13.402" v="1322" actId="962"/>
          <ac:spMkLst>
            <pc:docMk/>
            <pc:sldMk cId="2463572395" sldId="2532"/>
            <ac:spMk id="2" creationId="{F174CD8F-A9AE-AEFE-4F1F-78E90E3332C5}"/>
          </ac:spMkLst>
        </pc:spChg>
        <pc:spChg chg="mod ord">
          <ac:chgData name="VICTOR JOSE GONZALEZ RODRIGUEZ" userId="3fdd7208-0adc-40d2-a594-662a5d66d0ad" providerId="ADAL" clId="{359FD5A0-C0E1-4F46-AEB0-51555EFEF171}" dt="2025-10-29T09:01:15.489" v="1323" actId="13244"/>
          <ac:spMkLst>
            <pc:docMk/>
            <pc:sldMk cId="2463572395" sldId="2532"/>
            <ac:spMk id="6" creationId="{66567521-D89E-759B-D031-78744CA50C81}"/>
          </ac:spMkLst>
        </pc:spChg>
        <pc:picChg chg="mod">
          <ac:chgData name="VICTOR JOSE GONZALEZ RODRIGUEZ" userId="3fdd7208-0adc-40d2-a594-662a5d66d0ad" providerId="ADAL" clId="{359FD5A0-C0E1-4F46-AEB0-51555EFEF171}" dt="2025-10-29T09:01:13.402" v="1322" actId="962"/>
          <ac:picMkLst>
            <pc:docMk/>
            <pc:sldMk cId="2463572395" sldId="2532"/>
            <ac:picMk id="5" creationId="{E25C1FE3-1C2B-FCAB-A98B-0CD3BEF6EFF9}"/>
          </ac:picMkLst>
        </pc:picChg>
      </pc:sldChg>
      <pc:sldChg chg="modSp mod">
        <pc:chgData name="VICTOR JOSE GONZALEZ RODRIGUEZ" userId="3fdd7208-0adc-40d2-a594-662a5d66d0ad" providerId="ADAL" clId="{359FD5A0-C0E1-4F46-AEB0-51555EFEF171}" dt="2025-10-29T09:02:45.710" v="1444" actId="962"/>
        <pc:sldMkLst>
          <pc:docMk/>
          <pc:sldMk cId="2688758692" sldId="2535"/>
        </pc:sldMkLst>
        <pc:spChg chg="mod">
          <ac:chgData name="VICTOR JOSE GONZALEZ RODRIGUEZ" userId="3fdd7208-0adc-40d2-a594-662a5d66d0ad" providerId="ADAL" clId="{359FD5A0-C0E1-4F46-AEB0-51555EFEF171}" dt="2025-10-29T09:02:45.710" v="1444" actId="962"/>
          <ac:spMkLst>
            <pc:docMk/>
            <pc:sldMk cId="2688758692" sldId="2535"/>
            <ac:spMk id="7" creationId="{766D5710-4E22-B027-5F37-80806A4D8D33}"/>
          </ac:spMkLst>
        </pc:spChg>
        <pc:spChg chg="mod">
          <ac:chgData name="VICTOR JOSE GONZALEZ RODRIGUEZ" userId="3fdd7208-0adc-40d2-a594-662a5d66d0ad" providerId="ADAL" clId="{359FD5A0-C0E1-4F46-AEB0-51555EFEF171}" dt="2025-10-29T09:02:45.710" v="1444" actId="962"/>
          <ac:spMkLst>
            <pc:docMk/>
            <pc:sldMk cId="2688758692" sldId="2535"/>
            <ac:spMk id="8" creationId="{A857BB7C-990E-3CBD-528B-1E3A22CFDA26}"/>
          </ac:spMkLst>
        </pc:spChg>
        <pc:spChg chg="mod">
          <ac:chgData name="VICTOR JOSE GONZALEZ RODRIGUEZ" userId="3fdd7208-0adc-40d2-a594-662a5d66d0ad" providerId="ADAL" clId="{359FD5A0-C0E1-4F46-AEB0-51555EFEF171}" dt="2025-10-29T09:02:45.710" v="1444" actId="962"/>
          <ac:spMkLst>
            <pc:docMk/>
            <pc:sldMk cId="2688758692" sldId="2535"/>
            <ac:spMk id="9" creationId="{9DE6EFBD-92C1-88DE-A03B-A7F7BD5C96B3}"/>
          </ac:spMkLst>
        </pc:spChg>
        <pc:spChg chg="mod">
          <ac:chgData name="VICTOR JOSE GONZALEZ RODRIGUEZ" userId="3fdd7208-0adc-40d2-a594-662a5d66d0ad" providerId="ADAL" clId="{359FD5A0-C0E1-4F46-AEB0-51555EFEF171}" dt="2025-10-29T09:02:45.710" v="1444" actId="962"/>
          <ac:spMkLst>
            <pc:docMk/>
            <pc:sldMk cId="2688758692" sldId="2535"/>
            <ac:spMk id="10" creationId="{E61EAA14-3967-1A9E-D64C-79C396A80B24}"/>
          </ac:spMkLst>
        </pc:spChg>
        <pc:spChg chg="mod">
          <ac:chgData name="VICTOR JOSE GONZALEZ RODRIGUEZ" userId="3fdd7208-0adc-40d2-a594-662a5d66d0ad" providerId="ADAL" clId="{359FD5A0-C0E1-4F46-AEB0-51555EFEF171}" dt="2025-10-29T09:02:45.710" v="1444" actId="962"/>
          <ac:spMkLst>
            <pc:docMk/>
            <pc:sldMk cId="2688758692" sldId="2535"/>
            <ac:spMk id="11" creationId="{3B247EEA-A8A7-E0E3-D517-C870BE6BB721}"/>
          </ac:spMkLst>
        </pc:spChg>
        <pc:spChg chg="mod">
          <ac:chgData name="VICTOR JOSE GONZALEZ RODRIGUEZ" userId="3fdd7208-0adc-40d2-a594-662a5d66d0ad" providerId="ADAL" clId="{359FD5A0-C0E1-4F46-AEB0-51555EFEF171}" dt="2025-10-29T09:02:45.710" v="1444" actId="962"/>
          <ac:spMkLst>
            <pc:docMk/>
            <pc:sldMk cId="2688758692" sldId="2535"/>
            <ac:spMk id="12" creationId="{C010A8CE-7EDB-F1EB-706B-0179085D8CF6}"/>
          </ac:spMkLst>
        </pc:spChg>
        <pc:spChg chg="mod">
          <ac:chgData name="VICTOR JOSE GONZALEZ RODRIGUEZ" userId="3fdd7208-0adc-40d2-a594-662a5d66d0ad" providerId="ADAL" clId="{359FD5A0-C0E1-4F46-AEB0-51555EFEF171}" dt="2025-10-29T09:02:45.710" v="1444" actId="962"/>
          <ac:spMkLst>
            <pc:docMk/>
            <pc:sldMk cId="2688758692" sldId="2535"/>
            <ac:spMk id="13" creationId="{8A4B4AF0-E863-E800-DCDE-B329A8B402A6}"/>
          </ac:spMkLst>
        </pc:spChg>
        <pc:picChg chg="mod">
          <ac:chgData name="VICTOR JOSE GONZALEZ RODRIGUEZ" userId="3fdd7208-0adc-40d2-a594-662a5d66d0ad" providerId="ADAL" clId="{359FD5A0-C0E1-4F46-AEB0-51555EFEF171}" dt="2025-10-29T08:52:12.302" v="784" actId="962"/>
          <ac:picMkLst>
            <pc:docMk/>
            <pc:sldMk cId="2688758692" sldId="2535"/>
            <ac:picMk id="5" creationId="{9D9F8C3F-1451-9476-8987-EB3E91402080}"/>
          </ac:picMkLst>
        </pc:picChg>
      </pc:sldChg>
      <pc:sldChg chg="modSp mod">
        <pc:chgData name="VICTOR JOSE GONZALEZ RODRIGUEZ" userId="3fdd7208-0adc-40d2-a594-662a5d66d0ad" providerId="ADAL" clId="{359FD5A0-C0E1-4F46-AEB0-51555EFEF171}" dt="2025-10-29T09:03:04.145" v="1446" actId="13244"/>
        <pc:sldMkLst>
          <pc:docMk/>
          <pc:sldMk cId="3682350710" sldId="2536"/>
        </pc:sldMkLst>
        <pc:spChg chg="ord">
          <ac:chgData name="VICTOR JOSE GONZALEZ RODRIGUEZ" userId="3fdd7208-0adc-40d2-a594-662a5d66d0ad" providerId="ADAL" clId="{359FD5A0-C0E1-4F46-AEB0-51555EFEF171}" dt="2025-10-29T09:03:04.145" v="1446" actId="13244"/>
          <ac:spMkLst>
            <pc:docMk/>
            <pc:sldMk cId="3682350710" sldId="2536"/>
            <ac:spMk id="4" creationId="{ABB4B679-01EC-3EE9-C146-B292065559CD}"/>
          </ac:spMkLst>
        </pc:spChg>
        <pc:spChg chg="mod">
          <ac:chgData name="VICTOR JOSE GONZALEZ RODRIGUEZ" userId="3fdd7208-0adc-40d2-a594-662a5d66d0ad" providerId="ADAL" clId="{359FD5A0-C0E1-4F46-AEB0-51555EFEF171}" dt="2025-10-29T09:02:52.092" v="1445" actId="962"/>
          <ac:spMkLst>
            <pc:docMk/>
            <pc:sldMk cId="3682350710" sldId="2536"/>
            <ac:spMk id="5" creationId="{4F86AFC6-FC1D-7716-C7EB-387431653AD1}"/>
          </ac:spMkLst>
        </pc:spChg>
        <pc:spChg chg="mod">
          <ac:chgData name="VICTOR JOSE GONZALEZ RODRIGUEZ" userId="3fdd7208-0adc-40d2-a594-662a5d66d0ad" providerId="ADAL" clId="{359FD5A0-C0E1-4F46-AEB0-51555EFEF171}" dt="2025-10-29T09:02:52.092" v="1445" actId="962"/>
          <ac:spMkLst>
            <pc:docMk/>
            <pc:sldMk cId="3682350710" sldId="2536"/>
            <ac:spMk id="6" creationId="{6FA9A7C5-ED8B-0D65-8E8D-BAC2561DC5C6}"/>
          </ac:spMkLst>
        </pc:spChg>
        <pc:spChg chg="mod">
          <ac:chgData name="VICTOR JOSE GONZALEZ RODRIGUEZ" userId="3fdd7208-0adc-40d2-a594-662a5d66d0ad" providerId="ADAL" clId="{359FD5A0-C0E1-4F46-AEB0-51555EFEF171}" dt="2025-10-29T09:02:52.092" v="1445" actId="962"/>
          <ac:spMkLst>
            <pc:docMk/>
            <pc:sldMk cId="3682350710" sldId="2536"/>
            <ac:spMk id="7" creationId="{30A63404-2FF2-84A1-C74A-51EE9DB01D53}"/>
          </ac:spMkLst>
        </pc:spChg>
        <pc:spChg chg="mod">
          <ac:chgData name="VICTOR JOSE GONZALEZ RODRIGUEZ" userId="3fdd7208-0adc-40d2-a594-662a5d66d0ad" providerId="ADAL" clId="{359FD5A0-C0E1-4F46-AEB0-51555EFEF171}" dt="2025-10-29T09:02:52.092" v="1445" actId="962"/>
          <ac:spMkLst>
            <pc:docMk/>
            <pc:sldMk cId="3682350710" sldId="2536"/>
            <ac:spMk id="8" creationId="{1E610C70-8ADB-3311-0EB6-EEEF14B0A734}"/>
          </ac:spMkLst>
        </pc:spChg>
        <pc:spChg chg="mod">
          <ac:chgData name="VICTOR JOSE GONZALEZ RODRIGUEZ" userId="3fdd7208-0adc-40d2-a594-662a5d66d0ad" providerId="ADAL" clId="{359FD5A0-C0E1-4F46-AEB0-51555EFEF171}" dt="2025-10-29T09:02:52.092" v="1445" actId="962"/>
          <ac:spMkLst>
            <pc:docMk/>
            <pc:sldMk cId="3682350710" sldId="2536"/>
            <ac:spMk id="9" creationId="{ABA1839C-E301-F193-8220-BF331916609D}"/>
          </ac:spMkLst>
        </pc:spChg>
        <pc:spChg chg="mod">
          <ac:chgData name="VICTOR JOSE GONZALEZ RODRIGUEZ" userId="3fdd7208-0adc-40d2-a594-662a5d66d0ad" providerId="ADAL" clId="{359FD5A0-C0E1-4F46-AEB0-51555EFEF171}" dt="2025-10-29T09:02:52.092" v="1445" actId="962"/>
          <ac:spMkLst>
            <pc:docMk/>
            <pc:sldMk cId="3682350710" sldId="2536"/>
            <ac:spMk id="10" creationId="{DA976264-96F5-1BF2-E10A-F372A76F8004}"/>
          </ac:spMkLst>
        </pc:spChg>
        <pc:spChg chg="mod">
          <ac:chgData name="VICTOR JOSE GONZALEZ RODRIGUEZ" userId="3fdd7208-0adc-40d2-a594-662a5d66d0ad" providerId="ADAL" clId="{359FD5A0-C0E1-4F46-AEB0-51555EFEF171}" dt="2025-10-29T09:02:52.092" v="1445" actId="962"/>
          <ac:spMkLst>
            <pc:docMk/>
            <pc:sldMk cId="3682350710" sldId="2536"/>
            <ac:spMk id="11" creationId="{DD502C3D-F93C-2524-541C-3A0CDD11300F}"/>
          </ac:spMkLst>
        </pc:spChg>
        <pc:picChg chg="mod">
          <ac:chgData name="VICTOR JOSE GONZALEZ RODRIGUEZ" userId="3fdd7208-0adc-40d2-a594-662a5d66d0ad" providerId="ADAL" clId="{359FD5A0-C0E1-4F46-AEB0-51555EFEF171}" dt="2025-10-29T08:53:50.951" v="786" actId="962"/>
          <ac:picMkLst>
            <pc:docMk/>
            <pc:sldMk cId="3682350710" sldId="2536"/>
            <ac:picMk id="16" creationId="{866E385A-546C-BDD8-5DA7-589D4E78D73D}"/>
          </ac:picMkLst>
        </pc:picChg>
      </pc:sldChg>
      <pc:sldChg chg="modSp mod">
        <pc:chgData name="VICTOR JOSE GONZALEZ RODRIGUEZ" userId="3fdd7208-0adc-40d2-a594-662a5d66d0ad" providerId="ADAL" clId="{359FD5A0-C0E1-4F46-AEB0-51555EFEF171}" dt="2025-10-29T09:03:09.807" v="1447" actId="962"/>
        <pc:sldMkLst>
          <pc:docMk/>
          <pc:sldMk cId="3839126786" sldId="2537"/>
        </pc:sldMkLst>
        <pc:spChg chg="mod">
          <ac:chgData name="VICTOR JOSE GONZALEZ RODRIGUEZ" userId="3fdd7208-0adc-40d2-a594-662a5d66d0ad" providerId="ADAL" clId="{359FD5A0-C0E1-4F46-AEB0-51555EFEF171}" dt="2025-10-29T09:03:09.807" v="1447" actId="962"/>
          <ac:spMkLst>
            <pc:docMk/>
            <pc:sldMk cId="3839126786" sldId="2537"/>
            <ac:spMk id="3" creationId="{6A8EED01-EEB8-56B9-FEC3-D63E34EA4BCF}"/>
          </ac:spMkLst>
        </pc:spChg>
        <pc:spChg chg="mod">
          <ac:chgData name="VICTOR JOSE GONZALEZ RODRIGUEZ" userId="3fdd7208-0adc-40d2-a594-662a5d66d0ad" providerId="ADAL" clId="{359FD5A0-C0E1-4F46-AEB0-51555EFEF171}" dt="2025-10-29T09:03:09.807" v="1447" actId="962"/>
          <ac:spMkLst>
            <pc:docMk/>
            <pc:sldMk cId="3839126786" sldId="2537"/>
            <ac:spMk id="4" creationId="{41974C2D-4BF3-C11C-8BAF-2AF6E196AB3E}"/>
          </ac:spMkLst>
        </pc:spChg>
        <pc:spChg chg="mod">
          <ac:chgData name="VICTOR JOSE GONZALEZ RODRIGUEZ" userId="3fdd7208-0adc-40d2-a594-662a5d66d0ad" providerId="ADAL" clId="{359FD5A0-C0E1-4F46-AEB0-51555EFEF171}" dt="2025-10-29T09:03:09.807" v="1447" actId="962"/>
          <ac:spMkLst>
            <pc:docMk/>
            <pc:sldMk cId="3839126786" sldId="2537"/>
            <ac:spMk id="5" creationId="{AC034880-C8F9-3486-712A-20DABF9621DB}"/>
          </ac:spMkLst>
        </pc:spChg>
        <pc:spChg chg="mod">
          <ac:chgData name="VICTOR JOSE GONZALEZ RODRIGUEZ" userId="3fdd7208-0adc-40d2-a594-662a5d66d0ad" providerId="ADAL" clId="{359FD5A0-C0E1-4F46-AEB0-51555EFEF171}" dt="2025-10-29T09:03:09.807" v="1447" actId="962"/>
          <ac:spMkLst>
            <pc:docMk/>
            <pc:sldMk cId="3839126786" sldId="2537"/>
            <ac:spMk id="6" creationId="{E5AA8F6D-5C3C-4CF6-F0F8-E3CC6255E181}"/>
          </ac:spMkLst>
        </pc:spChg>
        <pc:spChg chg="mod">
          <ac:chgData name="VICTOR JOSE GONZALEZ RODRIGUEZ" userId="3fdd7208-0adc-40d2-a594-662a5d66d0ad" providerId="ADAL" clId="{359FD5A0-C0E1-4F46-AEB0-51555EFEF171}" dt="2025-10-29T09:03:09.807" v="1447" actId="962"/>
          <ac:spMkLst>
            <pc:docMk/>
            <pc:sldMk cId="3839126786" sldId="2537"/>
            <ac:spMk id="7" creationId="{72F3276B-47DF-1B50-58F4-5EA51F18424F}"/>
          </ac:spMkLst>
        </pc:spChg>
        <pc:spChg chg="mod">
          <ac:chgData name="VICTOR JOSE GONZALEZ RODRIGUEZ" userId="3fdd7208-0adc-40d2-a594-662a5d66d0ad" providerId="ADAL" clId="{359FD5A0-C0E1-4F46-AEB0-51555EFEF171}" dt="2025-10-29T09:03:09.807" v="1447" actId="962"/>
          <ac:spMkLst>
            <pc:docMk/>
            <pc:sldMk cId="3839126786" sldId="2537"/>
            <ac:spMk id="8" creationId="{8F83AA22-7399-270A-FFE1-BA7E53022E5C}"/>
          </ac:spMkLst>
        </pc:spChg>
        <pc:spChg chg="mod">
          <ac:chgData name="VICTOR JOSE GONZALEZ RODRIGUEZ" userId="3fdd7208-0adc-40d2-a594-662a5d66d0ad" providerId="ADAL" clId="{359FD5A0-C0E1-4F46-AEB0-51555EFEF171}" dt="2025-10-29T09:03:09.807" v="1447" actId="962"/>
          <ac:spMkLst>
            <pc:docMk/>
            <pc:sldMk cId="3839126786" sldId="2537"/>
            <ac:spMk id="9" creationId="{324BD06E-20E7-4534-DED8-14C65A49D82F}"/>
          </ac:spMkLst>
        </pc:spChg>
      </pc:sldChg>
      <pc:sldChg chg="modSp mod">
        <pc:chgData name="VICTOR JOSE GONZALEZ RODRIGUEZ" userId="3fdd7208-0adc-40d2-a594-662a5d66d0ad" providerId="ADAL" clId="{359FD5A0-C0E1-4F46-AEB0-51555EFEF171}" dt="2025-10-29T09:03:20.810" v="1449" actId="13244"/>
        <pc:sldMkLst>
          <pc:docMk/>
          <pc:sldMk cId="3011493853" sldId="2538"/>
        </pc:sldMkLst>
        <pc:spChg chg="mod">
          <ac:chgData name="VICTOR JOSE GONZALEZ RODRIGUEZ" userId="3fdd7208-0adc-40d2-a594-662a5d66d0ad" providerId="ADAL" clId="{359FD5A0-C0E1-4F46-AEB0-51555EFEF171}" dt="2025-10-29T09:03:16.558" v="1448" actId="962"/>
          <ac:spMkLst>
            <pc:docMk/>
            <pc:sldMk cId="3011493853" sldId="2538"/>
            <ac:spMk id="5" creationId="{BECDD368-7C60-CC4F-5A33-38E36D7E3276}"/>
          </ac:spMkLst>
        </pc:spChg>
        <pc:spChg chg="mod">
          <ac:chgData name="VICTOR JOSE GONZALEZ RODRIGUEZ" userId="3fdd7208-0adc-40d2-a594-662a5d66d0ad" providerId="ADAL" clId="{359FD5A0-C0E1-4F46-AEB0-51555EFEF171}" dt="2025-10-29T09:03:16.558" v="1448" actId="962"/>
          <ac:spMkLst>
            <pc:docMk/>
            <pc:sldMk cId="3011493853" sldId="2538"/>
            <ac:spMk id="6" creationId="{CFEEFAD8-05B0-E35F-B121-E17FE042BAE0}"/>
          </ac:spMkLst>
        </pc:spChg>
        <pc:spChg chg="mod">
          <ac:chgData name="VICTOR JOSE GONZALEZ RODRIGUEZ" userId="3fdd7208-0adc-40d2-a594-662a5d66d0ad" providerId="ADAL" clId="{359FD5A0-C0E1-4F46-AEB0-51555EFEF171}" dt="2025-10-29T09:03:16.558" v="1448" actId="962"/>
          <ac:spMkLst>
            <pc:docMk/>
            <pc:sldMk cId="3011493853" sldId="2538"/>
            <ac:spMk id="7" creationId="{B7737194-F8A6-8C74-8D38-AB4C52BBF719}"/>
          </ac:spMkLst>
        </pc:spChg>
        <pc:spChg chg="mod">
          <ac:chgData name="VICTOR JOSE GONZALEZ RODRIGUEZ" userId="3fdd7208-0adc-40d2-a594-662a5d66d0ad" providerId="ADAL" clId="{359FD5A0-C0E1-4F46-AEB0-51555EFEF171}" dt="2025-10-29T09:03:16.558" v="1448" actId="962"/>
          <ac:spMkLst>
            <pc:docMk/>
            <pc:sldMk cId="3011493853" sldId="2538"/>
            <ac:spMk id="8" creationId="{B77DA915-6521-0319-2674-397C25FD9C66}"/>
          </ac:spMkLst>
        </pc:spChg>
        <pc:spChg chg="mod">
          <ac:chgData name="VICTOR JOSE GONZALEZ RODRIGUEZ" userId="3fdd7208-0adc-40d2-a594-662a5d66d0ad" providerId="ADAL" clId="{359FD5A0-C0E1-4F46-AEB0-51555EFEF171}" dt="2025-10-29T09:03:16.558" v="1448" actId="962"/>
          <ac:spMkLst>
            <pc:docMk/>
            <pc:sldMk cId="3011493853" sldId="2538"/>
            <ac:spMk id="9" creationId="{2DE3CAB5-7B8E-82E9-FCF4-38756F0D5287}"/>
          </ac:spMkLst>
        </pc:spChg>
        <pc:spChg chg="mod">
          <ac:chgData name="VICTOR JOSE GONZALEZ RODRIGUEZ" userId="3fdd7208-0adc-40d2-a594-662a5d66d0ad" providerId="ADAL" clId="{359FD5A0-C0E1-4F46-AEB0-51555EFEF171}" dt="2025-10-29T09:03:16.558" v="1448" actId="962"/>
          <ac:spMkLst>
            <pc:docMk/>
            <pc:sldMk cId="3011493853" sldId="2538"/>
            <ac:spMk id="10" creationId="{D15C9FD7-79A2-9D43-5292-5DE8E596FA23}"/>
          </ac:spMkLst>
        </pc:spChg>
        <pc:spChg chg="mod">
          <ac:chgData name="VICTOR JOSE GONZALEZ RODRIGUEZ" userId="3fdd7208-0adc-40d2-a594-662a5d66d0ad" providerId="ADAL" clId="{359FD5A0-C0E1-4F46-AEB0-51555EFEF171}" dt="2025-10-29T09:03:16.558" v="1448" actId="962"/>
          <ac:spMkLst>
            <pc:docMk/>
            <pc:sldMk cId="3011493853" sldId="2538"/>
            <ac:spMk id="11" creationId="{134D155C-8853-51FA-F169-8A31CDF76BA4}"/>
          </ac:spMkLst>
        </pc:spChg>
        <pc:picChg chg="mod ord">
          <ac:chgData name="VICTOR JOSE GONZALEZ RODRIGUEZ" userId="3fdd7208-0adc-40d2-a594-662a5d66d0ad" providerId="ADAL" clId="{359FD5A0-C0E1-4F46-AEB0-51555EFEF171}" dt="2025-10-29T09:03:20.810" v="1449" actId="13244"/>
          <ac:picMkLst>
            <pc:docMk/>
            <pc:sldMk cId="3011493853" sldId="2538"/>
            <ac:picMk id="3" creationId="{0F5F4EE5-3079-79F8-8DC0-2121371BCE32}"/>
          </ac:picMkLst>
        </pc:picChg>
      </pc:sldChg>
      <pc:sldChg chg="modSp mod">
        <pc:chgData name="VICTOR JOSE GONZALEZ RODRIGUEZ" userId="3fdd7208-0adc-40d2-a594-662a5d66d0ad" providerId="ADAL" clId="{359FD5A0-C0E1-4F46-AEB0-51555EFEF171}" dt="2025-10-29T09:03:36.909" v="1451" actId="962"/>
        <pc:sldMkLst>
          <pc:docMk/>
          <pc:sldMk cId="1713063515" sldId="2539"/>
        </pc:sldMkLst>
        <pc:spChg chg="mod">
          <ac:chgData name="VICTOR JOSE GONZALEZ RODRIGUEZ" userId="3fdd7208-0adc-40d2-a594-662a5d66d0ad" providerId="ADAL" clId="{359FD5A0-C0E1-4F46-AEB0-51555EFEF171}" dt="2025-10-29T09:03:36.909" v="1451" actId="962"/>
          <ac:spMkLst>
            <pc:docMk/>
            <pc:sldMk cId="1713063515" sldId="2539"/>
            <ac:spMk id="5" creationId="{0E811C5F-02A9-F23C-0A0D-B2D0A06E3B76}"/>
          </ac:spMkLst>
        </pc:spChg>
        <pc:spChg chg="mod">
          <ac:chgData name="VICTOR JOSE GONZALEZ RODRIGUEZ" userId="3fdd7208-0adc-40d2-a594-662a5d66d0ad" providerId="ADAL" clId="{359FD5A0-C0E1-4F46-AEB0-51555EFEF171}" dt="2025-10-29T09:03:36.909" v="1451" actId="962"/>
          <ac:spMkLst>
            <pc:docMk/>
            <pc:sldMk cId="1713063515" sldId="2539"/>
            <ac:spMk id="6" creationId="{ACE402EE-A204-FA1C-0BD4-1DF9DBD5067D}"/>
          </ac:spMkLst>
        </pc:spChg>
        <pc:spChg chg="mod">
          <ac:chgData name="VICTOR JOSE GONZALEZ RODRIGUEZ" userId="3fdd7208-0adc-40d2-a594-662a5d66d0ad" providerId="ADAL" clId="{359FD5A0-C0E1-4F46-AEB0-51555EFEF171}" dt="2025-10-29T09:03:36.909" v="1451" actId="962"/>
          <ac:spMkLst>
            <pc:docMk/>
            <pc:sldMk cId="1713063515" sldId="2539"/>
            <ac:spMk id="7" creationId="{57667418-2005-3FE8-3A1D-F8F572C22177}"/>
          </ac:spMkLst>
        </pc:spChg>
        <pc:spChg chg="mod">
          <ac:chgData name="VICTOR JOSE GONZALEZ RODRIGUEZ" userId="3fdd7208-0adc-40d2-a594-662a5d66d0ad" providerId="ADAL" clId="{359FD5A0-C0E1-4F46-AEB0-51555EFEF171}" dt="2025-10-29T09:03:36.909" v="1451" actId="962"/>
          <ac:spMkLst>
            <pc:docMk/>
            <pc:sldMk cId="1713063515" sldId="2539"/>
            <ac:spMk id="8" creationId="{B8E7F035-2C38-2D7A-5B87-442036E13306}"/>
          </ac:spMkLst>
        </pc:spChg>
        <pc:spChg chg="mod">
          <ac:chgData name="VICTOR JOSE GONZALEZ RODRIGUEZ" userId="3fdd7208-0adc-40d2-a594-662a5d66d0ad" providerId="ADAL" clId="{359FD5A0-C0E1-4F46-AEB0-51555EFEF171}" dt="2025-10-29T09:03:36.909" v="1451" actId="962"/>
          <ac:spMkLst>
            <pc:docMk/>
            <pc:sldMk cId="1713063515" sldId="2539"/>
            <ac:spMk id="9" creationId="{F20ACC33-75B7-F741-B378-3C8923D883A8}"/>
          </ac:spMkLst>
        </pc:spChg>
        <pc:spChg chg="mod">
          <ac:chgData name="VICTOR JOSE GONZALEZ RODRIGUEZ" userId="3fdd7208-0adc-40d2-a594-662a5d66d0ad" providerId="ADAL" clId="{359FD5A0-C0E1-4F46-AEB0-51555EFEF171}" dt="2025-10-29T09:03:36.909" v="1451" actId="962"/>
          <ac:spMkLst>
            <pc:docMk/>
            <pc:sldMk cId="1713063515" sldId="2539"/>
            <ac:spMk id="10" creationId="{1D0CF190-64EE-8E10-FE46-BDF507F5ACC1}"/>
          </ac:spMkLst>
        </pc:spChg>
        <pc:spChg chg="mod">
          <ac:chgData name="VICTOR JOSE GONZALEZ RODRIGUEZ" userId="3fdd7208-0adc-40d2-a594-662a5d66d0ad" providerId="ADAL" clId="{359FD5A0-C0E1-4F46-AEB0-51555EFEF171}" dt="2025-10-29T09:03:36.909" v="1451" actId="962"/>
          <ac:spMkLst>
            <pc:docMk/>
            <pc:sldMk cId="1713063515" sldId="2539"/>
            <ac:spMk id="11" creationId="{C8CCB2B5-C285-AE2A-D0B7-1D77A8625F80}"/>
          </ac:spMkLst>
        </pc:spChg>
        <pc:picChg chg="mod">
          <ac:chgData name="VICTOR JOSE GONZALEZ RODRIGUEZ" userId="3fdd7208-0adc-40d2-a594-662a5d66d0ad" providerId="ADAL" clId="{359FD5A0-C0E1-4F46-AEB0-51555EFEF171}" dt="2025-10-29T09:03:36.909" v="1451" actId="962"/>
          <ac:picMkLst>
            <pc:docMk/>
            <pc:sldMk cId="1713063515" sldId="2539"/>
            <ac:picMk id="3" creationId="{A16E1004-4C38-EDF8-EFB3-BA4432E86D3B}"/>
          </ac:picMkLst>
        </pc:picChg>
      </pc:sldChg>
      <pc:sldChg chg="modSp mod">
        <pc:chgData name="VICTOR JOSE GONZALEZ RODRIGUEZ" userId="3fdd7208-0adc-40d2-a594-662a5d66d0ad" providerId="ADAL" clId="{359FD5A0-C0E1-4F46-AEB0-51555EFEF171}" dt="2025-10-29T09:03:52.709" v="1532" actId="962"/>
        <pc:sldMkLst>
          <pc:docMk/>
          <pc:sldMk cId="2008664784" sldId="2540"/>
        </pc:sldMkLst>
        <pc:spChg chg="mod">
          <ac:chgData name="VICTOR JOSE GONZALEZ RODRIGUEZ" userId="3fdd7208-0adc-40d2-a594-662a5d66d0ad" providerId="ADAL" clId="{359FD5A0-C0E1-4F46-AEB0-51555EFEF171}" dt="2025-10-29T09:03:43.198" v="1452" actId="962"/>
          <ac:spMkLst>
            <pc:docMk/>
            <pc:sldMk cId="2008664784" sldId="2540"/>
            <ac:spMk id="4" creationId="{D0EC8C49-0C41-A520-C02E-9FFE8B6F9E78}"/>
          </ac:spMkLst>
        </pc:spChg>
        <pc:spChg chg="mod">
          <ac:chgData name="VICTOR JOSE GONZALEZ RODRIGUEZ" userId="3fdd7208-0adc-40d2-a594-662a5d66d0ad" providerId="ADAL" clId="{359FD5A0-C0E1-4F46-AEB0-51555EFEF171}" dt="2025-10-29T09:03:43.198" v="1452" actId="962"/>
          <ac:spMkLst>
            <pc:docMk/>
            <pc:sldMk cId="2008664784" sldId="2540"/>
            <ac:spMk id="5" creationId="{D6D788FE-773B-8F8E-9B44-148C452EA3E9}"/>
          </ac:spMkLst>
        </pc:spChg>
        <pc:spChg chg="mod">
          <ac:chgData name="VICTOR JOSE GONZALEZ RODRIGUEZ" userId="3fdd7208-0adc-40d2-a594-662a5d66d0ad" providerId="ADAL" clId="{359FD5A0-C0E1-4F46-AEB0-51555EFEF171}" dt="2025-10-29T09:03:43.198" v="1452" actId="962"/>
          <ac:spMkLst>
            <pc:docMk/>
            <pc:sldMk cId="2008664784" sldId="2540"/>
            <ac:spMk id="6" creationId="{04D81596-BC79-559F-B2D6-BC04CD19FBAF}"/>
          </ac:spMkLst>
        </pc:spChg>
        <pc:spChg chg="mod">
          <ac:chgData name="VICTOR JOSE GONZALEZ RODRIGUEZ" userId="3fdd7208-0adc-40d2-a594-662a5d66d0ad" providerId="ADAL" clId="{359FD5A0-C0E1-4F46-AEB0-51555EFEF171}" dt="2025-10-29T09:03:43.198" v="1452" actId="962"/>
          <ac:spMkLst>
            <pc:docMk/>
            <pc:sldMk cId="2008664784" sldId="2540"/>
            <ac:spMk id="7" creationId="{158A6955-217A-64AD-55BB-1184270C916A}"/>
          </ac:spMkLst>
        </pc:spChg>
        <pc:spChg chg="mod">
          <ac:chgData name="VICTOR JOSE GONZALEZ RODRIGUEZ" userId="3fdd7208-0adc-40d2-a594-662a5d66d0ad" providerId="ADAL" clId="{359FD5A0-C0E1-4F46-AEB0-51555EFEF171}" dt="2025-10-29T09:03:43.198" v="1452" actId="962"/>
          <ac:spMkLst>
            <pc:docMk/>
            <pc:sldMk cId="2008664784" sldId="2540"/>
            <ac:spMk id="8" creationId="{FDE5876F-526A-6169-FAED-E34646CA069E}"/>
          </ac:spMkLst>
        </pc:spChg>
        <pc:spChg chg="mod">
          <ac:chgData name="VICTOR JOSE GONZALEZ RODRIGUEZ" userId="3fdd7208-0adc-40d2-a594-662a5d66d0ad" providerId="ADAL" clId="{359FD5A0-C0E1-4F46-AEB0-51555EFEF171}" dt="2025-10-29T09:03:43.198" v="1452" actId="962"/>
          <ac:spMkLst>
            <pc:docMk/>
            <pc:sldMk cId="2008664784" sldId="2540"/>
            <ac:spMk id="9" creationId="{32D6D6AB-8253-C7BF-13CB-819D4D5D8331}"/>
          </ac:spMkLst>
        </pc:spChg>
        <pc:spChg chg="mod">
          <ac:chgData name="VICTOR JOSE GONZALEZ RODRIGUEZ" userId="3fdd7208-0adc-40d2-a594-662a5d66d0ad" providerId="ADAL" clId="{359FD5A0-C0E1-4F46-AEB0-51555EFEF171}" dt="2025-10-29T09:03:43.198" v="1452" actId="962"/>
          <ac:spMkLst>
            <pc:docMk/>
            <pc:sldMk cId="2008664784" sldId="2540"/>
            <ac:spMk id="10" creationId="{85DC9A46-93B2-F254-4858-DE3819D326C8}"/>
          </ac:spMkLst>
        </pc:spChg>
        <pc:picChg chg="mod">
          <ac:chgData name="VICTOR JOSE GONZALEZ RODRIGUEZ" userId="3fdd7208-0adc-40d2-a594-662a5d66d0ad" providerId="ADAL" clId="{359FD5A0-C0E1-4F46-AEB0-51555EFEF171}" dt="2025-10-29T09:03:52.709" v="1532" actId="962"/>
          <ac:picMkLst>
            <pc:docMk/>
            <pc:sldMk cId="2008664784" sldId="2540"/>
            <ac:picMk id="3" creationId="{01C68026-FE29-2F5E-30EA-F63F09AF6C5B}"/>
          </ac:picMkLst>
        </pc:picChg>
      </pc:sldChg>
      <pc:sldChg chg="del">
        <pc:chgData name="VICTOR JOSE GONZALEZ RODRIGUEZ" userId="3fdd7208-0adc-40d2-a594-662a5d66d0ad" providerId="ADAL" clId="{359FD5A0-C0E1-4F46-AEB0-51555EFEF171}" dt="2025-10-29T08:50:16.790" v="698" actId="47"/>
        <pc:sldMkLst>
          <pc:docMk/>
          <pc:sldMk cId="1494393858" sldId="2541"/>
        </pc:sldMkLst>
      </pc:sldChg>
      <pc:sldChg chg="del">
        <pc:chgData name="VICTOR JOSE GONZALEZ RODRIGUEZ" userId="3fdd7208-0adc-40d2-a594-662a5d66d0ad" providerId="ADAL" clId="{359FD5A0-C0E1-4F46-AEB0-51555EFEF171}" dt="2025-10-29T08:50:16.790" v="698" actId="47"/>
        <pc:sldMkLst>
          <pc:docMk/>
          <pc:sldMk cId="2840597660" sldId="2542"/>
        </pc:sldMkLst>
      </pc:sldChg>
      <pc:sldChg chg="del">
        <pc:chgData name="VICTOR JOSE GONZALEZ RODRIGUEZ" userId="3fdd7208-0adc-40d2-a594-662a5d66d0ad" providerId="ADAL" clId="{359FD5A0-C0E1-4F46-AEB0-51555EFEF171}" dt="2025-10-29T08:50:16.790" v="698" actId="47"/>
        <pc:sldMkLst>
          <pc:docMk/>
          <pc:sldMk cId="3601094019" sldId="2543"/>
        </pc:sldMkLst>
      </pc:sldChg>
      <pc:sldChg chg="del">
        <pc:chgData name="VICTOR JOSE GONZALEZ RODRIGUEZ" userId="3fdd7208-0adc-40d2-a594-662a5d66d0ad" providerId="ADAL" clId="{359FD5A0-C0E1-4F46-AEB0-51555EFEF171}" dt="2025-10-29T08:50:16.790" v="698" actId="47"/>
        <pc:sldMkLst>
          <pc:docMk/>
          <pc:sldMk cId="380186977" sldId="2544"/>
        </pc:sldMkLst>
      </pc:sldChg>
      <pc:sldChg chg="del">
        <pc:chgData name="VICTOR JOSE GONZALEZ RODRIGUEZ" userId="3fdd7208-0adc-40d2-a594-662a5d66d0ad" providerId="ADAL" clId="{359FD5A0-C0E1-4F46-AEB0-51555EFEF171}" dt="2025-10-29T08:50:16.790" v="698" actId="47"/>
        <pc:sldMkLst>
          <pc:docMk/>
          <pc:sldMk cId="2737927612" sldId="2545"/>
        </pc:sldMkLst>
      </pc:sldChg>
      <pc:sldChg chg="addSp modSp mod">
        <pc:chgData name="VICTOR JOSE GONZALEZ RODRIGUEZ" userId="3fdd7208-0adc-40d2-a594-662a5d66d0ad" providerId="ADAL" clId="{359FD5A0-C0E1-4F46-AEB0-51555EFEF171}" dt="2025-10-29T09:02:05.645" v="1333" actId="962"/>
        <pc:sldMkLst>
          <pc:docMk/>
          <pc:sldMk cId="136834174" sldId="2546"/>
        </pc:sldMkLst>
        <pc:spChg chg="add mod">
          <ac:chgData name="VICTOR JOSE GONZALEZ RODRIGUEZ" userId="3fdd7208-0adc-40d2-a594-662a5d66d0ad" providerId="ADAL" clId="{359FD5A0-C0E1-4F46-AEB0-51555EFEF171}" dt="2025-10-29T09:01:49.056" v="1328"/>
          <ac:spMkLst>
            <pc:docMk/>
            <pc:sldMk cId="136834174" sldId="2546"/>
            <ac:spMk id="2" creationId="{07DE4F26-C1B2-7797-6A8B-E01806FA0B87}"/>
          </ac:spMkLst>
        </pc:spChg>
        <pc:spChg chg="add mod">
          <ac:chgData name="VICTOR JOSE GONZALEZ RODRIGUEZ" userId="3fdd7208-0adc-40d2-a594-662a5d66d0ad" providerId="ADAL" clId="{359FD5A0-C0E1-4F46-AEB0-51555EFEF171}" dt="2025-10-29T09:01:49.056" v="1328"/>
          <ac:spMkLst>
            <pc:docMk/>
            <pc:sldMk cId="136834174" sldId="2546"/>
            <ac:spMk id="3" creationId="{71FC117D-959C-5E8D-EE96-4E2AE1711CBE}"/>
          </ac:spMkLst>
        </pc:spChg>
        <pc:spChg chg="add mod">
          <ac:chgData name="VICTOR JOSE GONZALEZ RODRIGUEZ" userId="3fdd7208-0adc-40d2-a594-662a5d66d0ad" providerId="ADAL" clId="{359FD5A0-C0E1-4F46-AEB0-51555EFEF171}" dt="2025-10-29T09:01:49.056" v="1328"/>
          <ac:spMkLst>
            <pc:docMk/>
            <pc:sldMk cId="136834174" sldId="2546"/>
            <ac:spMk id="4" creationId="{0C5E7D85-4906-7FD6-90AD-B3E829240DE9}"/>
          </ac:spMkLst>
        </pc:spChg>
        <pc:spChg chg="mod">
          <ac:chgData name="VICTOR JOSE GONZALEZ RODRIGUEZ" userId="3fdd7208-0adc-40d2-a594-662a5d66d0ad" providerId="ADAL" clId="{359FD5A0-C0E1-4F46-AEB0-51555EFEF171}" dt="2025-10-29T09:02:05.645" v="1333" actId="962"/>
          <ac:spMkLst>
            <pc:docMk/>
            <pc:sldMk cId="136834174" sldId="2546"/>
            <ac:spMk id="5" creationId="{3813D0FD-3EFC-02FC-655C-AC6FDC4F5D4F}"/>
          </ac:spMkLst>
        </pc:spChg>
        <pc:spChg chg="mod">
          <ac:chgData name="VICTOR JOSE GONZALEZ RODRIGUEZ" userId="3fdd7208-0adc-40d2-a594-662a5d66d0ad" providerId="ADAL" clId="{359FD5A0-C0E1-4F46-AEB0-51555EFEF171}" dt="2025-10-29T09:02:05.645" v="1333" actId="962"/>
          <ac:spMkLst>
            <pc:docMk/>
            <pc:sldMk cId="136834174" sldId="2546"/>
            <ac:spMk id="6" creationId="{6B0F03FD-8F6C-28B7-25ED-B55460CACB63}"/>
          </ac:spMkLst>
        </pc:spChg>
        <pc:spChg chg="mod">
          <ac:chgData name="VICTOR JOSE GONZALEZ RODRIGUEZ" userId="3fdd7208-0adc-40d2-a594-662a5d66d0ad" providerId="ADAL" clId="{359FD5A0-C0E1-4F46-AEB0-51555EFEF171}" dt="2025-10-29T09:02:05.645" v="1333" actId="962"/>
          <ac:spMkLst>
            <pc:docMk/>
            <pc:sldMk cId="136834174" sldId="2546"/>
            <ac:spMk id="7" creationId="{CA82767C-D243-FF46-2C00-143E2C5A9635}"/>
          </ac:spMkLst>
        </pc:spChg>
        <pc:spChg chg="mod">
          <ac:chgData name="VICTOR JOSE GONZALEZ RODRIGUEZ" userId="3fdd7208-0adc-40d2-a594-662a5d66d0ad" providerId="ADAL" clId="{359FD5A0-C0E1-4F46-AEB0-51555EFEF171}" dt="2025-10-29T09:02:05.645" v="1333" actId="962"/>
          <ac:spMkLst>
            <pc:docMk/>
            <pc:sldMk cId="136834174" sldId="2546"/>
            <ac:spMk id="8" creationId="{6C8D6095-2B00-3A2A-9A68-C2BE5528A52D}"/>
          </ac:spMkLst>
        </pc:spChg>
        <pc:spChg chg="mod">
          <ac:chgData name="VICTOR JOSE GONZALEZ RODRIGUEZ" userId="3fdd7208-0adc-40d2-a594-662a5d66d0ad" providerId="ADAL" clId="{359FD5A0-C0E1-4F46-AEB0-51555EFEF171}" dt="2025-10-29T09:02:05.645" v="1333" actId="962"/>
          <ac:spMkLst>
            <pc:docMk/>
            <pc:sldMk cId="136834174" sldId="2546"/>
            <ac:spMk id="9" creationId="{9BCA6EC7-B351-7874-1761-ECC66559142B}"/>
          </ac:spMkLst>
        </pc:spChg>
        <pc:spChg chg="mod">
          <ac:chgData name="VICTOR JOSE GONZALEZ RODRIGUEZ" userId="3fdd7208-0adc-40d2-a594-662a5d66d0ad" providerId="ADAL" clId="{359FD5A0-C0E1-4F46-AEB0-51555EFEF171}" dt="2025-10-29T09:02:05.645" v="1333" actId="962"/>
          <ac:spMkLst>
            <pc:docMk/>
            <pc:sldMk cId="136834174" sldId="2546"/>
            <ac:spMk id="10" creationId="{E84C10F0-6168-0674-A936-73329BF2C7C2}"/>
          </ac:spMkLst>
        </pc:spChg>
        <pc:spChg chg="mod">
          <ac:chgData name="VICTOR JOSE GONZALEZ RODRIGUEZ" userId="3fdd7208-0adc-40d2-a594-662a5d66d0ad" providerId="ADAL" clId="{359FD5A0-C0E1-4F46-AEB0-51555EFEF171}" dt="2025-10-29T09:02:05.645" v="1333" actId="962"/>
          <ac:spMkLst>
            <pc:docMk/>
            <pc:sldMk cId="136834174" sldId="2546"/>
            <ac:spMk id="11" creationId="{80A63E9D-3A7D-1EE4-A038-F62B509C7959}"/>
          </ac:spMkLst>
        </pc:spChg>
        <pc:spChg chg="add mod">
          <ac:chgData name="VICTOR JOSE GONZALEZ RODRIGUEZ" userId="3fdd7208-0adc-40d2-a594-662a5d66d0ad" providerId="ADAL" clId="{359FD5A0-C0E1-4F46-AEB0-51555EFEF171}" dt="2025-10-29T09:01:49.056" v="1328"/>
          <ac:spMkLst>
            <pc:docMk/>
            <pc:sldMk cId="136834174" sldId="2546"/>
            <ac:spMk id="16" creationId="{D0EFDBA8-864F-0F3F-B2D6-31D24235789A}"/>
          </ac:spMkLst>
        </pc:spChg>
        <pc:spChg chg="add mod">
          <ac:chgData name="VICTOR JOSE GONZALEZ RODRIGUEZ" userId="3fdd7208-0adc-40d2-a594-662a5d66d0ad" providerId="ADAL" clId="{359FD5A0-C0E1-4F46-AEB0-51555EFEF171}" dt="2025-10-29T09:01:49.056" v="1328"/>
          <ac:spMkLst>
            <pc:docMk/>
            <pc:sldMk cId="136834174" sldId="2546"/>
            <ac:spMk id="17" creationId="{EC39E141-A12A-86FB-E1FE-704B3A67E3A6}"/>
          </ac:spMkLst>
        </pc:spChg>
        <pc:spChg chg="add mod">
          <ac:chgData name="VICTOR JOSE GONZALEZ RODRIGUEZ" userId="3fdd7208-0adc-40d2-a594-662a5d66d0ad" providerId="ADAL" clId="{359FD5A0-C0E1-4F46-AEB0-51555EFEF171}" dt="2025-10-29T09:01:49.056" v="1328"/>
          <ac:spMkLst>
            <pc:docMk/>
            <pc:sldMk cId="136834174" sldId="2546"/>
            <ac:spMk id="18" creationId="{98B7613A-924D-67FA-D602-D33C486E4926}"/>
          </ac:spMkLst>
        </pc:spChg>
        <pc:spChg chg="add mod">
          <ac:chgData name="VICTOR JOSE GONZALEZ RODRIGUEZ" userId="3fdd7208-0adc-40d2-a594-662a5d66d0ad" providerId="ADAL" clId="{359FD5A0-C0E1-4F46-AEB0-51555EFEF171}" dt="2025-10-29T09:01:49.056" v="1328"/>
          <ac:spMkLst>
            <pc:docMk/>
            <pc:sldMk cId="136834174" sldId="2546"/>
            <ac:spMk id="19" creationId="{6938AF65-8A5D-4960-3AF1-50A2F319FE2B}"/>
          </ac:spMkLst>
        </pc:spChg>
        <pc:picChg chg="mod">
          <ac:chgData name="VICTOR JOSE GONZALEZ RODRIGUEZ" userId="3fdd7208-0adc-40d2-a594-662a5d66d0ad" providerId="ADAL" clId="{359FD5A0-C0E1-4F46-AEB0-51555EFEF171}" dt="2025-10-29T08:50:53.144" v="758" actId="962"/>
          <ac:picMkLst>
            <pc:docMk/>
            <pc:sldMk cId="136834174" sldId="2546"/>
            <ac:picMk id="13" creationId="{3815B37D-DB5A-DA15-9C30-10CD90DE3B96}"/>
          </ac:picMkLst>
        </pc:picChg>
        <pc:picChg chg="mod">
          <ac:chgData name="VICTOR JOSE GONZALEZ RODRIGUEZ" userId="3fdd7208-0adc-40d2-a594-662a5d66d0ad" providerId="ADAL" clId="{359FD5A0-C0E1-4F46-AEB0-51555EFEF171}" dt="2025-10-29T08:50:58.137" v="780" actId="962"/>
          <ac:picMkLst>
            <pc:docMk/>
            <pc:sldMk cId="136834174" sldId="2546"/>
            <ac:picMk id="14" creationId="{91DAF186-060A-D400-0068-347BA91545C8}"/>
          </ac:picMkLst>
        </pc:picChg>
      </pc:sldChg>
      <pc:sldChg chg="del">
        <pc:chgData name="VICTOR JOSE GONZALEZ RODRIGUEZ" userId="3fdd7208-0adc-40d2-a594-662a5d66d0ad" providerId="ADAL" clId="{359FD5A0-C0E1-4F46-AEB0-51555EFEF171}" dt="2025-10-29T08:50:16.790" v="698" actId="47"/>
        <pc:sldMkLst>
          <pc:docMk/>
          <pc:sldMk cId="3858724220" sldId="2547"/>
        </pc:sldMkLst>
      </pc:sldChg>
      <pc:sldChg chg="modSp mod">
        <pc:chgData name="VICTOR JOSE GONZALEZ RODRIGUEZ" userId="3fdd7208-0adc-40d2-a594-662a5d66d0ad" providerId="ADAL" clId="{359FD5A0-C0E1-4F46-AEB0-51555EFEF171}" dt="2025-10-29T09:02:13.391" v="1334" actId="962"/>
        <pc:sldMkLst>
          <pc:docMk/>
          <pc:sldMk cId="114466369" sldId="2548"/>
        </pc:sldMkLst>
        <pc:spChg chg="mod">
          <ac:chgData name="VICTOR JOSE GONZALEZ RODRIGUEZ" userId="3fdd7208-0adc-40d2-a594-662a5d66d0ad" providerId="ADAL" clId="{359FD5A0-C0E1-4F46-AEB0-51555EFEF171}" dt="2025-10-29T09:02:13.391" v="1334" actId="962"/>
          <ac:spMkLst>
            <pc:docMk/>
            <pc:sldMk cId="114466369" sldId="2548"/>
            <ac:spMk id="2" creationId="{95E1AC2A-00CA-34BD-5694-F1123BA915F4}"/>
          </ac:spMkLst>
        </pc:spChg>
        <pc:spChg chg="mod">
          <ac:chgData name="VICTOR JOSE GONZALEZ RODRIGUEZ" userId="3fdd7208-0adc-40d2-a594-662a5d66d0ad" providerId="ADAL" clId="{359FD5A0-C0E1-4F46-AEB0-51555EFEF171}" dt="2025-10-29T09:02:13.391" v="1334" actId="962"/>
          <ac:spMkLst>
            <pc:docMk/>
            <pc:sldMk cId="114466369" sldId="2548"/>
            <ac:spMk id="3" creationId="{9A6FAB0D-1145-E495-61A2-E6058FE8DD34}"/>
          </ac:spMkLst>
        </pc:spChg>
        <pc:spChg chg="mod">
          <ac:chgData name="VICTOR JOSE GONZALEZ RODRIGUEZ" userId="3fdd7208-0adc-40d2-a594-662a5d66d0ad" providerId="ADAL" clId="{359FD5A0-C0E1-4F46-AEB0-51555EFEF171}" dt="2025-10-29T09:02:13.391" v="1334" actId="962"/>
          <ac:spMkLst>
            <pc:docMk/>
            <pc:sldMk cId="114466369" sldId="2548"/>
            <ac:spMk id="4" creationId="{50A2C695-FE8E-8423-4FCC-E24B8E652666}"/>
          </ac:spMkLst>
        </pc:spChg>
        <pc:spChg chg="mod">
          <ac:chgData name="VICTOR JOSE GONZALEZ RODRIGUEZ" userId="3fdd7208-0adc-40d2-a594-662a5d66d0ad" providerId="ADAL" clId="{359FD5A0-C0E1-4F46-AEB0-51555EFEF171}" dt="2025-10-29T09:02:13.391" v="1334" actId="962"/>
          <ac:spMkLst>
            <pc:docMk/>
            <pc:sldMk cId="114466369" sldId="2548"/>
            <ac:spMk id="5" creationId="{3F5679FB-E0C2-F463-7354-D677BC324310}"/>
          </ac:spMkLst>
        </pc:spChg>
        <pc:spChg chg="mod">
          <ac:chgData name="VICTOR JOSE GONZALEZ RODRIGUEZ" userId="3fdd7208-0adc-40d2-a594-662a5d66d0ad" providerId="ADAL" clId="{359FD5A0-C0E1-4F46-AEB0-51555EFEF171}" dt="2025-10-29T09:02:13.391" v="1334" actId="962"/>
          <ac:spMkLst>
            <pc:docMk/>
            <pc:sldMk cId="114466369" sldId="2548"/>
            <ac:spMk id="6" creationId="{442BE8E7-DB5E-7677-F38E-813C9948040A}"/>
          </ac:spMkLst>
        </pc:spChg>
        <pc:spChg chg="mod">
          <ac:chgData name="VICTOR JOSE GONZALEZ RODRIGUEZ" userId="3fdd7208-0adc-40d2-a594-662a5d66d0ad" providerId="ADAL" clId="{359FD5A0-C0E1-4F46-AEB0-51555EFEF171}" dt="2025-10-29T09:02:13.391" v="1334" actId="962"/>
          <ac:spMkLst>
            <pc:docMk/>
            <pc:sldMk cId="114466369" sldId="2548"/>
            <ac:spMk id="7" creationId="{6C83684E-3BE7-752F-0F3D-DF9D004F807E}"/>
          </ac:spMkLst>
        </pc:spChg>
        <pc:spChg chg="mod">
          <ac:chgData name="VICTOR JOSE GONZALEZ RODRIGUEZ" userId="3fdd7208-0adc-40d2-a594-662a5d66d0ad" providerId="ADAL" clId="{359FD5A0-C0E1-4F46-AEB0-51555EFEF171}" dt="2025-10-29T09:02:13.391" v="1334" actId="962"/>
          <ac:spMkLst>
            <pc:docMk/>
            <pc:sldMk cId="114466369" sldId="2548"/>
            <ac:spMk id="8" creationId="{1FA9AE3F-8B5B-50DD-9FF2-EECBA585D280}"/>
          </ac:spMkLst>
        </pc:spChg>
        <pc:picChg chg="mod">
          <ac:chgData name="VICTOR JOSE GONZALEZ RODRIGUEZ" userId="3fdd7208-0adc-40d2-a594-662a5d66d0ad" providerId="ADAL" clId="{359FD5A0-C0E1-4F46-AEB0-51555EFEF171}" dt="2025-10-29T09:02:13.391" v="1334" actId="962"/>
          <ac:picMkLst>
            <pc:docMk/>
            <pc:sldMk cId="114466369" sldId="2548"/>
            <ac:picMk id="10" creationId="{79D3B1D5-AA7A-9719-A8CD-5395A3F5F611}"/>
          </ac:picMkLst>
        </pc:picChg>
      </pc:sldChg>
      <pc:sldChg chg="modSp mod">
        <pc:chgData name="VICTOR JOSE GONZALEZ RODRIGUEZ" userId="3fdd7208-0adc-40d2-a594-662a5d66d0ad" providerId="ADAL" clId="{359FD5A0-C0E1-4F46-AEB0-51555EFEF171}" dt="2025-10-29T09:02:39.685" v="1443" actId="962"/>
        <pc:sldMkLst>
          <pc:docMk/>
          <pc:sldMk cId="1835910861" sldId="2549"/>
        </pc:sldMkLst>
        <pc:spChg chg="mod">
          <ac:chgData name="VICTOR JOSE GONZALEZ RODRIGUEZ" userId="3fdd7208-0adc-40d2-a594-662a5d66d0ad" providerId="ADAL" clId="{359FD5A0-C0E1-4F46-AEB0-51555EFEF171}" dt="2025-10-29T09:02:20.565" v="1335" actId="962"/>
          <ac:spMkLst>
            <pc:docMk/>
            <pc:sldMk cId="1835910861" sldId="2549"/>
            <ac:spMk id="11" creationId="{DBF34262-CD71-4C6C-48E2-B1920D328DE2}"/>
          </ac:spMkLst>
        </pc:spChg>
        <pc:spChg chg="mod">
          <ac:chgData name="VICTOR JOSE GONZALEZ RODRIGUEZ" userId="3fdd7208-0adc-40d2-a594-662a5d66d0ad" providerId="ADAL" clId="{359FD5A0-C0E1-4F46-AEB0-51555EFEF171}" dt="2025-10-29T09:02:20.565" v="1335" actId="962"/>
          <ac:spMkLst>
            <pc:docMk/>
            <pc:sldMk cId="1835910861" sldId="2549"/>
            <ac:spMk id="12" creationId="{8A1251F6-BAD2-6BC8-2D53-B7F71AE535CC}"/>
          </ac:spMkLst>
        </pc:spChg>
        <pc:spChg chg="mod">
          <ac:chgData name="VICTOR JOSE GONZALEZ RODRIGUEZ" userId="3fdd7208-0adc-40d2-a594-662a5d66d0ad" providerId="ADAL" clId="{359FD5A0-C0E1-4F46-AEB0-51555EFEF171}" dt="2025-10-29T09:02:20.565" v="1335" actId="962"/>
          <ac:spMkLst>
            <pc:docMk/>
            <pc:sldMk cId="1835910861" sldId="2549"/>
            <ac:spMk id="13" creationId="{B58573B5-54A2-9013-02AD-7440045F5C94}"/>
          </ac:spMkLst>
        </pc:spChg>
        <pc:spChg chg="mod">
          <ac:chgData name="VICTOR JOSE GONZALEZ RODRIGUEZ" userId="3fdd7208-0adc-40d2-a594-662a5d66d0ad" providerId="ADAL" clId="{359FD5A0-C0E1-4F46-AEB0-51555EFEF171}" dt="2025-10-29T09:02:20.565" v="1335" actId="962"/>
          <ac:spMkLst>
            <pc:docMk/>
            <pc:sldMk cId="1835910861" sldId="2549"/>
            <ac:spMk id="14" creationId="{892213E0-9611-79BA-B256-2786EC10C101}"/>
          </ac:spMkLst>
        </pc:spChg>
        <pc:spChg chg="mod">
          <ac:chgData name="VICTOR JOSE GONZALEZ RODRIGUEZ" userId="3fdd7208-0adc-40d2-a594-662a5d66d0ad" providerId="ADAL" clId="{359FD5A0-C0E1-4F46-AEB0-51555EFEF171}" dt="2025-10-29T09:02:20.565" v="1335" actId="962"/>
          <ac:spMkLst>
            <pc:docMk/>
            <pc:sldMk cId="1835910861" sldId="2549"/>
            <ac:spMk id="15" creationId="{639D24B7-B75C-A8BF-A5A4-DB1F19B14712}"/>
          </ac:spMkLst>
        </pc:spChg>
        <pc:spChg chg="mod">
          <ac:chgData name="VICTOR JOSE GONZALEZ RODRIGUEZ" userId="3fdd7208-0adc-40d2-a594-662a5d66d0ad" providerId="ADAL" clId="{359FD5A0-C0E1-4F46-AEB0-51555EFEF171}" dt="2025-10-29T09:02:20.565" v="1335" actId="962"/>
          <ac:spMkLst>
            <pc:docMk/>
            <pc:sldMk cId="1835910861" sldId="2549"/>
            <ac:spMk id="16" creationId="{0E9933F2-2B99-5971-9FEA-A87E770A4AB0}"/>
          </ac:spMkLst>
        </pc:spChg>
        <pc:spChg chg="mod">
          <ac:chgData name="VICTOR JOSE GONZALEZ RODRIGUEZ" userId="3fdd7208-0adc-40d2-a594-662a5d66d0ad" providerId="ADAL" clId="{359FD5A0-C0E1-4F46-AEB0-51555EFEF171}" dt="2025-10-29T09:02:20.565" v="1335" actId="962"/>
          <ac:spMkLst>
            <pc:docMk/>
            <pc:sldMk cId="1835910861" sldId="2549"/>
            <ac:spMk id="17" creationId="{C20ABB2F-4E1F-1570-B47E-2B627912EF6F}"/>
          </ac:spMkLst>
        </pc:spChg>
        <pc:picChg chg="mod">
          <ac:chgData name="VICTOR JOSE GONZALEZ RODRIGUEZ" userId="3fdd7208-0adc-40d2-a594-662a5d66d0ad" providerId="ADAL" clId="{359FD5A0-C0E1-4F46-AEB0-51555EFEF171}" dt="2025-10-29T09:02:39.685" v="1443" actId="962"/>
          <ac:picMkLst>
            <pc:docMk/>
            <pc:sldMk cId="1835910861" sldId="2549"/>
            <ac:picMk id="3" creationId="{53A94113-1A7E-F653-4BB6-573158520A36}"/>
          </ac:picMkLst>
        </pc:picChg>
      </pc:sldChg>
      <pc:sldChg chg="modSp mod">
        <pc:chgData name="VICTOR JOSE GONZALEZ RODRIGUEZ" userId="3fdd7208-0adc-40d2-a594-662a5d66d0ad" providerId="ADAL" clId="{359FD5A0-C0E1-4F46-AEB0-51555EFEF171}" dt="2025-10-29T09:04:08.126" v="1535" actId="13244"/>
        <pc:sldMkLst>
          <pc:docMk/>
          <pc:sldMk cId="2456116360" sldId="2551"/>
        </pc:sldMkLst>
        <pc:spChg chg="ord">
          <ac:chgData name="VICTOR JOSE GONZALEZ RODRIGUEZ" userId="3fdd7208-0adc-40d2-a594-662a5d66d0ad" providerId="ADAL" clId="{359FD5A0-C0E1-4F46-AEB0-51555EFEF171}" dt="2025-10-29T09:04:06.513" v="1534" actId="13244"/>
          <ac:spMkLst>
            <pc:docMk/>
            <pc:sldMk cId="2456116360" sldId="2551"/>
            <ac:spMk id="7" creationId="{304A05E5-39A9-C160-7DB9-A927269EC6DA}"/>
          </ac:spMkLst>
        </pc:spChg>
        <pc:spChg chg="mod">
          <ac:chgData name="VICTOR JOSE GONZALEZ RODRIGUEZ" userId="3fdd7208-0adc-40d2-a594-662a5d66d0ad" providerId="ADAL" clId="{359FD5A0-C0E1-4F46-AEB0-51555EFEF171}" dt="2025-10-29T09:04:00.039" v="1533" actId="962"/>
          <ac:spMkLst>
            <pc:docMk/>
            <pc:sldMk cId="2456116360" sldId="2551"/>
            <ac:spMk id="8" creationId="{DC2E13B7-2B9B-10A7-F908-6D825B68143D}"/>
          </ac:spMkLst>
        </pc:spChg>
        <pc:spChg chg="mod">
          <ac:chgData name="VICTOR JOSE GONZALEZ RODRIGUEZ" userId="3fdd7208-0adc-40d2-a594-662a5d66d0ad" providerId="ADAL" clId="{359FD5A0-C0E1-4F46-AEB0-51555EFEF171}" dt="2025-10-29T09:04:00.039" v="1533" actId="962"/>
          <ac:spMkLst>
            <pc:docMk/>
            <pc:sldMk cId="2456116360" sldId="2551"/>
            <ac:spMk id="9" creationId="{4999878C-BE69-C977-6D05-586D11FF883D}"/>
          </ac:spMkLst>
        </pc:spChg>
        <pc:spChg chg="mod">
          <ac:chgData name="VICTOR JOSE GONZALEZ RODRIGUEZ" userId="3fdd7208-0adc-40d2-a594-662a5d66d0ad" providerId="ADAL" clId="{359FD5A0-C0E1-4F46-AEB0-51555EFEF171}" dt="2025-10-29T09:04:00.039" v="1533" actId="962"/>
          <ac:spMkLst>
            <pc:docMk/>
            <pc:sldMk cId="2456116360" sldId="2551"/>
            <ac:spMk id="10" creationId="{95408960-B45F-1F5B-D329-3A5F2CCC1BC7}"/>
          </ac:spMkLst>
        </pc:spChg>
        <pc:spChg chg="mod">
          <ac:chgData name="VICTOR JOSE GONZALEZ RODRIGUEZ" userId="3fdd7208-0adc-40d2-a594-662a5d66d0ad" providerId="ADAL" clId="{359FD5A0-C0E1-4F46-AEB0-51555EFEF171}" dt="2025-10-29T09:04:00.039" v="1533" actId="962"/>
          <ac:spMkLst>
            <pc:docMk/>
            <pc:sldMk cId="2456116360" sldId="2551"/>
            <ac:spMk id="11" creationId="{A1759C26-2013-4946-8A89-FB12394CBA1B}"/>
          </ac:spMkLst>
        </pc:spChg>
        <pc:spChg chg="mod">
          <ac:chgData name="VICTOR JOSE GONZALEZ RODRIGUEZ" userId="3fdd7208-0adc-40d2-a594-662a5d66d0ad" providerId="ADAL" clId="{359FD5A0-C0E1-4F46-AEB0-51555EFEF171}" dt="2025-10-29T09:04:00.039" v="1533" actId="962"/>
          <ac:spMkLst>
            <pc:docMk/>
            <pc:sldMk cId="2456116360" sldId="2551"/>
            <ac:spMk id="12" creationId="{B8D16BAB-B1AD-E90E-1472-7680C5554F68}"/>
          </ac:spMkLst>
        </pc:spChg>
        <pc:spChg chg="mod">
          <ac:chgData name="VICTOR JOSE GONZALEZ RODRIGUEZ" userId="3fdd7208-0adc-40d2-a594-662a5d66d0ad" providerId="ADAL" clId="{359FD5A0-C0E1-4F46-AEB0-51555EFEF171}" dt="2025-10-29T09:04:00.039" v="1533" actId="962"/>
          <ac:spMkLst>
            <pc:docMk/>
            <pc:sldMk cId="2456116360" sldId="2551"/>
            <ac:spMk id="13" creationId="{6F9223D0-5B24-4F6A-C732-ED319E79A539}"/>
          </ac:spMkLst>
        </pc:spChg>
        <pc:spChg chg="mod">
          <ac:chgData name="VICTOR JOSE GONZALEZ RODRIGUEZ" userId="3fdd7208-0adc-40d2-a594-662a5d66d0ad" providerId="ADAL" clId="{359FD5A0-C0E1-4F46-AEB0-51555EFEF171}" dt="2025-10-29T09:04:00.039" v="1533" actId="962"/>
          <ac:spMkLst>
            <pc:docMk/>
            <pc:sldMk cId="2456116360" sldId="2551"/>
            <ac:spMk id="14" creationId="{958B8189-22CE-72D8-92DC-6B8798602198}"/>
          </ac:spMkLst>
        </pc:spChg>
        <pc:picChg chg="mod ord">
          <ac:chgData name="VICTOR JOSE GONZALEZ RODRIGUEZ" userId="3fdd7208-0adc-40d2-a594-662a5d66d0ad" providerId="ADAL" clId="{359FD5A0-C0E1-4F46-AEB0-51555EFEF171}" dt="2025-10-29T09:04:08.126" v="1535" actId="13244"/>
          <ac:picMkLst>
            <pc:docMk/>
            <pc:sldMk cId="2456116360" sldId="2551"/>
            <ac:picMk id="6" creationId="{56C93691-6C86-03CA-0FDB-D825DB4F59F4}"/>
          </ac:picMkLst>
        </pc:picChg>
      </pc:sldChg>
      <pc:sldChg chg="modSp mod">
        <pc:chgData name="VICTOR JOSE GONZALEZ RODRIGUEZ" userId="3fdd7208-0adc-40d2-a594-662a5d66d0ad" providerId="ADAL" clId="{359FD5A0-C0E1-4F46-AEB0-51555EFEF171}" dt="2025-10-29T09:04:16.879" v="1537" actId="13244"/>
        <pc:sldMkLst>
          <pc:docMk/>
          <pc:sldMk cId="322551350" sldId="2552"/>
        </pc:sldMkLst>
        <pc:spChg chg="mod">
          <ac:chgData name="VICTOR JOSE GONZALEZ RODRIGUEZ" userId="3fdd7208-0adc-40d2-a594-662a5d66d0ad" providerId="ADAL" clId="{359FD5A0-C0E1-4F46-AEB0-51555EFEF171}" dt="2025-10-29T09:04:13.792" v="1536" actId="962"/>
          <ac:spMkLst>
            <pc:docMk/>
            <pc:sldMk cId="322551350" sldId="2552"/>
            <ac:spMk id="5" creationId="{47957C62-D05C-B33A-511E-6067D3912723}"/>
          </ac:spMkLst>
        </pc:spChg>
        <pc:spChg chg="mod">
          <ac:chgData name="VICTOR JOSE GONZALEZ RODRIGUEZ" userId="3fdd7208-0adc-40d2-a594-662a5d66d0ad" providerId="ADAL" clId="{359FD5A0-C0E1-4F46-AEB0-51555EFEF171}" dt="2025-10-29T09:04:13.792" v="1536" actId="962"/>
          <ac:spMkLst>
            <pc:docMk/>
            <pc:sldMk cId="322551350" sldId="2552"/>
            <ac:spMk id="6" creationId="{3C411311-04AC-B711-DADC-7CD10888D381}"/>
          </ac:spMkLst>
        </pc:spChg>
        <pc:spChg chg="mod">
          <ac:chgData name="VICTOR JOSE GONZALEZ RODRIGUEZ" userId="3fdd7208-0adc-40d2-a594-662a5d66d0ad" providerId="ADAL" clId="{359FD5A0-C0E1-4F46-AEB0-51555EFEF171}" dt="2025-10-29T09:04:13.792" v="1536" actId="962"/>
          <ac:spMkLst>
            <pc:docMk/>
            <pc:sldMk cId="322551350" sldId="2552"/>
            <ac:spMk id="7" creationId="{70F9A7D6-8C4B-C628-C898-9D7A94953DFA}"/>
          </ac:spMkLst>
        </pc:spChg>
        <pc:spChg chg="mod">
          <ac:chgData name="VICTOR JOSE GONZALEZ RODRIGUEZ" userId="3fdd7208-0adc-40d2-a594-662a5d66d0ad" providerId="ADAL" clId="{359FD5A0-C0E1-4F46-AEB0-51555EFEF171}" dt="2025-10-29T09:04:13.792" v="1536" actId="962"/>
          <ac:spMkLst>
            <pc:docMk/>
            <pc:sldMk cId="322551350" sldId="2552"/>
            <ac:spMk id="8" creationId="{05ADF192-C20E-4043-AF30-7F622A5835AC}"/>
          </ac:spMkLst>
        </pc:spChg>
        <pc:spChg chg="mod">
          <ac:chgData name="VICTOR JOSE GONZALEZ RODRIGUEZ" userId="3fdd7208-0adc-40d2-a594-662a5d66d0ad" providerId="ADAL" clId="{359FD5A0-C0E1-4F46-AEB0-51555EFEF171}" dt="2025-10-29T09:04:13.792" v="1536" actId="962"/>
          <ac:spMkLst>
            <pc:docMk/>
            <pc:sldMk cId="322551350" sldId="2552"/>
            <ac:spMk id="9" creationId="{7A679303-DAC7-168C-4424-087CD6815141}"/>
          </ac:spMkLst>
        </pc:spChg>
        <pc:spChg chg="mod">
          <ac:chgData name="VICTOR JOSE GONZALEZ RODRIGUEZ" userId="3fdd7208-0adc-40d2-a594-662a5d66d0ad" providerId="ADAL" clId="{359FD5A0-C0E1-4F46-AEB0-51555EFEF171}" dt="2025-10-29T09:04:13.792" v="1536" actId="962"/>
          <ac:spMkLst>
            <pc:docMk/>
            <pc:sldMk cId="322551350" sldId="2552"/>
            <ac:spMk id="10" creationId="{77A654B6-88FE-3601-F37D-45A48D42EB6B}"/>
          </ac:spMkLst>
        </pc:spChg>
        <pc:spChg chg="mod">
          <ac:chgData name="VICTOR JOSE GONZALEZ RODRIGUEZ" userId="3fdd7208-0adc-40d2-a594-662a5d66d0ad" providerId="ADAL" clId="{359FD5A0-C0E1-4F46-AEB0-51555EFEF171}" dt="2025-10-29T09:04:13.792" v="1536" actId="962"/>
          <ac:spMkLst>
            <pc:docMk/>
            <pc:sldMk cId="322551350" sldId="2552"/>
            <ac:spMk id="11" creationId="{F18AE91B-125C-D437-0EC8-B2B4A9D367AF}"/>
          </ac:spMkLst>
        </pc:spChg>
        <pc:picChg chg="mod ord">
          <ac:chgData name="VICTOR JOSE GONZALEZ RODRIGUEZ" userId="3fdd7208-0adc-40d2-a594-662a5d66d0ad" providerId="ADAL" clId="{359FD5A0-C0E1-4F46-AEB0-51555EFEF171}" dt="2025-10-29T09:04:16.879" v="1537" actId="13244"/>
          <ac:picMkLst>
            <pc:docMk/>
            <pc:sldMk cId="322551350" sldId="2552"/>
            <ac:picMk id="3" creationId="{3B2CEAB8-5033-324F-C506-FEEBF33C7C3F}"/>
          </ac:picMkLst>
        </pc:picChg>
      </pc:sldChg>
      <pc:sldChg chg="modSp mod">
        <pc:chgData name="VICTOR JOSE GONZALEZ RODRIGUEZ" userId="3fdd7208-0adc-40d2-a594-662a5d66d0ad" providerId="ADAL" clId="{359FD5A0-C0E1-4F46-AEB0-51555EFEF171}" dt="2025-10-29T09:04:32.541" v="1607" actId="962"/>
        <pc:sldMkLst>
          <pc:docMk/>
          <pc:sldMk cId="2164998673" sldId="2553"/>
        </pc:sldMkLst>
        <pc:spChg chg="mod">
          <ac:chgData name="VICTOR JOSE GONZALEZ RODRIGUEZ" userId="3fdd7208-0adc-40d2-a594-662a5d66d0ad" providerId="ADAL" clId="{359FD5A0-C0E1-4F46-AEB0-51555EFEF171}" dt="2025-10-29T09:04:25.557" v="1538" actId="962"/>
          <ac:spMkLst>
            <pc:docMk/>
            <pc:sldMk cId="2164998673" sldId="2553"/>
            <ac:spMk id="5" creationId="{53411C71-0B6E-8E0B-8514-36589A33C302}"/>
          </ac:spMkLst>
        </pc:spChg>
        <pc:spChg chg="mod">
          <ac:chgData name="VICTOR JOSE GONZALEZ RODRIGUEZ" userId="3fdd7208-0adc-40d2-a594-662a5d66d0ad" providerId="ADAL" clId="{359FD5A0-C0E1-4F46-AEB0-51555EFEF171}" dt="2025-10-29T09:04:25.557" v="1538" actId="962"/>
          <ac:spMkLst>
            <pc:docMk/>
            <pc:sldMk cId="2164998673" sldId="2553"/>
            <ac:spMk id="6" creationId="{5943F7E1-DD14-4B9A-9F00-BDB9F9E2A8F4}"/>
          </ac:spMkLst>
        </pc:spChg>
        <pc:spChg chg="mod">
          <ac:chgData name="VICTOR JOSE GONZALEZ RODRIGUEZ" userId="3fdd7208-0adc-40d2-a594-662a5d66d0ad" providerId="ADAL" clId="{359FD5A0-C0E1-4F46-AEB0-51555EFEF171}" dt="2025-10-29T09:04:25.557" v="1538" actId="962"/>
          <ac:spMkLst>
            <pc:docMk/>
            <pc:sldMk cId="2164998673" sldId="2553"/>
            <ac:spMk id="7" creationId="{A97BA90C-8E88-AB48-98E6-414A7D2C4994}"/>
          </ac:spMkLst>
        </pc:spChg>
        <pc:spChg chg="mod">
          <ac:chgData name="VICTOR JOSE GONZALEZ RODRIGUEZ" userId="3fdd7208-0adc-40d2-a594-662a5d66d0ad" providerId="ADAL" clId="{359FD5A0-C0E1-4F46-AEB0-51555EFEF171}" dt="2025-10-29T09:04:25.557" v="1538" actId="962"/>
          <ac:spMkLst>
            <pc:docMk/>
            <pc:sldMk cId="2164998673" sldId="2553"/>
            <ac:spMk id="8" creationId="{39597442-8DB1-A235-F232-21926E6E2001}"/>
          </ac:spMkLst>
        </pc:spChg>
        <pc:spChg chg="mod">
          <ac:chgData name="VICTOR JOSE GONZALEZ RODRIGUEZ" userId="3fdd7208-0adc-40d2-a594-662a5d66d0ad" providerId="ADAL" clId="{359FD5A0-C0E1-4F46-AEB0-51555EFEF171}" dt="2025-10-29T09:04:25.557" v="1538" actId="962"/>
          <ac:spMkLst>
            <pc:docMk/>
            <pc:sldMk cId="2164998673" sldId="2553"/>
            <ac:spMk id="9" creationId="{EEC998E1-0716-AF02-9E52-9573984E10C8}"/>
          </ac:spMkLst>
        </pc:spChg>
        <pc:spChg chg="mod">
          <ac:chgData name="VICTOR JOSE GONZALEZ RODRIGUEZ" userId="3fdd7208-0adc-40d2-a594-662a5d66d0ad" providerId="ADAL" clId="{359FD5A0-C0E1-4F46-AEB0-51555EFEF171}" dt="2025-10-29T09:04:25.557" v="1538" actId="962"/>
          <ac:spMkLst>
            <pc:docMk/>
            <pc:sldMk cId="2164998673" sldId="2553"/>
            <ac:spMk id="10" creationId="{A9AEFEC7-2F76-47E4-86A4-D5CAD45AC2CA}"/>
          </ac:spMkLst>
        </pc:spChg>
        <pc:spChg chg="mod">
          <ac:chgData name="VICTOR JOSE GONZALEZ RODRIGUEZ" userId="3fdd7208-0adc-40d2-a594-662a5d66d0ad" providerId="ADAL" clId="{359FD5A0-C0E1-4F46-AEB0-51555EFEF171}" dt="2025-10-29T09:04:25.557" v="1538" actId="962"/>
          <ac:spMkLst>
            <pc:docMk/>
            <pc:sldMk cId="2164998673" sldId="2553"/>
            <ac:spMk id="11" creationId="{6FE32A37-BA69-4BCD-3329-716627C02F19}"/>
          </ac:spMkLst>
        </pc:spChg>
        <pc:picChg chg="mod">
          <ac:chgData name="VICTOR JOSE GONZALEZ RODRIGUEZ" userId="3fdd7208-0adc-40d2-a594-662a5d66d0ad" providerId="ADAL" clId="{359FD5A0-C0E1-4F46-AEB0-51555EFEF171}" dt="2025-10-29T09:04:32.541" v="1607" actId="962"/>
          <ac:picMkLst>
            <pc:docMk/>
            <pc:sldMk cId="2164998673" sldId="2553"/>
            <ac:picMk id="3" creationId="{DEADE03F-B772-E5C5-17E2-6DEA904B0840}"/>
          </ac:picMkLst>
        </pc:picChg>
      </pc:sldChg>
      <pc:sldChg chg="modSp mod">
        <pc:chgData name="VICTOR JOSE GONZALEZ RODRIGUEZ" userId="3fdd7208-0adc-40d2-a594-662a5d66d0ad" providerId="ADAL" clId="{359FD5A0-C0E1-4F46-AEB0-51555EFEF171}" dt="2025-10-29T09:04:45.383" v="1609" actId="13244"/>
        <pc:sldMkLst>
          <pc:docMk/>
          <pc:sldMk cId="1689091458" sldId="2555"/>
        </pc:sldMkLst>
        <pc:spChg chg="mod">
          <ac:chgData name="VICTOR JOSE GONZALEZ RODRIGUEZ" userId="3fdd7208-0adc-40d2-a594-662a5d66d0ad" providerId="ADAL" clId="{359FD5A0-C0E1-4F46-AEB0-51555EFEF171}" dt="2025-10-29T09:04:41.200" v="1608" actId="962"/>
          <ac:spMkLst>
            <pc:docMk/>
            <pc:sldMk cId="1689091458" sldId="2555"/>
            <ac:spMk id="2" creationId="{F174CD8F-A9AE-AEFE-4F1F-78E90E3332C5}"/>
          </ac:spMkLst>
        </pc:spChg>
        <pc:spChg chg="mod ord">
          <ac:chgData name="VICTOR JOSE GONZALEZ RODRIGUEZ" userId="3fdd7208-0adc-40d2-a594-662a5d66d0ad" providerId="ADAL" clId="{359FD5A0-C0E1-4F46-AEB0-51555EFEF171}" dt="2025-10-29T09:04:45.383" v="1609" actId="13244"/>
          <ac:spMkLst>
            <pc:docMk/>
            <pc:sldMk cId="1689091458" sldId="2555"/>
            <ac:spMk id="6" creationId="{5BA57CB5-4D58-83E7-071A-5DD539D84F5C}"/>
          </ac:spMkLst>
        </pc:spChg>
        <pc:picChg chg="mod">
          <ac:chgData name="VICTOR JOSE GONZALEZ RODRIGUEZ" userId="3fdd7208-0adc-40d2-a594-662a5d66d0ad" providerId="ADAL" clId="{359FD5A0-C0E1-4F46-AEB0-51555EFEF171}" dt="2025-10-29T09:04:41.200" v="1608" actId="962"/>
          <ac:picMkLst>
            <pc:docMk/>
            <pc:sldMk cId="1689091458" sldId="2555"/>
            <ac:picMk id="5" creationId="{E25C1FE3-1C2B-FCAB-A98B-0CD3BEF6EFF9}"/>
          </ac:picMkLst>
        </pc:picChg>
      </pc:sldChg>
      <pc:sldChg chg="modSp mod">
        <pc:chgData name="VICTOR JOSE GONZALEZ RODRIGUEZ" userId="3fdd7208-0adc-40d2-a594-662a5d66d0ad" providerId="ADAL" clId="{359FD5A0-C0E1-4F46-AEB0-51555EFEF171}" dt="2025-10-29T09:05:06.437" v="1613" actId="13244"/>
        <pc:sldMkLst>
          <pc:docMk/>
          <pc:sldMk cId="3589586132" sldId="2556"/>
        </pc:sldMkLst>
        <pc:spChg chg="mod">
          <ac:chgData name="VICTOR JOSE GONZALEZ RODRIGUEZ" userId="3fdd7208-0adc-40d2-a594-662a5d66d0ad" providerId="ADAL" clId="{359FD5A0-C0E1-4F46-AEB0-51555EFEF171}" dt="2025-10-29T09:05:03.353" v="1612" actId="962"/>
          <ac:spMkLst>
            <pc:docMk/>
            <pc:sldMk cId="3589586132" sldId="2556"/>
            <ac:spMk id="5" creationId="{D2314A9E-3406-E43E-070D-E66381244EA6}"/>
          </ac:spMkLst>
        </pc:spChg>
        <pc:spChg chg="mod">
          <ac:chgData name="VICTOR JOSE GONZALEZ RODRIGUEZ" userId="3fdd7208-0adc-40d2-a594-662a5d66d0ad" providerId="ADAL" clId="{359FD5A0-C0E1-4F46-AEB0-51555EFEF171}" dt="2025-10-29T09:05:03.353" v="1612" actId="962"/>
          <ac:spMkLst>
            <pc:docMk/>
            <pc:sldMk cId="3589586132" sldId="2556"/>
            <ac:spMk id="6" creationId="{38175A66-774A-CB98-BCF8-26BD2021923C}"/>
          </ac:spMkLst>
        </pc:spChg>
        <pc:spChg chg="mod">
          <ac:chgData name="VICTOR JOSE GONZALEZ RODRIGUEZ" userId="3fdd7208-0adc-40d2-a594-662a5d66d0ad" providerId="ADAL" clId="{359FD5A0-C0E1-4F46-AEB0-51555EFEF171}" dt="2025-10-29T09:05:03.353" v="1612" actId="962"/>
          <ac:spMkLst>
            <pc:docMk/>
            <pc:sldMk cId="3589586132" sldId="2556"/>
            <ac:spMk id="7" creationId="{3A1C2C3B-5B46-4C6C-24C8-24A00D622026}"/>
          </ac:spMkLst>
        </pc:spChg>
        <pc:spChg chg="mod">
          <ac:chgData name="VICTOR JOSE GONZALEZ RODRIGUEZ" userId="3fdd7208-0adc-40d2-a594-662a5d66d0ad" providerId="ADAL" clId="{359FD5A0-C0E1-4F46-AEB0-51555EFEF171}" dt="2025-10-29T09:05:03.353" v="1612" actId="962"/>
          <ac:spMkLst>
            <pc:docMk/>
            <pc:sldMk cId="3589586132" sldId="2556"/>
            <ac:spMk id="8" creationId="{9E5DF47C-694F-2535-DC74-5560B60F1800}"/>
          </ac:spMkLst>
        </pc:spChg>
        <pc:spChg chg="mod">
          <ac:chgData name="VICTOR JOSE GONZALEZ RODRIGUEZ" userId="3fdd7208-0adc-40d2-a594-662a5d66d0ad" providerId="ADAL" clId="{359FD5A0-C0E1-4F46-AEB0-51555EFEF171}" dt="2025-10-29T09:05:03.353" v="1612" actId="962"/>
          <ac:spMkLst>
            <pc:docMk/>
            <pc:sldMk cId="3589586132" sldId="2556"/>
            <ac:spMk id="9" creationId="{BEA94E83-1791-6294-479D-33D28BBEF5A9}"/>
          </ac:spMkLst>
        </pc:spChg>
        <pc:spChg chg="mod">
          <ac:chgData name="VICTOR JOSE GONZALEZ RODRIGUEZ" userId="3fdd7208-0adc-40d2-a594-662a5d66d0ad" providerId="ADAL" clId="{359FD5A0-C0E1-4F46-AEB0-51555EFEF171}" dt="2025-10-29T09:05:03.353" v="1612" actId="962"/>
          <ac:spMkLst>
            <pc:docMk/>
            <pc:sldMk cId="3589586132" sldId="2556"/>
            <ac:spMk id="10" creationId="{ED34BB6A-4CA3-C278-2AFA-C185AAE2EEE1}"/>
          </ac:spMkLst>
        </pc:spChg>
        <pc:spChg chg="mod">
          <ac:chgData name="VICTOR JOSE GONZALEZ RODRIGUEZ" userId="3fdd7208-0adc-40d2-a594-662a5d66d0ad" providerId="ADAL" clId="{359FD5A0-C0E1-4F46-AEB0-51555EFEF171}" dt="2025-10-29T09:05:03.353" v="1612" actId="962"/>
          <ac:spMkLst>
            <pc:docMk/>
            <pc:sldMk cId="3589586132" sldId="2556"/>
            <ac:spMk id="11" creationId="{A9DF29F8-B65B-7268-794C-6AD25CFCA57C}"/>
          </ac:spMkLst>
        </pc:spChg>
        <pc:picChg chg="mod ord">
          <ac:chgData name="VICTOR JOSE GONZALEZ RODRIGUEZ" userId="3fdd7208-0adc-40d2-a594-662a5d66d0ad" providerId="ADAL" clId="{359FD5A0-C0E1-4F46-AEB0-51555EFEF171}" dt="2025-10-29T09:05:06.437" v="1613" actId="13244"/>
          <ac:picMkLst>
            <pc:docMk/>
            <pc:sldMk cId="3589586132" sldId="2556"/>
            <ac:picMk id="3" creationId="{ED96C17A-8B1B-1D09-D49F-E7C9A8BEEE0D}"/>
          </ac:picMkLst>
        </pc:picChg>
      </pc:sldChg>
      <pc:sldChg chg="modSp mod">
        <pc:chgData name="VICTOR JOSE GONZALEZ RODRIGUEZ" userId="3fdd7208-0adc-40d2-a594-662a5d66d0ad" providerId="ADAL" clId="{359FD5A0-C0E1-4F46-AEB0-51555EFEF171}" dt="2025-10-29T09:05:17.649" v="1615" actId="13244"/>
        <pc:sldMkLst>
          <pc:docMk/>
          <pc:sldMk cId="3970542942" sldId="2557"/>
        </pc:sldMkLst>
        <pc:spChg chg="ord">
          <ac:chgData name="VICTOR JOSE GONZALEZ RODRIGUEZ" userId="3fdd7208-0adc-40d2-a594-662a5d66d0ad" providerId="ADAL" clId="{359FD5A0-C0E1-4F46-AEB0-51555EFEF171}" dt="2025-10-29T09:05:17.649" v="1615" actId="13244"/>
          <ac:spMkLst>
            <pc:docMk/>
            <pc:sldMk cId="3970542942" sldId="2557"/>
            <ac:spMk id="4" creationId="{A45A2F67-F6EB-446A-7731-9258CCB969DE}"/>
          </ac:spMkLst>
        </pc:spChg>
        <pc:spChg chg="mod">
          <ac:chgData name="VICTOR JOSE GONZALEZ RODRIGUEZ" userId="3fdd7208-0adc-40d2-a594-662a5d66d0ad" providerId="ADAL" clId="{359FD5A0-C0E1-4F46-AEB0-51555EFEF171}" dt="2025-10-29T09:05:14.640" v="1614" actId="962"/>
          <ac:spMkLst>
            <pc:docMk/>
            <pc:sldMk cId="3970542942" sldId="2557"/>
            <ac:spMk id="5" creationId="{1196EC2D-70C3-2C2E-E3F3-D6784079B0EB}"/>
          </ac:spMkLst>
        </pc:spChg>
        <pc:spChg chg="mod">
          <ac:chgData name="VICTOR JOSE GONZALEZ RODRIGUEZ" userId="3fdd7208-0adc-40d2-a594-662a5d66d0ad" providerId="ADAL" clId="{359FD5A0-C0E1-4F46-AEB0-51555EFEF171}" dt="2025-10-29T09:05:14.640" v="1614" actId="962"/>
          <ac:spMkLst>
            <pc:docMk/>
            <pc:sldMk cId="3970542942" sldId="2557"/>
            <ac:spMk id="6" creationId="{88205273-453B-4101-DB49-5702FE740F36}"/>
          </ac:spMkLst>
        </pc:spChg>
        <pc:spChg chg="mod">
          <ac:chgData name="VICTOR JOSE GONZALEZ RODRIGUEZ" userId="3fdd7208-0adc-40d2-a594-662a5d66d0ad" providerId="ADAL" clId="{359FD5A0-C0E1-4F46-AEB0-51555EFEF171}" dt="2025-10-29T09:05:14.640" v="1614" actId="962"/>
          <ac:spMkLst>
            <pc:docMk/>
            <pc:sldMk cId="3970542942" sldId="2557"/>
            <ac:spMk id="7" creationId="{C30C1F7E-1ADA-5C61-4A90-F8968B778ABB}"/>
          </ac:spMkLst>
        </pc:spChg>
        <pc:spChg chg="mod">
          <ac:chgData name="VICTOR JOSE GONZALEZ RODRIGUEZ" userId="3fdd7208-0adc-40d2-a594-662a5d66d0ad" providerId="ADAL" clId="{359FD5A0-C0E1-4F46-AEB0-51555EFEF171}" dt="2025-10-29T09:05:14.640" v="1614" actId="962"/>
          <ac:spMkLst>
            <pc:docMk/>
            <pc:sldMk cId="3970542942" sldId="2557"/>
            <ac:spMk id="8" creationId="{C7B6042D-51EC-2070-233D-2124A34FDFEA}"/>
          </ac:spMkLst>
        </pc:spChg>
        <pc:spChg chg="mod">
          <ac:chgData name="VICTOR JOSE GONZALEZ RODRIGUEZ" userId="3fdd7208-0adc-40d2-a594-662a5d66d0ad" providerId="ADAL" clId="{359FD5A0-C0E1-4F46-AEB0-51555EFEF171}" dt="2025-10-29T09:05:14.640" v="1614" actId="962"/>
          <ac:spMkLst>
            <pc:docMk/>
            <pc:sldMk cId="3970542942" sldId="2557"/>
            <ac:spMk id="9" creationId="{5FB972AD-280E-8E89-D216-60ABB5E59353}"/>
          </ac:spMkLst>
        </pc:spChg>
        <pc:spChg chg="mod">
          <ac:chgData name="VICTOR JOSE GONZALEZ RODRIGUEZ" userId="3fdd7208-0adc-40d2-a594-662a5d66d0ad" providerId="ADAL" clId="{359FD5A0-C0E1-4F46-AEB0-51555EFEF171}" dt="2025-10-29T09:05:14.640" v="1614" actId="962"/>
          <ac:spMkLst>
            <pc:docMk/>
            <pc:sldMk cId="3970542942" sldId="2557"/>
            <ac:spMk id="10" creationId="{0A9B37B2-482D-19C3-E7E2-928C140E9A06}"/>
          </ac:spMkLst>
        </pc:spChg>
        <pc:spChg chg="mod">
          <ac:chgData name="VICTOR JOSE GONZALEZ RODRIGUEZ" userId="3fdd7208-0adc-40d2-a594-662a5d66d0ad" providerId="ADAL" clId="{359FD5A0-C0E1-4F46-AEB0-51555EFEF171}" dt="2025-10-29T09:05:14.640" v="1614" actId="962"/>
          <ac:spMkLst>
            <pc:docMk/>
            <pc:sldMk cId="3970542942" sldId="2557"/>
            <ac:spMk id="11" creationId="{2F852B9E-72C2-69BC-296C-F32DE4AF17D5}"/>
          </ac:spMkLst>
        </pc:spChg>
      </pc:sldChg>
      <pc:sldChg chg="modSp mod">
        <pc:chgData name="VICTOR JOSE GONZALEZ RODRIGUEZ" userId="3fdd7208-0adc-40d2-a594-662a5d66d0ad" providerId="ADAL" clId="{359FD5A0-C0E1-4F46-AEB0-51555EFEF171}" dt="2025-10-29T09:05:36.447" v="1619" actId="962"/>
        <pc:sldMkLst>
          <pc:docMk/>
          <pc:sldMk cId="3745047553" sldId="2558"/>
        </pc:sldMkLst>
        <pc:spChg chg="mod">
          <ac:chgData name="VICTOR JOSE GONZALEZ RODRIGUEZ" userId="3fdd7208-0adc-40d2-a594-662a5d66d0ad" providerId="ADAL" clId="{359FD5A0-C0E1-4F46-AEB0-51555EFEF171}" dt="2025-10-29T09:05:31.057" v="1617" actId="962"/>
          <ac:spMkLst>
            <pc:docMk/>
            <pc:sldMk cId="3745047553" sldId="2558"/>
            <ac:spMk id="4" creationId="{71D67171-1DF6-DAC8-589A-75946345EBFC}"/>
          </ac:spMkLst>
        </pc:spChg>
        <pc:spChg chg="mod">
          <ac:chgData name="VICTOR JOSE GONZALEZ RODRIGUEZ" userId="3fdd7208-0adc-40d2-a594-662a5d66d0ad" providerId="ADAL" clId="{359FD5A0-C0E1-4F46-AEB0-51555EFEF171}" dt="2025-10-29T09:05:31.057" v="1617" actId="962"/>
          <ac:spMkLst>
            <pc:docMk/>
            <pc:sldMk cId="3745047553" sldId="2558"/>
            <ac:spMk id="5" creationId="{33452448-FC85-BF7E-5BFA-F178AF34D80D}"/>
          </ac:spMkLst>
        </pc:spChg>
        <pc:spChg chg="mod">
          <ac:chgData name="VICTOR JOSE GONZALEZ RODRIGUEZ" userId="3fdd7208-0adc-40d2-a594-662a5d66d0ad" providerId="ADAL" clId="{359FD5A0-C0E1-4F46-AEB0-51555EFEF171}" dt="2025-10-29T09:05:31.057" v="1617" actId="962"/>
          <ac:spMkLst>
            <pc:docMk/>
            <pc:sldMk cId="3745047553" sldId="2558"/>
            <ac:spMk id="6" creationId="{CF4BA627-0D7E-C7D1-4055-9D5BB0E6FD97}"/>
          </ac:spMkLst>
        </pc:spChg>
        <pc:spChg chg="mod">
          <ac:chgData name="VICTOR JOSE GONZALEZ RODRIGUEZ" userId="3fdd7208-0adc-40d2-a594-662a5d66d0ad" providerId="ADAL" clId="{359FD5A0-C0E1-4F46-AEB0-51555EFEF171}" dt="2025-10-29T09:05:31.057" v="1617" actId="962"/>
          <ac:spMkLst>
            <pc:docMk/>
            <pc:sldMk cId="3745047553" sldId="2558"/>
            <ac:spMk id="7" creationId="{C7845A34-53AF-ED80-BAD2-438F41D0CD9F}"/>
          </ac:spMkLst>
        </pc:spChg>
        <pc:spChg chg="mod">
          <ac:chgData name="VICTOR JOSE GONZALEZ RODRIGUEZ" userId="3fdd7208-0adc-40d2-a594-662a5d66d0ad" providerId="ADAL" clId="{359FD5A0-C0E1-4F46-AEB0-51555EFEF171}" dt="2025-10-29T09:05:31.057" v="1617" actId="962"/>
          <ac:spMkLst>
            <pc:docMk/>
            <pc:sldMk cId="3745047553" sldId="2558"/>
            <ac:spMk id="8" creationId="{2671C69A-20EA-70E1-4928-1FA4271D1DF1}"/>
          </ac:spMkLst>
        </pc:spChg>
        <pc:spChg chg="mod">
          <ac:chgData name="VICTOR JOSE GONZALEZ RODRIGUEZ" userId="3fdd7208-0adc-40d2-a594-662a5d66d0ad" providerId="ADAL" clId="{359FD5A0-C0E1-4F46-AEB0-51555EFEF171}" dt="2025-10-29T09:05:31.057" v="1617" actId="962"/>
          <ac:spMkLst>
            <pc:docMk/>
            <pc:sldMk cId="3745047553" sldId="2558"/>
            <ac:spMk id="9" creationId="{D86754BE-233C-A535-8670-4AE4C34AA9A6}"/>
          </ac:spMkLst>
        </pc:spChg>
        <pc:spChg chg="mod">
          <ac:chgData name="VICTOR JOSE GONZALEZ RODRIGUEZ" userId="3fdd7208-0adc-40d2-a594-662a5d66d0ad" providerId="ADAL" clId="{359FD5A0-C0E1-4F46-AEB0-51555EFEF171}" dt="2025-10-29T09:05:31.057" v="1617" actId="962"/>
          <ac:spMkLst>
            <pc:docMk/>
            <pc:sldMk cId="3745047553" sldId="2558"/>
            <ac:spMk id="10" creationId="{257ED8B5-E89F-EAC1-FCFB-C289690FA801}"/>
          </ac:spMkLst>
        </pc:spChg>
        <pc:spChg chg="mod">
          <ac:chgData name="VICTOR JOSE GONZALEZ RODRIGUEZ" userId="3fdd7208-0adc-40d2-a594-662a5d66d0ad" providerId="ADAL" clId="{359FD5A0-C0E1-4F46-AEB0-51555EFEF171}" dt="2025-10-29T09:05:35.965" v="1618" actId="962"/>
          <ac:spMkLst>
            <pc:docMk/>
            <pc:sldMk cId="3745047553" sldId="2558"/>
            <ac:spMk id="11" creationId="{87A7D31B-EE25-3DE5-55D8-C47880E72A34}"/>
          </ac:spMkLst>
        </pc:spChg>
        <pc:picChg chg="mod">
          <ac:chgData name="VICTOR JOSE GONZALEZ RODRIGUEZ" userId="3fdd7208-0adc-40d2-a594-662a5d66d0ad" providerId="ADAL" clId="{359FD5A0-C0E1-4F46-AEB0-51555EFEF171}" dt="2025-10-29T09:05:36.447" v="1619" actId="962"/>
          <ac:picMkLst>
            <pc:docMk/>
            <pc:sldMk cId="3745047553" sldId="2558"/>
            <ac:picMk id="12" creationId="{B58C7738-3878-CF66-93DD-6D8B0266E77F}"/>
          </ac:picMkLst>
        </pc:picChg>
      </pc:sldChg>
      <pc:sldChg chg="modSp mod">
        <pc:chgData name="VICTOR JOSE GONZALEZ RODRIGUEZ" userId="3fdd7208-0adc-40d2-a594-662a5d66d0ad" providerId="ADAL" clId="{359FD5A0-C0E1-4F46-AEB0-51555EFEF171}" dt="2025-10-29T09:04:50.199" v="1610" actId="962"/>
        <pc:sldMkLst>
          <pc:docMk/>
          <pc:sldMk cId="1182830996" sldId="2563"/>
        </pc:sldMkLst>
        <pc:spChg chg="mod">
          <ac:chgData name="VICTOR JOSE GONZALEZ RODRIGUEZ" userId="3fdd7208-0adc-40d2-a594-662a5d66d0ad" providerId="ADAL" clId="{359FD5A0-C0E1-4F46-AEB0-51555EFEF171}" dt="2025-10-29T09:04:50.199" v="1610" actId="962"/>
          <ac:spMkLst>
            <pc:docMk/>
            <pc:sldMk cId="1182830996" sldId="2563"/>
            <ac:spMk id="6" creationId="{7CFD889B-9121-241C-3814-FE83DB232E76}"/>
          </ac:spMkLst>
        </pc:spChg>
        <pc:spChg chg="mod">
          <ac:chgData name="VICTOR JOSE GONZALEZ RODRIGUEZ" userId="3fdd7208-0adc-40d2-a594-662a5d66d0ad" providerId="ADAL" clId="{359FD5A0-C0E1-4F46-AEB0-51555EFEF171}" dt="2025-10-29T09:04:50.199" v="1610" actId="962"/>
          <ac:spMkLst>
            <pc:docMk/>
            <pc:sldMk cId="1182830996" sldId="2563"/>
            <ac:spMk id="7" creationId="{EC76DD25-2F38-93E3-6A1B-8425F6F22464}"/>
          </ac:spMkLst>
        </pc:spChg>
        <pc:spChg chg="mod">
          <ac:chgData name="VICTOR JOSE GONZALEZ RODRIGUEZ" userId="3fdd7208-0adc-40d2-a594-662a5d66d0ad" providerId="ADAL" clId="{359FD5A0-C0E1-4F46-AEB0-51555EFEF171}" dt="2025-10-29T09:04:50.199" v="1610" actId="962"/>
          <ac:spMkLst>
            <pc:docMk/>
            <pc:sldMk cId="1182830996" sldId="2563"/>
            <ac:spMk id="8" creationId="{379BB13B-C459-DDB9-2AAC-6F5EA2A3446F}"/>
          </ac:spMkLst>
        </pc:spChg>
        <pc:spChg chg="mod">
          <ac:chgData name="VICTOR JOSE GONZALEZ RODRIGUEZ" userId="3fdd7208-0adc-40d2-a594-662a5d66d0ad" providerId="ADAL" clId="{359FD5A0-C0E1-4F46-AEB0-51555EFEF171}" dt="2025-10-29T09:04:50.199" v="1610" actId="962"/>
          <ac:spMkLst>
            <pc:docMk/>
            <pc:sldMk cId="1182830996" sldId="2563"/>
            <ac:spMk id="9" creationId="{42156158-13EF-BE05-EB8B-4DAB4491299D}"/>
          </ac:spMkLst>
        </pc:spChg>
        <pc:spChg chg="mod">
          <ac:chgData name="VICTOR JOSE GONZALEZ RODRIGUEZ" userId="3fdd7208-0adc-40d2-a594-662a5d66d0ad" providerId="ADAL" clId="{359FD5A0-C0E1-4F46-AEB0-51555EFEF171}" dt="2025-10-29T09:04:50.199" v="1610" actId="962"/>
          <ac:spMkLst>
            <pc:docMk/>
            <pc:sldMk cId="1182830996" sldId="2563"/>
            <ac:spMk id="10" creationId="{84B1E1D5-DE83-E03E-847E-A71D35BFAEF3}"/>
          </ac:spMkLst>
        </pc:spChg>
        <pc:spChg chg="mod">
          <ac:chgData name="VICTOR JOSE GONZALEZ RODRIGUEZ" userId="3fdd7208-0adc-40d2-a594-662a5d66d0ad" providerId="ADAL" clId="{359FD5A0-C0E1-4F46-AEB0-51555EFEF171}" dt="2025-10-29T09:04:50.199" v="1610" actId="962"/>
          <ac:spMkLst>
            <pc:docMk/>
            <pc:sldMk cId="1182830996" sldId="2563"/>
            <ac:spMk id="11" creationId="{E10B79A2-426D-FA72-DFB8-75453C514C1F}"/>
          </ac:spMkLst>
        </pc:spChg>
        <pc:spChg chg="mod">
          <ac:chgData name="VICTOR JOSE GONZALEZ RODRIGUEZ" userId="3fdd7208-0adc-40d2-a594-662a5d66d0ad" providerId="ADAL" clId="{359FD5A0-C0E1-4F46-AEB0-51555EFEF171}" dt="2025-10-29T09:04:50.199" v="1610" actId="962"/>
          <ac:spMkLst>
            <pc:docMk/>
            <pc:sldMk cId="1182830996" sldId="2563"/>
            <ac:spMk id="12" creationId="{617F76DA-DEBD-3153-5B29-E66EBC5A44FB}"/>
          </ac:spMkLst>
        </pc:spChg>
      </pc:sldChg>
      <pc:sldChg chg="modSp mod">
        <pc:chgData name="VICTOR JOSE GONZALEZ RODRIGUEZ" userId="3fdd7208-0adc-40d2-a594-662a5d66d0ad" providerId="ADAL" clId="{359FD5A0-C0E1-4F46-AEB0-51555EFEF171}" dt="2025-10-29T09:03:25.545" v="1450" actId="962"/>
        <pc:sldMkLst>
          <pc:docMk/>
          <pc:sldMk cId="3517523362" sldId="2565"/>
        </pc:sldMkLst>
        <pc:spChg chg="mod">
          <ac:chgData name="VICTOR JOSE GONZALEZ RODRIGUEZ" userId="3fdd7208-0adc-40d2-a594-662a5d66d0ad" providerId="ADAL" clId="{359FD5A0-C0E1-4F46-AEB0-51555EFEF171}" dt="2025-10-29T09:03:25.545" v="1450" actId="962"/>
          <ac:spMkLst>
            <pc:docMk/>
            <pc:sldMk cId="3517523362" sldId="2565"/>
            <ac:spMk id="4" creationId="{A11CD3A0-22CD-C1FB-155D-DF32214177F8}"/>
          </ac:spMkLst>
        </pc:spChg>
        <pc:spChg chg="mod">
          <ac:chgData name="VICTOR JOSE GONZALEZ RODRIGUEZ" userId="3fdd7208-0adc-40d2-a594-662a5d66d0ad" providerId="ADAL" clId="{359FD5A0-C0E1-4F46-AEB0-51555EFEF171}" dt="2025-10-29T09:03:25.545" v="1450" actId="962"/>
          <ac:spMkLst>
            <pc:docMk/>
            <pc:sldMk cId="3517523362" sldId="2565"/>
            <ac:spMk id="5" creationId="{9C5DAAA1-FEA8-CE1E-F8F9-A663892CD9CE}"/>
          </ac:spMkLst>
        </pc:spChg>
        <pc:spChg chg="mod">
          <ac:chgData name="VICTOR JOSE GONZALEZ RODRIGUEZ" userId="3fdd7208-0adc-40d2-a594-662a5d66d0ad" providerId="ADAL" clId="{359FD5A0-C0E1-4F46-AEB0-51555EFEF171}" dt="2025-10-29T09:03:25.545" v="1450" actId="962"/>
          <ac:spMkLst>
            <pc:docMk/>
            <pc:sldMk cId="3517523362" sldId="2565"/>
            <ac:spMk id="6" creationId="{2A2DDF9B-B8B3-8E24-A1F0-78BFA0D8EE7B}"/>
          </ac:spMkLst>
        </pc:spChg>
        <pc:spChg chg="mod">
          <ac:chgData name="VICTOR JOSE GONZALEZ RODRIGUEZ" userId="3fdd7208-0adc-40d2-a594-662a5d66d0ad" providerId="ADAL" clId="{359FD5A0-C0E1-4F46-AEB0-51555EFEF171}" dt="2025-10-29T09:03:25.545" v="1450" actId="962"/>
          <ac:spMkLst>
            <pc:docMk/>
            <pc:sldMk cId="3517523362" sldId="2565"/>
            <ac:spMk id="7" creationId="{B0F11568-1F68-8BC0-AB96-8B98A3083EF2}"/>
          </ac:spMkLst>
        </pc:spChg>
        <pc:spChg chg="mod">
          <ac:chgData name="VICTOR JOSE GONZALEZ RODRIGUEZ" userId="3fdd7208-0adc-40d2-a594-662a5d66d0ad" providerId="ADAL" clId="{359FD5A0-C0E1-4F46-AEB0-51555EFEF171}" dt="2025-10-29T09:03:25.545" v="1450" actId="962"/>
          <ac:spMkLst>
            <pc:docMk/>
            <pc:sldMk cId="3517523362" sldId="2565"/>
            <ac:spMk id="8" creationId="{3D6F218A-85F4-866B-9FBE-E6719F539213}"/>
          </ac:spMkLst>
        </pc:spChg>
        <pc:spChg chg="mod">
          <ac:chgData name="VICTOR JOSE GONZALEZ RODRIGUEZ" userId="3fdd7208-0adc-40d2-a594-662a5d66d0ad" providerId="ADAL" clId="{359FD5A0-C0E1-4F46-AEB0-51555EFEF171}" dt="2025-10-29T09:03:25.545" v="1450" actId="962"/>
          <ac:spMkLst>
            <pc:docMk/>
            <pc:sldMk cId="3517523362" sldId="2565"/>
            <ac:spMk id="9" creationId="{A132B5C5-3D6F-BFE2-CB56-9DB854B6B748}"/>
          </ac:spMkLst>
        </pc:spChg>
        <pc:spChg chg="mod">
          <ac:chgData name="VICTOR JOSE GONZALEZ RODRIGUEZ" userId="3fdd7208-0adc-40d2-a594-662a5d66d0ad" providerId="ADAL" clId="{359FD5A0-C0E1-4F46-AEB0-51555EFEF171}" dt="2025-10-29T09:03:25.545" v="1450" actId="962"/>
          <ac:spMkLst>
            <pc:docMk/>
            <pc:sldMk cId="3517523362" sldId="2565"/>
            <ac:spMk id="10" creationId="{B026BF78-EDF7-68E5-6D13-97E38F481784}"/>
          </ac:spMkLst>
        </pc:spChg>
        <pc:picChg chg="mod">
          <ac:chgData name="VICTOR JOSE GONZALEZ RODRIGUEZ" userId="3fdd7208-0adc-40d2-a594-662a5d66d0ad" providerId="ADAL" clId="{359FD5A0-C0E1-4F46-AEB0-51555EFEF171}" dt="2025-10-29T08:55:04.607" v="952" actId="962"/>
          <ac:picMkLst>
            <pc:docMk/>
            <pc:sldMk cId="3517523362" sldId="2565"/>
            <ac:picMk id="12" creationId="{833E7E9E-9846-A0C3-9FEF-129EBE016D52}"/>
          </ac:picMkLst>
        </pc:picChg>
      </pc:sldChg>
      <pc:sldChg chg="modSp mod">
        <pc:chgData name="VICTOR JOSE GONZALEZ RODRIGUEZ" userId="3fdd7208-0adc-40d2-a594-662a5d66d0ad" providerId="ADAL" clId="{359FD5A0-C0E1-4F46-AEB0-51555EFEF171}" dt="2025-10-29T09:04:57.224" v="1611" actId="962"/>
        <pc:sldMkLst>
          <pc:docMk/>
          <pc:sldMk cId="1303373487" sldId="2566"/>
        </pc:sldMkLst>
        <pc:spChg chg="mod">
          <ac:chgData name="VICTOR JOSE GONZALEZ RODRIGUEZ" userId="3fdd7208-0adc-40d2-a594-662a5d66d0ad" providerId="ADAL" clId="{359FD5A0-C0E1-4F46-AEB0-51555EFEF171}" dt="2025-10-29T09:04:57.224" v="1611" actId="962"/>
          <ac:spMkLst>
            <pc:docMk/>
            <pc:sldMk cId="1303373487" sldId="2566"/>
            <ac:spMk id="4" creationId="{EF7138FD-865D-5AA5-4ED9-C598E8F66475}"/>
          </ac:spMkLst>
        </pc:spChg>
        <pc:spChg chg="mod">
          <ac:chgData name="VICTOR JOSE GONZALEZ RODRIGUEZ" userId="3fdd7208-0adc-40d2-a594-662a5d66d0ad" providerId="ADAL" clId="{359FD5A0-C0E1-4F46-AEB0-51555EFEF171}" dt="2025-10-29T09:04:57.224" v="1611" actId="962"/>
          <ac:spMkLst>
            <pc:docMk/>
            <pc:sldMk cId="1303373487" sldId="2566"/>
            <ac:spMk id="5" creationId="{5FBD0FDE-19E2-AF00-9F02-53DA0B5D323F}"/>
          </ac:spMkLst>
        </pc:spChg>
        <pc:spChg chg="mod">
          <ac:chgData name="VICTOR JOSE GONZALEZ RODRIGUEZ" userId="3fdd7208-0adc-40d2-a594-662a5d66d0ad" providerId="ADAL" clId="{359FD5A0-C0E1-4F46-AEB0-51555EFEF171}" dt="2025-10-29T09:04:57.224" v="1611" actId="962"/>
          <ac:spMkLst>
            <pc:docMk/>
            <pc:sldMk cId="1303373487" sldId="2566"/>
            <ac:spMk id="6" creationId="{57310DD6-E3E5-CFF4-C7CE-B4320DE83D28}"/>
          </ac:spMkLst>
        </pc:spChg>
        <pc:spChg chg="mod">
          <ac:chgData name="VICTOR JOSE GONZALEZ RODRIGUEZ" userId="3fdd7208-0adc-40d2-a594-662a5d66d0ad" providerId="ADAL" clId="{359FD5A0-C0E1-4F46-AEB0-51555EFEF171}" dt="2025-10-29T09:04:57.224" v="1611" actId="962"/>
          <ac:spMkLst>
            <pc:docMk/>
            <pc:sldMk cId="1303373487" sldId="2566"/>
            <ac:spMk id="7" creationId="{BF3A0C59-719E-AF4B-B111-338EB04A8E30}"/>
          </ac:spMkLst>
        </pc:spChg>
        <pc:spChg chg="mod">
          <ac:chgData name="VICTOR JOSE GONZALEZ RODRIGUEZ" userId="3fdd7208-0adc-40d2-a594-662a5d66d0ad" providerId="ADAL" clId="{359FD5A0-C0E1-4F46-AEB0-51555EFEF171}" dt="2025-10-29T09:04:57.224" v="1611" actId="962"/>
          <ac:spMkLst>
            <pc:docMk/>
            <pc:sldMk cId="1303373487" sldId="2566"/>
            <ac:spMk id="8" creationId="{BE857567-48B6-9AB4-8123-E4B729749A97}"/>
          </ac:spMkLst>
        </pc:spChg>
        <pc:spChg chg="mod">
          <ac:chgData name="VICTOR JOSE GONZALEZ RODRIGUEZ" userId="3fdd7208-0adc-40d2-a594-662a5d66d0ad" providerId="ADAL" clId="{359FD5A0-C0E1-4F46-AEB0-51555EFEF171}" dt="2025-10-29T09:04:57.224" v="1611" actId="962"/>
          <ac:spMkLst>
            <pc:docMk/>
            <pc:sldMk cId="1303373487" sldId="2566"/>
            <ac:spMk id="9" creationId="{806C0B11-9F7E-744A-5221-C7B43D633DE7}"/>
          </ac:spMkLst>
        </pc:spChg>
        <pc:spChg chg="mod">
          <ac:chgData name="VICTOR JOSE GONZALEZ RODRIGUEZ" userId="3fdd7208-0adc-40d2-a594-662a5d66d0ad" providerId="ADAL" clId="{359FD5A0-C0E1-4F46-AEB0-51555EFEF171}" dt="2025-10-29T09:04:57.224" v="1611" actId="962"/>
          <ac:spMkLst>
            <pc:docMk/>
            <pc:sldMk cId="1303373487" sldId="2566"/>
            <ac:spMk id="10" creationId="{FA00A900-CD85-C7D1-3045-4B30CEC6263C}"/>
          </ac:spMkLst>
        </pc:spChg>
        <pc:picChg chg="mod">
          <ac:chgData name="VICTOR JOSE GONZALEZ RODRIGUEZ" userId="3fdd7208-0adc-40d2-a594-662a5d66d0ad" providerId="ADAL" clId="{359FD5A0-C0E1-4F46-AEB0-51555EFEF171}" dt="2025-10-29T08:58:40.957" v="1317" actId="962"/>
          <ac:picMkLst>
            <pc:docMk/>
            <pc:sldMk cId="1303373487" sldId="2566"/>
            <ac:picMk id="14" creationId="{0D99FD1A-4964-BE47-3D93-D8BF3AE3EB62}"/>
          </ac:picMkLst>
        </pc:picChg>
      </pc:sldChg>
      <pc:sldChg chg="modSp mod">
        <pc:chgData name="VICTOR JOSE GONZALEZ RODRIGUEZ" userId="3fdd7208-0adc-40d2-a594-662a5d66d0ad" providerId="ADAL" clId="{359FD5A0-C0E1-4F46-AEB0-51555EFEF171}" dt="2025-10-29T09:05:25.468" v="1616" actId="962"/>
        <pc:sldMkLst>
          <pc:docMk/>
          <pc:sldMk cId="2793667981" sldId="2567"/>
        </pc:sldMkLst>
        <pc:spChg chg="mod">
          <ac:chgData name="VICTOR JOSE GONZALEZ RODRIGUEZ" userId="3fdd7208-0adc-40d2-a594-662a5d66d0ad" providerId="ADAL" clId="{359FD5A0-C0E1-4F46-AEB0-51555EFEF171}" dt="2025-10-29T09:05:25.468" v="1616" actId="962"/>
          <ac:spMkLst>
            <pc:docMk/>
            <pc:sldMk cId="2793667981" sldId="2567"/>
            <ac:spMk id="4" creationId="{627ED8CA-38C6-F6A0-9068-30DEC3CBF778}"/>
          </ac:spMkLst>
        </pc:spChg>
        <pc:spChg chg="mod">
          <ac:chgData name="VICTOR JOSE GONZALEZ RODRIGUEZ" userId="3fdd7208-0adc-40d2-a594-662a5d66d0ad" providerId="ADAL" clId="{359FD5A0-C0E1-4F46-AEB0-51555EFEF171}" dt="2025-10-29T09:05:25.468" v="1616" actId="962"/>
          <ac:spMkLst>
            <pc:docMk/>
            <pc:sldMk cId="2793667981" sldId="2567"/>
            <ac:spMk id="5" creationId="{313BD6F6-D0BC-B348-D423-6191F1AC1359}"/>
          </ac:spMkLst>
        </pc:spChg>
        <pc:spChg chg="mod">
          <ac:chgData name="VICTOR JOSE GONZALEZ RODRIGUEZ" userId="3fdd7208-0adc-40d2-a594-662a5d66d0ad" providerId="ADAL" clId="{359FD5A0-C0E1-4F46-AEB0-51555EFEF171}" dt="2025-10-29T09:05:25.468" v="1616" actId="962"/>
          <ac:spMkLst>
            <pc:docMk/>
            <pc:sldMk cId="2793667981" sldId="2567"/>
            <ac:spMk id="6" creationId="{EFF71478-6652-35BD-D3FD-BAE0B88C6261}"/>
          </ac:spMkLst>
        </pc:spChg>
        <pc:spChg chg="mod">
          <ac:chgData name="VICTOR JOSE GONZALEZ RODRIGUEZ" userId="3fdd7208-0adc-40d2-a594-662a5d66d0ad" providerId="ADAL" clId="{359FD5A0-C0E1-4F46-AEB0-51555EFEF171}" dt="2025-10-29T09:05:25.468" v="1616" actId="962"/>
          <ac:spMkLst>
            <pc:docMk/>
            <pc:sldMk cId="2793667981" sldId="2567"/>
            <ac:spMk id="7" creationId="{94F6F747-91B5-148D-00CC-21F7839A1022}"/>
          </ac:spMkLst>
        </pc:spChg>
        <pc:spChg chg="mod">
          <ac:chgData name="VICTOR JOSE GONZALEZ RODRIGUEZ" userId="3fdd7208-0adc-40d2-a594-662a5d66d0ad" providerId="ADAL" clId="{359FD5A0-C0E1-4F46-AEB0-51555EFEF171}" dt="2025-10-29T09:05:25.468" v="1616" actId="962"/>
          <ac:spMkLst>
            <pc:docMk/>
            <pc:sldMk cId="2793667981" sldId="2567"/>
            <ac:spMk id="8" creationId="{E60B6C57-CAFA-E7DD-C39E-8CB30262480C}"/>
          </ac:spMkLst>
        </pc:spChg>
        <pc:spChg chg="mod">
          <ac:chgData name="VICTOR JOSE GONZALEZ RODRIGUEZ" userId="3fdd7208-0adc-40d2-a594-662a5d66d0ad" providerId="ADAL" clId="{359FD5A0-C0E1-4F46-AEB0-51555EFEF171}" dt="2025-10-29T09:05:25.468" v="1616" actId="962"/>
          <ac:spMkLst>
            <pc:docMk/>
            <pc:sldMk cId="2793667981" sldId="2567"/>
            <ac:spMk id="9" creationId="{79D60765-5B55-E232-7B70-8721143AB5D0}"/>
          </ac:spMkLst>
        </pc:spChg>
        <pc:spChg chg="mod">
          <ac:chgData name="VICTOR JOSE GONZALEZ RODRIGUEZ" userId="3fdd7208-0adc-40d2-a594-662a5d66d0ad" providerId="ADAL" clId="{359FD5A0-C0E1-4F46-AEB0-51555EFEF171}" dt="2025-10-29T09:05:25.468" v="1616" actId="962"/>
          <ac:spMkLst>
            <pc:docMk/>
            <pc:sldMk cId="2793667981" sldId="2567"/>
            <ac:spMk id="10" creationId="{C74AFC06-BAAE-654E-5D71-CFD0135DBD59}"/>
          </ac:spMkLst>
        </pc:spChg>
        <pc:picChg chg="mod">
          <ac:chgData name="VICTOR JOSE GONZALEZ RODRIGUEZ" userId="3fdd7208-0adc-40d2-a594-662a5d66d0ad" providerId="ADAL" clId="{359FD5A0-C0E1-4F46-AEB0-51555EFEF171}" dt="2025-10-29T09:05:25.468" v="1616" actId="962"/>
          <ac:picMkLst>
            <pc:docMk/>
            <pc:sldMk cId="2793667981" sldId="2567"/>
            <ac:picMk id="3" creationId="{BDF395B9-7157-70FA-3604-A2D2596A09D8}"/>
          </ac:picMkLst>
        </pc:picChg>
      </pc:sldChg>
      <pc:sldChg chg="modSp mod">
        <pc:chgData name="VICTOR JOSE GONZALEZ RODRIGUEZ" userId="3fdd7208-0adc-40d2-a594-662a5d66d0ad" providerId="ADAL" clId="{359FD5A0-C0E1-4F46-AEB0-51555EFEF171}" dt="2025-10-29T09:05:51.497" v="1621" actId="962"/>
        <pc:sldMkLst>
          <pc:docMk/>
          <pc:sldMk cId="466846102" sldId="2569"/>
        </pc:sldMkLst>
        <pc:spChg chg="mod">
          <ac:chgData name="VICTOR JOSE GONZALEZ RODRIGUEZ" userId="3fdd7208-0adc-40d2-a594-662a5d66d0ad" providerId="ADAL" clId="{359FD5A0-C0E1-4F46-AEB0-51555EFEF171}" dt="2025-10-29T09:05:51.497" v="1621" actId="962"/>
          <ac:spMkLst>
            <pc:docMk/>
            <pc:sldMk cId="466846102" sldId="2569"/>
            <ac:spMk id="4" creationId="{5F79E38B-9F21-1979-A684-E87EB863D6BD}"/>
          </ac:spMkLst>
        </pc:spChg>
        <pc:spChg chg="mod">
          <ac:chgData name="VICTOR JOSE GONZALEZ RODRIGUEZ" userId="3fdd7208-0adc-40d2-a594-662a5d66d0ad" providerId="ADAL" clId="{359FD5A0-C0E1-4F46-AEB0-51555EFEF171}" dt="2025-10-29T09:05:51.497" v="1621" actId="962"/>
          <ac:spMkLst>
            <pc:docMk/>
            <pc:sldMk cId="466846102" sldId="2569"/>
            <ac:spMk id="5" creationId="{C5164B3E-72E9-219A-69E8-AD9949E41EB1}"/>
          </ac:spMkLst>
        </pc:spChg>
        <pc:spChg chg="mod">
          <ac:chgData name="VICTOR JOSE GONZALEZ RODRIGUEZ" userId="3fdd7208-0adc-40d2-a594-662a5d66d0ad" providerId="ADAL" clId="{359FD5A0-C0E1-4F46-AEB0-51555EFEF171}" dt="2025-10-29T09:05:51.497" v="1621" actId="962"/>
          <ac:spMkLst>
            <pc:docMk/>
            <pc:sldMk cId="466846102" sldId="2569"/>
            <ac:spMk id="6" creationId="{6076AF4C-6017-15A1-50DE-B2D2720B1906}"/>
          </ac:spMkLst>
        </pc:spChg>
        <pc:spChg chg="mod">
          <ac:chgData name="VICTOR JOSE GONZALEZ RODRIGUEZ" userId="3fdd7208-0adc-40d2-a594-662a5d66d0ad" providerId="ADAL" clId="{359FD5A0-C0E1-4F46-AEB0-51555EFEF171}" dt="2025-10-29T09:05:51.497" v="1621" actId="962"/>
          <ac:spMkLst>
            <pc:docMk/>
            <pc:sldMk cId="466846102" sldId="2569"/>
            <ac:spMk id="7" creationId="{F4A561A1-A509-E9AF-C717-BFAAC79753E3}"/>
          </ac:spMkLst>
        </pc:spChg>
        <pc:spChg chg="mod">
          <ac:chgData name="VICTOR JOSE GONZALEZ RODRIGUEZ" userId="3fdd7208-0adc-40d2-a594-662a5d66d0ad" providerId="ADAL" clId="{359FD5A0-C0E1-4F46-AEB0-51555EFEF171}" dt="2025-10-29T09:05:51.497" v="1621" actId="962"/>
          <ac:spMkLst>
            <pc:docMk/>
            <pc:sldMk cId="466846102" sldId="2569"/>
            <ac:spMk id="8" creationId="{72A005D9-7A01-D119-6539-CAEE96C8A896}"/>
          </ac:spMkLst>
        </pc:spChg>
        <pc:spChg chg="mod">
          <ac:chgData name="VICTOR JOSE GONZALEZ RODRIGUEZ" userId="3fdd7208-0adc-40d2-a594-662a5d66d0ad" providerId="ADAL" clId="{359FD5A0-C0E1-4F46-AEB0-51555EFEF171}" dt="2025-10-29T09:05:51.497" v="1621" actId="962"/>
          <ac:spMkLst>
            <pc:docMk/>
            <pc:sldMk cId="466846102" sldId="2569"/>
            <ac:spMk id="9" creationId="{2259A8CD-F221-6AB0-033C-341EA49DB92C}"/>
          </ac:spMkLst>
        </pc:spChg>
        <pc:spChg chg="mod">
          <ac:chgData name="VICTOR JOSE GONZALEZ RODRIGUEZ" userId="3fdd7208-0adc-40d2-a594-662a5d66d0ad" providerId="ADAL" clId="{359FD5A0-C0E1-4F46-AEB0-51555EFEF171}" dt="2025-10-29T09:05:51.497" v="1621" actId="962"/>
          <ac:spMkLst>
            <pc:docMk/>
            <pc:sldMk cId="466846102" sldId="2569"/>
            <ac:spMk id="10" creationId="{491905FF-919B-3AAF-46C4-546226C52613}"/>
          </ac:spMkLst>
        </pc:spChg>
      </pc:sldChg>
      <pc:sldChg chg="modSp mod">
        <pc:chgData name="VICTOR JOSE GONZALEZ RODRIGUEZ" userId="3fdd7208-0adc-40d2-a594-662a5d66d0ad" providerId="ADAL" clId="{359FD5A0-C0E1-4F46-AEB0-51555EFEF171}" dt="2025-10-29T09:06:02.037" v="1623" actId="962"/>
        <pc:sldMkLst>
          <pc:docMk/>
          <pc:sldMk cId="2588443803" sldId="2570"/>
        </pc:sldMkLst>
        <pc:spChg chg="mod">
          <ac:chgData name="VICTOR JOSE GONZALEZ RODRIGUEZ" userId="3fdd7208-0adc-40d2-a594-662a5d66d0ad" providerId="ADAL" clId="{359FD5A0-C0E1-4F46-AEB0-51555EFEF171}" dt="2025-10-29T09:06:02.037" v="1623" actId="962"/>
          <ac:spMkLst>
            <pc:docMk/>
            <pc:sldMk cId="2588443803" sldId="2570"/>
            <ac:spMk id="12" creationId="{B7F3EC6C-F27F-889A-CC03-637754EE7898}"/>
          </ac:spMkLst>
        </pc:spChg>
        <pc:spChg chg="mod">
          <ac:chgData name="VICTOR JOSE GONZALEZ RODRIGUEZ" userId="3fdd7208-0adc-40d2-a594-662a5d66d0ad" providerId="ADAL" clId="{359FD5A0-C0E1-4F46-AEB0-51555EFEF171}" dt="2025-10-29T09:06:02.037" v="1623" actId="962"/>
          <ac:spMkLst>
            <pc:docMk/>
            <pc:sldMk cId="2588443803" sldId="2570"/>
            <ac:spMk id="13" creationId="{28F1509C-2180-C4DB-9A59-DCB2A10F41E2}"/>
          </ac:spMkLst>
        </pc:spChg>
        <pc:spChg chg="mod">
          <ac:chgData name="VICTOR JOSE GONZALEZ RODRIGUEZ" userId="3fdd7208-0adc-40d2-a594-662a5d66d0ad" providerId="ADAL" clId="{359FD5A0-C0E1-4F46-AEB0-51555EFEF171}" dt="2025-10-29T09:06:02.037" v="1623" actId="962"/>
          <ac:spMkLst>
            <pc:docMk/>
            <pc:sldMk cId="2588443803" sldId="2570"/>
            <ac:spMk id="14" creationId="{29376165-CBC7-FB0E-887A-773C1CBF4CBC}"/>
          </ac:spMkLst>
        </pc:spChg>
        <pc:spChg chg="mod">
          <ac:chgData name="VICTOR JOSE GONZALEZ RODRIGUEZ" userId="3fdd7208-0adc-40d2-a594-662a5d66d0ad" providerId="ADAL" clId="{359FD5A0-C0E1-4F46-AEB0-51555EFEF171}" dt="2025-10-29T09:06:02.037" v="1623" actId="962"/>
          <ac:spMkLst>
            <pc:docMk/>
            <pc:sldMk cId="2588443803" sldId="2570"/>
            <ac:spMk id="15" creationId="{02F65C1E-A917-9BA4-A7E9-FD962892F8F9}"/>
          </ac:spMkLst>
        </pc:spChg>
        <pc:spChg chg="mod">
          <ac:chgData name="VICTOR JOSE GONZALEZ RODRIGUEZ" userId="3fdd7208-0adc-40d2-a594-662a5d66d0ad" providerId="ADAL" clId="{359FD5A0-C0E1-4F46-AEB0-51555EFEF171}" dt="2025-10-29T09:06:02.037" v="1623" actId="962"/>
          <ac:spMkLst>
            <pc:docMk/>
            <pc:sldMk cId="2588443803" sldId="2570"/>
            <ac:spMk id="16" creationId="{DD351D1F-CE98-5603-AF6D-A1FFF8EF9F4D}"/>
          </ac:spMkLst>
        </pc:spChg>
        <pc:spChg chg="mod">
          <ac:chgData name="VICTOR JOSE GONZALEZ RODRIGUEZ" userId="3fdd7208-0adc-40d2-a594-662a5d66d0ad" providerId="ADAL" clId="{359FD5A0-C0E1-4F46-AEB0-51555EFEF171}" dt="2025-10-29T09:06:02.037" v="1623" actId="962"/>
          <ac:spMkLst>
            <pc:docMk/>
            <pc:sldMk cId="2588443803" sldId="2570"/>
            <ac:spMk id="17" creationId="{B0ED348C-6544-221C-F52D-613011C78DB7}"/>
          </ac:spMkLst>
        </pc:spChg>
        <pc:spChg chg="mod">
          <ac:chgData name="VICTOR JOSE GONZALEZ RODRIGUEZ" userId="3fdd7208-0adc-40d2-a594-662a5d66d0ad" providerId="ADAL" clId="{359FD5A0-C0E1-4F46-AEB0-51555EFEF171}" dt="2025-10-29T09:06:02.037" v="1623" actId="962"/>
          <ac:spMkLst>
            <pc:docMk/>
            <pc:sldMk cId="2588443803" sldId="2570"/>
            <ac:spMk id="18" creationId="{A45EC886-5427-CD26-FB98-1CC70A11212A}"/>
          </ac:spMkLst>
        </pc:spChg>
        <pc:picChg chg="mod">
          <ac:chgData name="VICTOR JOSE GONZALEZ RODRIGUEZ" userId="3fdd7208-0adc-40d2-a594-662a5d66d0ad" providerId="ADAL" clId="{359FD5A0-C0E1-4F46-AEB0-51555EFEF171}" dt="2025-10-29T09:06:02.037" v="1623" actId="962"/>
          <ac:picMkLst>
            <pc:docMk/>
            <pc:sldMk cId="2588443803" sldId="2570"/>
            <ac:picMk id="3" creationId="{4F0B6C6E-3646-8293-49EC-F09575D0C7E4}"/>
          </ac:picMkLst>
        </pc:picChg>
      </pc:sldChg>
      <pc:sldChg chg="modSp mod">
        <pc:chgData name="VICTOR JOSE GONZALEZ RODRIGUEZ" userId="3fdd7208-0adc-40d2-a594-662a5d66d0ad" providerId="ADAL" clId="{359FD5A0-C0E1-4F46-AEB0-51555EFEF171}" dt="2025-10-29T09:06:08.421" v="1624" actId="962"/>
        <pc:sldMkLst>
          <pc:docMk/>
          <pc:sldMk cId="3082766604" sldId="2571"/>
        </pc:sldMkLst>
        <pc:spChg chg="mod">
          <ac:chgData name="VICTOR JOSE GONZALEZ RODRIGUEZ" userId="3fdd7208-0adc-40d2-a594-662a5d66d0ad" providerId="ADAL" clId="{359FD5A0-C0E1-4F46-AEB0-51555EFEF171}" dt="2025-10-29T09:06:08.421" v="1624" actId="962"/>
          <ac:spMkLst>
            <pc:docMk/>
            <pc:sldMk cId="3082766604" sldId="2571"/>
            <ac:spMk id="4" creationId="{FDB3B8F9-496D-0AD1-0113-A66774184EA8}"/>
          </ac:spMkLst>
        </pc:spChg>
        <pc:spChg chg="mod">
          <ac:chgData name="VICTOR JOSE GONZALEZ RODRIGUEZ" userId="3fdd7208-0adc-40d2-a594-662a5d66d0ad" providerId="ADAL" clId="{359FD5A0-C0E1-4F46-AEB0-51555EFEF171}" dt="2025-10-29T09:06:08.421" v="1624" actId="962"/>
          <ac:spMkLst>
            <pc:docMk/>
            <pc:sldMk cId="3082766604" sldId="2571"/>
            <ac:spMk id="5" creationId="{1BED515B-7E9E-FC9A-EEA5-0361F6635219}"/>
          </ac:spMkLst>
        </pc:spChg>
        <pc:spChg chg="mod">
          <ac:chgData name="VICTOR JOSE GONZALEZ RODRIGUEZ" userId="3fdd7208-0adc-40d2-a594-662a5d66d0ad" providerId="ADAL" clId="{359FD5A0-C0E1-4F46-AEB0-51555EFEF171}" dt="2025-10-29T09:06:08.421" v="1624" actId="962"/>
          <ac:spMkLst>
            <pc:docMk/>
            <pc:sldMk cId="3082766604" sldId="2571"/>
            <ac:spMk id="6" creationId="{8B10465B-83E7-BF49-64A3-71AF7304745E}"/>
          </ac:spMkLst>
        </pc:spChg>
        <pc:spChg chg="mod">
          <ac:chgData name="VICTOR JOSE GONZALEZ RODRIGUEZ" userId="3fdd7208-0adc-40d2-a594-662a5d66d0ad" providerId="ADAL" clId="{359FD5A0-C0E1-4F46-AEB0-51555EFEF171}" dt="2025-10-29T09:06:08.421" v="1624" actId="962"/>
          <ac:spMkLst>
            <pc:docMk/>
            <pc:sldMk cId="3082766604" sldId="2571"/>
            <ac:spMk id="7" creationId="{58973A14-BCB6-F2F7-AB92-81D179C187EF}"/>
          </ac:spMkLst>
        </pc:spChg>
        <pc:spChg chg="mod">
          <ac:chgData name="VICTOR JOSE GONZALEZ RODRIGUEZ" userId="3fdd7208-0adc-40d2-a594-662a5d66d0ad" providerId="ADAL" clId="{359FD5A0-C0E1-4F46-AEB0-51555EFEF171}" dt="2025-10-29T09:06:08.421" v="1624" actId="962"/>
          <ac:spMkLst>
            <pc:docMk/>
            <pc:sldMk cId="3082766604" sldId="2571"/>
            <ac:spMk id="8" creationId="{CF3FAFAE-3618-6736-4591-588D54AA3BE4}"/>
          </ac:spMkLst>
        </pc:spChg>
        <pc:spChg chg="mod">
          <ac:chgData name="VICTOR JOSE GONZALEZ RODRIGUEZ" userId="3fdd7208-0adc-40d2-a594-662a5d66d0ad" providerId="ADAL" clId="{359FD5A0-C0E1-4F46-AEB0-51555EFEF171}" dt="2025-10-29T09:06:08.421" v="1624" actId="962"/>
          <ac:spMkLst>
            <pc:docMk/>
            <pc:sldMk cId="3082766604" sldId="2571"/>
            <ac:spMk id="9" creationId="{13429F3C-B1B9-A2B3-D51E-0D830FC43DCD}"/>
          </ac:spMkLst>
        </pc:spChg>
        <pc:spChg chg="mod">
          <ac:chgData name="VICTOR JOSE GONZALEZ RODRIGUEZ" userId="3fdd7208-0adc-40d2-a594-662a5d66d0ad" providerId="ADAL" clId="{359FD5A0-C0E1-4F46-AEB0-51555EFEF171}" dt="2025-10-29T09:06:08.421" v="1624" actId="962"/>
          <ac:spMkLst>
            <pc:docMk/>
            <pc:sldMk cId="3082766604" sldId="2571"/>
            <ac:spMk id="10" creationId="{AC04D151-7469-9CA9-1AD5-0AE3B65FB3AC}"/>
          </ac:spMkLst>
        </pc:spChg>
        <pc:picChg chg="mod">
          <ac:chgData name="VICTOR JOSE GONZALEZ RODRIGUEZ" userId="3fdd7208-0adc-40d2-a594-662a5d66d0ad" providerId="ADAL" clId="{359FD5A0-C0E1-4F46-AEB0-51555EFEF171}" dt="2025-10-29T09:06:08.421" v="1624" actId="962"/>
          <ac:picMkLst>
            <pc:docMk/>
            <pc:sldMk cId="3082766604" sldId="2571"/>
            <ac:picMk id="3" creationId="{4404D57D-479E-B77A-3141-2DEA96506D02}"/>
          </ac:picMkLst>
        </pc:picChg>
      </pc:sldChg>
      <pc:sldChg chg="modSp mod">
        <pc:chgData name="VICTOR JOSE GONZALEZ RODRIGUEZ" userId="3fdd7208-0adc-40d2-a594-662a5d66d0ad" providerId="ADAL" clId="{359FD5A0-C0E1-4F46-AEB0-51555EFEF171}" dt="2025-10-29T09:06:14.552" v="1625" actId="962"/>
        <pc:sldMkLst>
          <pc:docMk/>
          <pc:sldMk cId="2449757332" sldId="2572"/>
        </pc:sldMkLst>
        <pc:spChg chg="mod">
          <ac:chgData name="VICTOR JOSE GONZALEZ RODRIGUEZ" userId="3fdd7208-0adc-40d2-a594-662a5d66d0ad" providerId="ADAL" clId="{359FD5A0-C0E1-4F46-AEB0-51555EFEF171}" dt="2025-10-29T09:06:14.552" v="1625" actId="962"/>
          <ac:spMkLst>
            <pc:docMk/>
            <pc:sldMk cId="2449757332" sldId="2572"/>
            <ac:spMk id="12" creationId="{90FD4AB6-5398-460D-44CE-5FE08FE71DC1}"/>
          </ac:spMkLst>
        </pc:spChg>
        <pc:spChg chg="mod">
          <ac:chgData name="VICTOR JOSE GONZALEZ RODRIGUEZ" userId="3fdd7208-0adc-40d2-a594-662a5d66d0ad" providerId="ADAL" clId="{359FD5A0-C0E1-4F46-AEB0-51555EFEF171}" dt="2025-10-29T09:06:14.552" v="1625" actId="962"/>
          <ac:spMkLst>
            <pc:docMk/>
            <pc:sldMk cId="2449757332" sldId="2572"/>
            <ac:spMk id="13" creationId="{B634DEB8-5D33-205C-6F98-94FDE07AC9FE}"/>
          </ac:spMkLst>
        </pc:spChg>
        <pc:spChg chg="mod">
          <ac:chgData name="VICTOR JOSE GONZALEZ RODRIGUEZ" userId="3fdd7208-0adc-40d2-a594-662a5d66d0ad" providerId="ADAL" clId="{359FD5A0-C0E1-4F46-AEB0-51555EFEF171}" dt="2025-10-29T09:06:14.552" v="1625" actId="962"/>
          <ac:spMkLst>
            <pc:docMk/>
            <pc:sldMk cId="2449757332" sldId="2572"/>
            <ac:spMk id="14" creationId="{438AF9D3-F30D-79EA-9977-EB179B402D4F}"/>
          </ac:spMkLst>
        </pc:spChg>
        <pc:spChg chg="mod">
          <ac:chgData name="VICTOR JOSE GONZALEZ RODRIGUEZ" userId="3fdd7208-0adc-40d2-a594-662a5d66d0ad" providerId="ADAL" clId="{359FD5A0-C0E1-4F46-AEB0-51555EFEF171}" dt="2025-10-29T09:06:14.552" v="1625" actId="962"/>
          <ac:spMkLst>
            <pc:docMk/>
            <pc:sldMk cId="2449757332" sldId="2572"/>
            <ac:spMk id="15" creationId="{28BEB503-6C81-C063-79D6-7E13FE6EBA6D}"/>
          </ac:spMkLst>
        </pc:spChg>
        <pc:spChg chg="mod">
          <ac:chgData name="VICTOR JOSE GONZALEZ RODRIGUEZ" userId="3fdd7208-0adc-40d2-a594-662a5d66d0ad" providerId="ADAL" clId="{359FD5A0-C0E1-4F46-AEB0-51555EFEF171}" dt="2025-10-29T09:06:14.552" v="1625" actId="962"/>
          <ac:spMkLst>
            <pc:docMk/>
            <pc:sldMk cId="2449757332" sldId="2572"/>
            <ac:spMk id="16" creationId="{8B7099CD-80AD-58A0-05DC-B12FF2D5C448}"/>
          </ac:spMkLst>
        </pc:spChg>
        <pc:spChg chg="mod">
          <ac:chgData name="VICTOR JOSE GONZALEZ RODRIGUEZ" userId="3fdd7208-0adc-40d2-a594-662a5d66d0ad" providerId="ADAL" clId="{359FD5A0-C0E1-4F46-AEB0-51555EFEF171}" dt="2025-10-29T09:06:14.552" v="1625" actId="962"/>
          <ac:spMkLst>
            <pc:docMk/>
            <pc:sldMk cId="2449757332" sldId="2572"/>
            <ac:spMk id="17" creationId="{2E1BE6A7-0834-9A82-6286-D5D820138C62}"/>
          </ac:spMkLst>
        </pc:spChg>
        <pc:spChg chg="mod">
          <ac:chgData name="VICTOR JOSE GONZALEZ RODRIGUEZ" userId="3fdd7208-0adc-40d2-a594-662a5d66d0ad" providerId="ADAL" clId="{359FD5A0-C0E1-4F46-AEB0-51555EFEF171}" dt="2025-10-29T09:06:14.552" v="1625" actId="962"/>
          <ac:spMkLst>
            <pc:docMk/>
            <pc:sldMk cId="2449757332" sldId="2572"/>
            <ac:spMk id="18" creationId="{D31C9FFE-FC47-705E-3904-6635C6EB0640}"/>
          </ac:spMkLst>
        </pc:spChg>
        <pc:picChg chg="mod">
          <ac:chgData name="VICTOR JOSE GONZALEZ RODRIGUEZ" userId="3fdd7208-0adc-40d2-a594-662a5d66d0ad" providerId="ADAL" clId="{359FD5A0-C0E1-4F46-AEB0-51555EFEF171}" dt="2025-10-29T09:06:14.552" v="1625" actId="962"/>
          <ac:picMkLst>
            <pc:docMk/>
            <pc:sldMk cId="2449757332" sldId="2572"/>
            <ac:picMk id="3" creationId="{8FB9FDC1-2CBD-5AC6-7141-9DD458695C9C}"/>
          </ac:picMkLst>
        </pc:picChg>
      </pc:sldChg>
      <pc:sldChg chg="modSp mod">
        <pc:chgData name="VICTOR JOSE GONZALEZ RODRIGUEZ" userId="3fdd7208-0adc-40d2-a594-662a5d66d0ad" providerId="ADAL" clId="{359FD5A0-C0E1-4F46-AEB0-51555EFEF171}" dt="2025-10-29T09:06:36.544" v="1668" actId="962"/>
        <pc:sldMkLst>
          <pc:docMk/>
          <pc:sldMk cId="1308874339" sldId="2573"/>
        </pc:sldMkLst>
        <pc:spChg chg="mod">
          <ac:chgData name="VICTOR JOSE GONZALEZ RODRIGUEZ" userId="3fdd7208-0adc-40d2-a594-662a5d66d0ad" providerId="ADAL" clId="{359FD5A0-C0E1-4F46-AEB0-51555EFEF171}" dt="2025-10-29T09:06:36.544" v="1668" actId="962"/>
          <ac:spMkLst>
            <pc:docMk/>
            <pc:sldMk cId="1308874339" sldId="2573"/>
            <ac:spMk id="6" creationId="{368AB227-7F2F-BFD9-E775-63BF8424AA3D}"/>
          </ac:spMkLst>
        </pc:spChg>
        <pc:spChg chg="mod">
          <ac:chgData name="VICTOR JOSE GONZALEZ RODRIGUEZ" userId="3fdd7208-0adc-40d2-a594-662a5d66d0ad" providerId="ADAL" clId="{359FD5A0-C0E1-4F46-AEB0-51555EFEF171}" dt="2025-10-29T09:06:36.544" v="1668" actId="962"/>
          <ac:spMkLst>
            <pc:docMk/>
            <pc:sldMk cId="1308874339" sldId="2573"/>
            <ac:spMk id="7" creationId="{26EEAE5E-A5F5-033A-D58A-CA63083A0CFC}"/>
          </ac:spMkLst>
        </pc:spChg>
        <pc:spChg chg="mod">
          <ac:chgData name="VICTOR JOSE GONZALEZ RODRIGUEZ" userId="3fdd7208-0adc-40d2-a594-662a5d66d0ad" providerId="ADAL" clId="{359FD5A0-C0E1-4F46-AEB0-51555EFEF171}" dt="2025-10-29T09:06:36.544" v="1668" actId="962"/>
          <ac:spMkLst>
            <pc:docMk/>
            <pc:sldMk cId="1308874339" sldId="2573"/>
            <ac:spMk id="8" creationId="{23EFFA38-6C82-BD6A-D919-7BC1C548F9F9}"/>
          </ac:spMkLst>
        </pc:spChg>
        <pc:spChg chg="mod">
          <ac:chgData name="VICTOR JOSE GONZALEZ RODRIGUEZ" userId="3fdd7208-0adc-40d2-a594-662a5d66d0ad" providerId="ADAL" clId="{359FD5A0-C0E1-4F46-AEB0-51555EFEF171}" dt="2025-10-29T09:06:36.544" v="1668" actId="962"/>
          <ac:spMkLst>
            <pc:docMk/>
            <pc:sldMk cId="1308874339" sldId="2573"/>
            <ac:spMk id="9" creationId="{5D66D445-0ED1-ACE5-9173-BA70D4DFC4F9}"/>
          </ac:spMkLst>
        </pc:spChg>
        <pc:spChg chg="mod">
          <ac:chgData name="VICTOR JOSE GONZALEZ RODRIGUEZ" userId="3fdd7208-0adc-40d2-a594-662a5d66d0ad" providerId="ADAL" clId="{359FD5A0-C0E1-4F46-AEB0-51555EFEF171}" dt="2025-10-29T09:06:36.544" v="1668" actId="962"/>
          <ac:spMkLst>
            <pc:docMk/>
            <pc:sldMk cId="1308874339" sldId="2573"/>
            <ac:spMk id="10" creationId="{545A90DB-44DE-2DDA-83DF-3F23A0FFF65F}"/>
          </ac:spMkLst>
        </pc:spChg>
        <pc:spChg chg="mod">
          <ac:chgData name="VICTOR JOSE GONZALEZ RODRIGUEZ" userId="3fdd7208-0adc-40d2-a594-662a5d66d0ad" providerId="ADAL" clId="{359FD5A0-C0E1-4F46-AEB0-51555EFEF171}" dt="2025-10-29T09:06:36.544" v="1668" actId="962"/>
          <ac:spMkLst>
            <pc:docMk/>
            <pc:sldMk cId="1308874339" sldId="2573"/>
            <ac:spMk id="11" creationId="{AA17FF59-9CD8-1231-D722-231AF8B1F261}"/>
          </ac:spMkLst>
        </pc:spChg>
        <pc:spChg chg="mod">
          <ac:chgData name="VICTOR JOSE GONZALEZ RODRIGUEZ" userId="3fdd7208-0adc-40d2-a594-662a5d66d0ad" providerId="ADAL" clId="{359FD5A0-C0E1-4F46-AEB0-51555EFEF171}" dt="2025-10-29T09:06:36.544" v="1668" actId="962"/>
          <ac:spMkLst>
            <pc:docMk/>
            <pc:sldMk cId="1308874339" sldId="2573"/>
            <ac:spMk id="12" creationId="{CF134431-0C7A-D53E-A404-D6BCC6F5763B}"/>
          </ac:spMkLst>
        </pc:spChg>
        <pc:picChg chg="mod">
          <ac:chgData name="VICTOR JOSE GONZALEZ RODRIGUEZ" userId="3fdd7208-0adc-40d2-a594-662a5d66d0ad" providerId="ADAL" clId="{359FD5A0-C0E1-4F46-AEB0-51555EFEF171}" dt="2025-10-29T09:06:36.544" v="1668" actId="962"/>
          <ac:picMkLst>
            <pc:docMk/>
            <pc:sldMk cId="1308874339" sldId="2573"/>
            <ac:picMk id="3" creationId="{0023B736-F0F4-C97D-F699-913E880A0954}"/>
          </ac:picMkLst>
        </pc:picChg>
      </pc:sldChg>
      <pc:sldChg chg="modSp mod">
        <pc:chgData name="VICTOR JOSE GONZALEZ RODRIGUEZ" userId="3fdd7208-0adc-40d2-a594-662a5d66d0ad" providerId="ADAL" clId="{359FD5A0-C0E1-4F46-AEB0-51555EFEF171}" dt="2025-10-29T09:05:45.382" v="1620" actId="962"/>
        <pc:sldMkLst>
          <pc:docMk/>
          <pc:sldMk cId="450318133" sldId="2579"/>
        </pc:sldMkLst>
        <pc:spChg chg="mod">
          <ac:chgData name="VICTOR JOSE GONZALEZ RODRIGUEZ" userId="3fdd7208-0adc-40d2-a594-662a5d66d0ad" providerId="ADAL" clId="{359FD5A0-C0E1-4F46-AEB0-51555EFEF171}" dt="2025-10-29T09:05:45.382" v="1620" actId="962"/>
          <ac:spMkLst>
            <pc:docMk/>
            <pc:sldMk cId="450318133" sldId="2579"/>
            <ac:spMk id="2" creationId="{F174CD8F-A9AE-AEFE-4F1F-78E90E3332C5}"/>
          </ac:spMkLst>
        </pc:spChg>
        <pc:spChg chg="mod">
          <ac:chgData name="VICTOR JOSE GONZALEZ RODRIGUEZ" userId="3fdd7208-0adc-40d2-a594-662a5d66d0ad" providerId="ADAL" clId="{359FD5A0-C0E1-4F46-AEB0-51555EFEF171}" dt="2025-10-29T08:41:06.594" v="424" actId="6549"/>
          <ac:spMkLst>
            <pc:docMk/>
            <pc:sldMk cId="450318133" sldId="2579"/>
            <ac:spMk id="6" creationId="{C17A3A90-4593-6649-2D35-1C930E27F202}"/>
          </ac:spMkLst>
        </pc:spChg>
        <pc:picChg chg="mod">
          <ac:chgData name="VICTOR JOSE GONZALEZ RODRIGUEZ" userId="3fdd7208-0adc-40d2-a594-662a5d66d0ad" providerId="ADAL" clId="{359FD5A0-C0E1-4F46-AEB0-51555EFEF171}" dt="2025-10-29T09:05:45.382" v="1620" actId="962"/>
          <ac:picMkLst>
            <pc:docMk/>
            <pc:sldMk cId="450318133" sldId="2579"/>
            <ac:picMk id="5" creationId="{E25C1FE3-1C2B-FCAB-A98B-0CD3BEF6EFF9}"/>
          </ac:picMkLst>
        </pc:picChg>
      </pc:sldChg>
      <pc:sldChg chg="modSp mod">
        <pc:chgData name="VICTOR JOSE GONZALEZ RODRIGUEZ" userId="3fdd7208-0adc-40d2-a594-662a5d66d0ad" providerId="ADAL" clId="{359FD5A0-C0E1-4F46-AEB0-51555EFEF171}" dt="2025-10-29T09:05:57.904" v="1622" actId="962"/>
        <pc:sldMkLst>
          <pc:docMk/>
          <pc:sldMk cId="1105247926" sldId="2585"/>
        </pc:sldMkLst>
        <pc:spChg chg="mod">
          <ac:chgData name="VICTOR JOSE GONZALEZ RODRIGUEZ" userId="3fdd7208-0adc-40d2-a594-662a5d66d0ad" providerId="ADAL" clId="{359FD5A0-C0E1-4F46-AEB0-51555EFEF171}" dt="2025-10-29T09:05:57.904" v="1622" actId="962"/>
          <ac:spMkLst>
            <pc:docMk/>
            <pc:sldMk cId="1105247926" sldId="2585"/>
            <ac:spMk id="3" creationId="{686A8E40-DB53-5B6B-8155-17247DD23671}"/>
          </ac:spMkLst>
        </pc:spChg>
        <pc:spChg chg="mod">
          <ac:chgData name="VICTOR JOSE GONZALEZ RODRIGUEZ" userId="3fdd7208-0adc-40d2-a594-662a5d66d0ad" providerId="ADAL" clId="{359FD5A0-C0E1-4F46-AEB0-51555EFEF171}" dt="2025-10-29T09:05:57.904" v="1622" actId="962"/>
          <ac:spMkLst>
            <pc:docMk/>
            <pc:sldMk cId="1105247926" sldId="2585"/>
            <ac:spMk id="4" creationId="{861C6924-B70C-5B4D-5E46-1955A9965305}"/>
          </ac:spMkLst>
        </pc:spChg>
        <pc:spChg chg="mod">
          <ac:chgData name="VICTOR JOSE GONZALEZ RODRIGUEZ" userId="3fdd7208-0adc-40d2-a594-662a5d66d0ad" providerId="ADAL" clId="{359FD5A0-C0E1-4F46-AEB0-51555EFEF171}" dt="2025-10-29T09:05:57.904" v="1622" actId="962"/>
          <ac:spMkLst>
            <pc:docMk/>
            <pc:sldMk cId="1105247926" sldId="2585"/>
            <ac:spMk id="5" creationId="{EC0F6C4A-556F-F58E-BB8F-9B038EEEA37D}"/>
          </ac:spMkLst>
        </pc:spChg>
        <pc:spChg chg="mod">
          <ac:chgData name="VICTOR JOSE GONZALEZ RODRIGUEZ" userId="3fdd7208-0adc-40d2-a594-662a5d66d0ad" providerId="ADAL" clId="{359FD5A0-C0E1-4F46-AEB0-51555EFEF171}" dt="2025-10-29T09:05:57.904" v="1622" actId="962"/>
          <ac:spMkLst>
            <pc:docMk/>
            <pc:sldMk cId="1105247926" sldId="2585"/>
            <ac:spMk id="6" creationId="{4CEDA370-4E34-30AD-DA89-270D5E88A35C}"/>
          </ac:spMkLst>
        </pc:spChg>
        <pc:spChg chg="mod">
          <ac:chgData name="VICTOR JOSE GONZALEZ RODRIGUEZ" userId="3fdd7208-0adc-40d2-a594-662a5d66d0ad" providerId="ADAL" clId="{359FD5A0-C0E1-4F46-AEB0-51555EFEF171}" dt="2025-10-29T09:05:57.904" v="1622" actId="962"/>
          <ac:spMkLst>
            <pc:docMk/>
            <pc:sldMk cId="1105247926" sldId="2585"/>
            <ac:spMk id="7" creationId="{9AC6D6E2-5D06-1EAE-1CD3-CFC6F6221EAD}"/>
          </ac:spMkLst>
        </pc:spChg>
        <pc:spChg chg="mod">
          <ac:chgData name="VICTOR JOSE GONZALEZ RODRIGUEZ" userId="3fdd7208-0adc-40d2-a594-662a5d66d0ad" providerId="ADAL" clId="{359FD5A0-C0E1-4F46-AEB0-51555EFEF171}" dt="2025-10-29T09:05:57.904" v="1622" actId="962"/>
          <ac:spMkLst>
            <pc:docMk/>
            <pc:sldMk cId="1105247926" sldId="2585"/>
            <ac:spMk id="8" creationId="{C932B043-224C-8543-AFE1-D213B73A613C}"/>
          </ac:spMkLst>
        </pc:spChg>
        <pc:spChg chg="mod">
          <ac:chgData name="VICTOR JOSE GONZALEZ RODRIGUEZ" userId="3fdd7208-0adc-40d2-a594-662a5d66d0ad" providerId="ADAL" clId="{359FD5A0-C0E1-4F46-AEB0-51555EFEF171}" dt="2025-10-29T09:05:57.904" v="1622" actId="962"/>
          <ac:spMkLst>
            <pc:docMk/>
            <pc:sldMk cId="1105247926" sldId="2585"/>
            <ac:spMk id="9" creationId="{2E825E98-360E-C2F4-F01C-5AA025084764}"/>
          </ac:spMkLst>
        </pc:spChg>
        <pc:picChg chg="mod">
          <ac:chgData name="VICTOR JOSE GONZALEZ RODRIGUEZ" userId="3fdd7208-0adc-40d2-a594-662a5d66d0ad" providerId="ADAL" clId="{359FD5A0-C0E1-4F46-AEB0-51555EFEF171}" dt="2025-10-29T09:05:57.904" v="1622" actId="962"/>
          <ac:picMkLst>
            <pc:docMk/>
            <pc:sldMk cId="1105247926" sldId="2585"/>
            <ac:picMk id="2" creationId="{B9B2207A-E918-3526-5FA3-0A91F8D05F2A}"/>
          </ac:picMkLst>
        </pc:picChg>
      </pc:sldChg>
      <pc:sldChg chg="modSp mod">
        <pc:chgData name="VICTOR JOSE GONZALEZ RODRIGUEZ" userId="3fdd7208-0adc-40d2-a594-662a5d66d0ad" providerId="ADAL" clId="{359FD5A0-C0E1-4F46-AEB0-51555EFEF171}" dt="2025-10-29T09:01:30.197" v="1324" actId="962"/>
        <pc:sldMkLst>
          <pc:docMk/>
          <pc:sldMk cId="637930988" sldId="2588"/>
        </pc:sldMkLst>
        <pc:spChg chg="mod">
          <ac:chgData name="VICTOR JOSE GONZALEZ RODRIGUEZ" userId="3fdd7208-0adc-40d2-a594-662a5d66d0ad" providerId="ADAL" clId="{359FD5A0-C0E1-4F46-AEB0-51555EFEF171}" dt="2025-10-29T09:01:30.197" v="1324" actId="962"/>
          <ac:spMkLst>
            <pc:docMk/>
            <pc:sldMk cId="637930988" sldId="2588"/>
            <ac:spMk id="2" creationId="{6515E64E-68D3-5FCC-085A-375767777089}"/>
          </ac:spMkLst>
        </pc:spChg>
        <pc:spChg chg="mod">
          <ac:chgData name="VICTOR JOSE GONZALEZ RODRIGUEZ" userId="3fdd7208-0adc-40d2-a594-662a5d66d0ad" providerId="ADAL" clId="{359FD5A0-C0E1-4F46-AEB0-51555EFEF171}" dt="2025-10-29T09:01:30.197" v="1324" actId="962"/>
          <ac:spMkLst>
            <pc:docMk/>
            <pc:sldMk cId="637930988" sldId="2588"/>
            <ac:spMk id="3" creationId="{A02552AC-C6F9-EA56-5217-48A0403C8677}"/>
          </ac:spMkLst>
        </pc:spChg>
        <pc:spChg chg="mod">
          <ac:chgData name="VICTOR JOSE GONZALEZ RODRIGUEZ" userId="3fdd7208-0adc-40d2-a594-662a5d66d0ad" providerId="ADAL" clId="{359FD5A0-C0E1-4F46-AEB0-51555EFEF171}" dt="2025-10-29T09:01:30.197" v="1324" actId="962"/>
          <ac:spMkLst>
            <pc:docMk/>
            <pc:sldMk cId="637930988" sldId="2588"/>
            <ac:spMk id="4" creationId="{EE035818-C99F-8F93-B4DE-A2772459BAF5}"/>
          </ac:spMkLst>
        </pc:spChg>
        <pc:spChg chg="mod">
          <ac:chgData name="VICTOR JOSE GONZALEZ RODRIGUEZ" userId="3fdd7208-0adc-40d2-a594-662a5d66d0ad" providerId="ADAL" clId="{359FD5A0-C0E1-4F46-AEB0-51555EFEF171}" dt="2025-10-29T09:01:30.197" v="1324" actId="962"/>
          <ac:spMkLst>
            <pc:docMk/>
            <pc:sldMk cId="637930988" sldId="2588"/>
            <ac:spMk id="5" creationId="{FAF9CEF0-433A-5E3C-44F5-E23DDA117BAB}"/>
          </ac:spMkLst>
        </pc:spChg>
        <pc:spChg chg="mod">
          <ac:chgData name="VICTOR JOSE GONZALEZ RODRIGUEZ" userId="3fdd7208-0adc-40d2-a594-662a5d66d0ad" providerId="ADAL" clId="{359FD5A0-C0E1-4F46-AEB0-51555EFEF171}" dt="2025-10-29T09:01:30.197" v="1324" actId="962"/>
          <ac:spMkLst>
            <pc:docMk/>
            <pc:sldMk cId="637930988" sldId="2588"/>
            <ac:spMk id="6" creationId="{1628769D-550F-3B2A-B4B2-9B95DF8E6FD9}"/>
          </ac:spMkLst>
        </pc:spChg>
        <pc:spChg chg="mod">
          <ac:chgData name="VICTOR JOSE GONZALEZ RODRIGUEZ" userId="3fdd7208-0adc-40d2-a594-662a5d66d0ad" providerId="ADAL" clId="{359FD5A0-C0E1-4F46-AEB0-51555EFEF171}" dt="2025-10-29T09:01:30.197" v="1324" actId="962"/>
          <ac:spMkLst>
            <pc:docMk/>
            <pc:sldMk cId="637930988" sldId="2588"/>
            <ac:spMk id="7" creationId="{DC37B2E9-9C0D-7909-6694-BF149DAB5D2D}"/>
          </ac:spMkLst>
        </pc:spChg>
        <pc:spChg chg="mod">
          <ac:chgData name="VICTOR JOSE GONZALEZ RODRIGUEZ" userId="3fdd7208-0adc-40d2-a594-662a5d66d0ad" providerId="ADAL" clId="{359FD5A0-C0E1-4F46-AEB0-51555EFEF171}" dt="2025-10-29T09:01:30.197" v="1324" actId="962"/>
          <ac:spMkLst>
            <pc:docMk/>
            <pc:sldMk cId="637930988" sldId="2588"/>
            <ac:spMk id="8" creationId="{9A3EF1BD-2C0D-E68D-7A91-B7CE0942D7CA}"/>
          </ac:spMkLst>
        </pc:spChg>
        <pc:spChg chg="mod">
          <ac:chgData name="VICTOR JOSE GONZALEZ RODRIGUEZ" userId="3fdd7208-0adc-40d2-a594-662a5d66d0ad" providerId="ADAL" clId="{359FD5A0-C0E1-4F46-AEB0-51555EFEF171}" dt="2025-10-29T08:03:49.103" v="111" actId="20577"/>
          <ac:spMkLst>
            <pc:docMk/>
            <pc:sldMk cId="637930988" sldId="2588"/>
            <ac:spMk id="9" creationId="{906C0DB6-B4DD-4156-7380-69DC48CA7142}"/>
          </ac:spMkLst>
        </pc:spChg>
        <pc:spChg chg="mod">
          <ac:chgData name="VICTOR JOSE GONZALEZ RODRIGUEZ" userId="3fdd7208-0adc-40d2-a594-662a5d66d0ad" providerId="ADAL" clId="{359FD5A0-C0E1-4F46-AEB0-51555EFEF171}" dt="2025-10-29T08:03:59.699" v="114" actId="1035"/>
          <ac:spMkLst>
            <pc:docMk/>
            <pc:sldMk cId="637930988" sldId="2588"/>
            <ac:spMk id="12" creationId="{A694BE36-E1F1-B0A2-C5AC-123AB4827082}"/>
          </ac:spMkLst>
        </pc:spChg>
        <pc:picChg chg="mod">
          <ac:chgData name="VICTOR JOSE GONZALEZ RODRIGUEZ" userId="3fdd7208-0adc-40d2-a594-662a5d66d0ad" providerId="ADAL" clId="{359FD5A0-C0E1-4F46-AEB0-51555EFEF171}" dt="2025-10-29T09:01:30.197" v="1324" actId="962"/>
          <ac:picMkLst>
            <pc:docMk/>
            <pc:sldMk cId="637930988" sldId="2588"/>
            <ac:picMk id="11" creationId="{A328C0EE-F41B-D892-76C7-D01877E4B935}"/>
          </ac:picMkLst>
        </pc:picChg>
      </pc:sldChg>
      <pc:sldChg chg="addSp modSp mod">
        <pc:chgData name="VICTOR JOSE GONZALEZ RODRIGUEZ" userId="3fdd7208-0adc-40d2-a594-662a5d66d0ad" providerId="ADAL" clId="{359FD5A0-C0E1-4F46-AEB0-51555EFEF171}" dt="2025-10-29T09:01:37.424" v="1325" actId="962"/>
        <pc:sldMkLst>
          <pc:docMk/>
          <pc:sldMk cId="1348143821" sldId="2589"/>
        </pc:sldMkLst>
        <pc:spChg chg="mod">
          <ac:chgData name="VICTOR JOSE GONZALEZ RODRIGUEZ" userId="3fdd7208-0adc-40d2-a594-662a5d66d0ad" providerId="ADAL" clId="{359FD5A0-C0E1-4F46-AEB0-51555EFEF171}" dt="2025-10-29T09:01:37.424" v="1325" actId="962"/>
          <ac:spMkLst>
            <pc:docMk/>
            <pc:sldMk cId="1348143821" sldId="2589"/>
            <ac:spMk id="2" creationId="{20A240FA-1A04-7988-6331-60D90EBDF632}"/>
          </ac:spMkLst>
        </pc:spChg>
        <pc:spChg chg="mod">
          <ac:chgData name="VICTOR JOSE GONZALEZ RODRIGUEZ" userId="3fdd7208-0adc-40d2-a594-662a5d66d0ad" providerId="ADAL" clId="{359FD5A0-C0E1-4F46-AEB0-51555EFEF171}" dt="2025-10-29T09:01:37.424" v="1325" actId="962"/>
          <ac:spMkLst>
            <pc:docMk/>
            <pc:sldMk cId="1348143821" sldId="2589"/>
            <ac:spMk id="3" creationId="{7EF31017-918F-CA9D-13A2-42444019C4B8}"/>
          </ac:spMkLst>
        </pc:spChg>
        <pc:spChg chg="mod">
          <ac:chgData name="VICTOR JOSE GONZALEZ RODRIGUEZ" userId="3fdd7208-0adc-40d2-a594-662a5d66d0ad" providerId="ADAL" clId="{359FD5A0-C0E1-4F46-AEB0-51555EFEF171}" dt="2025-10-29T09:01:37.424" v="1325" actId="962"/>
          <ac:spMkLst>
            <pc:docMk/>
            <pc:sldMk cId="1348143821" sldId="2589"/>
            <ac:spMk id="4" creationId="{D6CC1641-3309-9B6B-339E-C9707A949E26}"/>
          </ac:spMkLst>
        </pc:spChg>
        <pc:spChg chg="mod">
          <ac:chgData name="VICTOR JOSE GONZALEZ RODRIGUEZ" userId="3fdd7208-0adc-40d2-a594-662a5d66d0ad" providerId="ADAL" clId="{359FD5A0-C0E1-4F46-AEB0-51555EFEF171}" dt="2025-10-29T09:01:37.424" v="1325" actId="962"/>
          <ac:spMkLst>
            <pc:docMk/>
            <pc:sldMk cId="1348143821" sldId="2589"/>
            <ac:spMk id="5" creationId="{42247DF3-F966-698B-8078-A9958264F3CF}"/>
          </ac:spMkLst>
        </pc:spChg>
        <pc:spChg chg="mod">
          <ac:chgData name="VICTOR JOSE GONZALEZ RODRIGUEZ" userId="3fdd7208-0adc-40d2-a594-662a5d66d0ad" providerId="ADAL" clId="{359FD5A0-C0E1-4F46-AEB0-51555EFEF171}" dt="2025-10-29T09:01:37.424" v="1325" actId="962"/>
          <ac:spMkLst>
            <pc:docMk/>
            <pc:sldMk cId="1348143821" sldId="2589"/>
            <ac:spMk id="6" creationId="{37890E9C-A41E-6CF9-1611-290F8D5F3311}"/>
          </ac:spMkLst>
        </pc:spChg>
        <pc:spChg chg="mod">
          <ac:chgData name="VICTOR JOSE GONZALEZ RODRIGUEZ" userId="3fdd7208-0adc-40d2-a594-662a5d66d0ad" providerId="ADAL" clId="{359FD5A0-C0E1-4F46-AEB0-51555EFEF171}" dt="2025-10-29T09:01:37.424" v="1325" actId="962"/>
          <ac:spMkLst>
            <pc:docMk/>
            <pc:sldMk cId="1348143821" sldId="2589"/>
            <ac:spMk id="7" creationId="{4D4F1AEC-A0AE-E786-9858-49080CB3983B}"/>
          </ac:spMkLst>
        </pc:spChg>
        <pc:spChg chg="mod">
          <ac:chgData name="VICTOR JOSE GONZALEZ RODRIGUEZ" userId="3fdd7208-0adc-40d2-a594-662a5d66d0ad" providerId="ADAL" clId="{359FD5A0-C0E1-4F46-AEB0-51555EFEF171}" dt="2025-10-29T09:01:37.424" v="1325" actId="962"/>
          <ac:spMkLst>
            <pc:docMk/>
            <pc:sldMk cId="1348143821" sldId="2589"/>
            <ac:spMk id="8" creationId="{7E7B8902-5D39-855C-8C02-DA36BE1D81FD}"/>
          </ac:spMkLst>
        </pc:spChg>
        <pc:spChg chg="mod">
          <ac:chgData name="VICTOR JOSE GONZALEZ RODRIGUEZ" userId="3fdd7208-0adc-40d2-a594-662a5d66d0ad" providerId="ADAL" clId="{359FD5A0-C0E1-4F46-AEB0-51555EFEF171}" dt="2025-10-29T08:29:15.962" v="117" actId="20577"/>
          <ac:spMkLst>
            <pc:docMk/>
            <pc:sldMk cId="1348143821" sldId="2589"/>
            <ac:spMk id="9" creationId="{0A43C59B-31F2-09B6-5A5C-2D5F1B662DE6}"/>
          </ac:spMkLst>
        </pc:spChg>
        <pc:spChg chg="add mod">
          <ac:chgData name="VICTOR JOSE GONZALEZ RODRIGUEZ" userId="3fdd7208-0adc-40d2-a594-662a5d66d0ad" providerId="ADAL" clId="{359FD5A0-C0E1-4F46-AEB0-51555EFEF171}" dt="2025-10-29T08:34:45.971" v="421" actId="20577"/>
          <ac:spMkLst>
            <pc:docMk/>
            <pc:sldMk cId="1348143821" sldId="2589"/>
            <ac:spMk id="10" creationId="{68A366A5-4B30-2A15-9300-62B0BC1A37B2}"/>
          </ac:spMkLst>
        </pc:spChg>
      </pc:sldChg>
      <pc:sldChg chg="modSp mod">
        <pc:chgData name="VICTOR JOSE GONZALEZ RODRIGUEZ" userId="3fdd7208-0adc-40d2-a594-662a5d66d0ad" providerId="ADAL" clId="{359FD5A0-C0E1-4F46-AEB0-51555EFEF171}" dt="2025-10-29T09:06:27.783" v="1667" actId="962"/>
        <pc:sldMkLst>
          <pc:docMk/>
          <pc:sldMk cId="3551190403" sldId="2590"/>
        </pc:sldMkLst>
        <pc:spChg chg="mod">
          <ac:chgData name="VICTOR JOSE GONZALEZ RODRIGUEZ" userId="3fdd7208-0adc-40d2-a594-662a5d66d0ad" providerId="ADAL" clId="{359FD5A0-C0E1-4F46-AEB0-51555EFEF171}" dt="2025-10-29T09:06:21.647" v="1626" actId="962"/>
          <ac:spMkLst>
            <pc:docMk/>
            <pc:sldMk cId="3551190403" sldId="2590"/>
            <ac:spMk id="3" creationId="{99A4B92B-5B03-5B4B-8085-FEC6A8D61FE9}"/>
          </ac:spMkLst>
        </pc:spChg>
        <pc:spChg chg="mod">
          <ac:chgData name="VICTOR JOSE GONZALEZ RODRIGUEZ" userId="3fdd7208-0adc-40d2-a594-662a5d66d0ad" providerId="ADAL" clId="{359FD5A0-C0E1-4F46-AEB0-51555EFEF171}" dt="2025-10-29T09:06:21.647" v="1626" actId="962"/>
          <ac:spMkLst>
            <pc:docMk/>
            <pc:sldMk cId="3551190403" sldId="2590"/>
            <ac:spMk id="4" creationId="{E3BE1666-425A-F746-48DA-E7725D46B4F8}"/>
          </ac:spMkLst>
        </pc:spChg>
        <pc:spChg chg="mod">
          <ac:chgData name="VICTOR JOSE GONZALEZ RODRIGUEZ" userId="3fdd7208-0adc-40d2-a594-662a5d66d0ad" providerId="ADAL" clId="{359FD5A0-C0E1-4F46-AEB0-51555EFEF171}" dt="2025-10-29T09:06:21.647" v="1626" actId="962"/>
          <ac:spMkLst>
            <pc:docMk/>
            <pc:sldMk cId="3551190403" sldId="2590"/>
            <ac:spMk id="5" creationId="{9E19031C-D939-2726-0D69-66044E9D211A}"/>
          </ac:spMkLst>
        </pc:spChg>
        <pc:spChg chg="mod">
          <ac:chgData name="VICTOR JOSE GONZALEZ RODRIGUEZ" userId="3fdd7208-0adc-40d2-a594-662a5d66d0ad" providerId="ADAL" clId="{359FD5A0-C0E1-4F46-AEB0-51555EFEF171}" dt="2025-10-29T09:06:21.647" v="1626" actId="962"/>
          <ac:spMkLst>
            <pc:docMk/>
            <pc:sldMk cId="3551190403" sldId="2590"/>
            <ac:spMk id="6" creationId="{60796B1F-59F0-A74A-C411-D2618E029867}"/>
          </ac:spMkLst>
        </pc:spChg>
        <pc:spChg chg="mod">
          <ac:chgData name="VICTOR JOSE GONZALEZ RODRIGUEZ" userId="3fdd7208-0adc-40d2-a594-662a5d66d0ad" providerId="ADAL" clId="{359FD5A0-C0E1-4F46-AEB0-51555EFEF171}" dt="2025-10-29T09:06:21.647" v="1626" actId="962"/>
          <ac:spMkLst>
            <pc:docMk/>
            <pc:sldMk cId="3551190403" sldId="2590"/>
            <ac:spMk id="7" creationId="{1FEAA92D-234A-C2B7-5B7E-684BCAEC5861}"/>
          </ac:spMkLst>
        </pc:spChg>
        <pc:spChg chg="mod">
          <ac:chgData name="VICTOR JOSE GONZALEZ RODRIGUEZ" userId="3fdd7208-0adc-40d2-a594-662a5d66d0ad" providerId="ADAL" clId="{359FD5A0-C0E1-4F46-AEB0-51555EFEF171}" dt="2025-10-29T09:06:21.647" v="1626" actId="962"/>
          <ac:spMkLst>
            <pc:docMk/>
            <pc:sldMk cId="3551190403" sldId="2590"/>
            <ac:spMk id="8" creationId="{2646040B-F3E6-38B5-2325-0129EAA74EBF}"/>
          </ac:spMkLst>
        </pc:spChg>
        <pc:spChg chg="mod">
          <ac:chgData name="VICTOR JOSE GONZALEZ RODRIGUEZ" userId="3fdd7208-0adc-40d2-a594-662a5d66d0ad" providerId="ADAL" clId="{359FD5A0-C0E1-4F46-AEB0-51555EFEF171}" dt="2025-10-29T09:06:21.647" v="1626" actId="962"/>
          <ac:spMkLst>
            <pc:docMk/>
            <pc:sldMk cId="3551190403" sldId="2590"/>
            <ac:spMk id="9" creationId="{5C499313-184B-09BC-425E-698F819A12F8}"/>
          </ac:spMkLst>
        </pc:spChg>
        <pc:picChg chg="mod">
          <ac:chgData name="VICTOR JOSE GONZALEZ RODRIGUEZ" userId="3fdd7208-0adc-40d2-a594-662a5d66d0ad" providerId="ADAL" clId="{359FD5A0-C0E1-4F46-AEB0-51555EFEF171}" dt="2025-10-29T09:06:27.783" v="1667" actId="962"/>
          <ac:picMkLst>
            <pc:docMk/>
            <pc:sldMk cId="3551190403" sldId="2590"/>
            <ac:picMk id="12" creationId="{C9AC344A-30BC-72D8-564A-A667128DE644}"/>
          </ac:picMkLst>
        </pc:picChg>
      </pc:sldChg>
      <pc:sldChg chg="modSp mod">
        <pc:chgData name="VICTOR JOSE GONZALEZ RODRIGUEZ" userId="3fdd7208-0adc-40d2-a594-662a5d66d0ad" providerId="ADAL" clId="{359FD5A0-C0E1-4F46-AEB0-51555EFEF171}" dt="2025-10-29T09:06:56.786" v="1789" actId="962"/>
        <pc:sldMkLst>
          <pc:docMk/>
          <pc:sldMk cId="3178648018" sldId="2591"/>
        </pc:sldMkLst>
        <pc:spChg chg="mod">
          <ac:chgData name="VICTOR JOSE GONZALEZ RODRIGUEZ" userId="3fdd7208-0adc-40d2-a594-662a5d66d0ad" providerId="ADAL" clId="{359FD5A0-C0E1-4F46-AEB0-51555EFEF171}" dt="2025-10-29T09:06:41.808" v="1669" actId="962"/>
          <ac:spMkLst>
            <pc:docMk/>
            <pc:sldMk cId="3178648018" sldId="2591"/>
            <ac:spMk id="3" creationId="{475039F5-0D22-6E84-1A2E-F0EB956F463D}"/>
          </ac:spMkLst>
        </pc:spChg>
        <pc:spChg chg="mod">
          <ac:chgData name="VICTOR JOSE GONZALEZ RODRIGUEZ" userId="3fdd7208-0adc-40d2-a594-662a5d66d0ad" providerId="ADAL" clId="{359FD5A0-C0E1-4F46-AEB0-51555EFEF171}" dt="2025-10-29T09:06:41.808" v="1669" actId="962"/>
          <ac:spMkLst>
            <pc:docMk/>
            <pc:sldMk cId="3178648018" sldId="2591"/>
            <ac:spMk id="4" creationId="{8FDEA1E2-F009-D536-3AFB-7E170F5A2579}"/>
          </ac:spMkLst>
        </pc:spChg>
        <pc:spChg chg="mod">
          <ac:chgData name="VICTOR JOSE GONZALEZ RODRIGUEZ" userId="3fdd7208-0adc-40d2-a594-662a5d66d0ad" providerId="ADAL" clId="{359FD5A0-C0E1-4F46-AEB0-51555EFEF171}" dt="2025-10-29T09:06:41.808" v="1669" actId="962"/>
          <ac:spMkLst>
            <pc:docMk/>
            <pc:sldMk cId="3178648018" sldId="2591"/>
            <ac:spMk id="5" creationId="{1EBB8F4B-4F17-4701-A162-3AF7B0FA4385}"/>
          </ac:spMkLst>
        </pc:spChg>
        <pc:spChg chg="mod">
          <ac:chgData name="VICTOR JOSE GONZALEZ RODRIGUEZ" userId="3fdd7208-0adc-40d2-a594-662a5d66d0ad" providerId="ADAL" clId="{359FD5A0-C0E1-4F46-AEB0-51555EFEF171}" dt="2025-10-29T09:06:41.808" v="1669" actId="962"/>
          <ac:spMkLst>
            <pc:docMk/>
            <pc:sldMk cId="3178648018" sldId="2591"/>
            <ac:spMk id="6" creationId="{B565C228-2476-F9B7-0F8A-7FF3B604AF28}"/>
          </ac:spMkLst>
        </pc:spChg>
        <pc:spChg chg="mod">
          <ac:chgData name="VICTOR JOSE GONZALEZ RODRIGUEZ" userId="3fdd7208-0adc-40d2-a594-662a5d66d0ad" providerId="ADAL" clId="{359FD5A0-C0E1-4F46-AEB0-51555EFEF171}" dt="2025-10-29T09:06:41.808" v="1669" actId="962"/>
          <ac:spMkLst>
            <pc:docMk/>
            <pc:sldMk cId="3178648018" sldId="2591"/>
            <ac:spMk id="7" creationId="{175E7F23-0A31-8126-D168-597A2726DE8C}"/>
          </ac:spMkLst>
        </pc:spChg>
        <pc:spChg chg="mod">
          <ac:chgData name="VICTOR JOSE GONZALEZ RODRIGUEZ" userId="3fdd7208-0adc-40d2-a594-662a5d66d0ad" providerId="ADAL" clId="{359FD5A0-C0E1-4F46-AEB0-51555EFEF171}" dt="2025-10-29T09:06:41.808" v="1669" actId="962"/>
          <ac:spMkLst>
            <pc:docMk/>
            <pc:sldMk cId="3178648018" sldId="2591"/>
            <ac:spMk id="8" creationId="{2777F6E4-8A5B-18BD-217C-DF7D450ADFAC}"/>
          </ac:spMkLst>
        </pc:spChg>
        <pc:spChg chg="mod">
          <ac:chgData name="VICTOR JOSE GONZALEZ RODRIGUEZ" userId="3fdd7208-0adc-40d2-a594-662a5d66d0ad" providerId="ADAL" clId="{359FD5A0-C0E1-4F46-AEB0-51555EFEF171}" dt="2025-10-29T09:06:41.808" v="1669" actId="962"/>
          <ac:spMkLst>
            <pc:docMk/>
            <pc:sldMk cId="3178648018" sldId="2591"/>
            <ac:spMk id="9" creationId="{A813EB4D-7AD3-572B-2A21-CEDB0BADF5F8}"/>
          </ac:spMkLst>
        </pc:spChg>
        <pc:picChg chg="mod">
          <ac:chgData name="VICTOR JOSE GONZALEZ RODRIGUEZ" userId="3fdd7208-0adc-40d2-a594-662a5d66d0ad" providerId="ADAL" clId="{359FD5A0-C0E1-4F46-AEB0-51555EFEF171}" dt="2025-10-29T09:06:56.786" v="1789" actId="962"/>
          <ac:picMkLst>
            <pc:docMk/>
            <pc:sldMk cId="3178648018" sldId="2591"/>
            <ac:picMk id="2" creationId="{65EEF187-5D93-C3B7-97DA-11584916593B}"/>
          </ac:picMkLst>
        </pc:picChg>
      </pc:sldChg>
      <pc:sldChg chg="modSp mod">
        <pc:chgData name="VICTOR JOSE GONZALEZ RODRIGUEZ" userId="3fdd7208-0adc-40d2-a594-662a5d66d0ad" providerId="ADAL" clId="{359FD5A0-C0E1-4F46-AEB0-51555EFEF171}" dt="2025-10-29T09:07:49.341" v="1887" actId="962"/>
        <pc:sldMkLst>
          <pc:docMk/>
          <pc:sldMk cId="160309296" sldId="2600"/>
        </pc:sldMkLst>
        <pc:spChg chg="mod">
          <ac:chgData name="VICTOR JOSE GONZALEZ RODRIGUEZ" userId="3fdd7208-0adc-40d2-a594-662a5d66d0ad" providerId="ADAL" clId="{359FD5A0-C0E1-4F46-AEB0-51555EFEF171}" dt="2025-10-29T09:07:06.414" v="1790" actId="962"/>
          <ac:spMkLst>
            <pc:docMk/>
            <pc:sldMk cId="160309296" sldId="2600"/>
            <ac:spMk id="7" creationId="{766D5710-4E22-B027-5F37-80806A4D8D33}"/>
          </ac:spMkLst>
        </pc:spChg>
        <pc:spChg chg="mod">
          <ac:chgData name="VICTOR JOSE GONZALEZ RODRIGUEZ" userId="3fdd7208-0adc-40d2-a594-662a5d66d0ad" providerId="ADAL" clId="{359FD5A0-C0E1-4F46-AEB0-51555EFEF171}" dt="2025-10-29T09:07:06.414" v="1790" actId="962"/>
          <ac:spMkLst>
            <pc:docMk/>
            <pc:sldMk cId="160309296" sldId="2600"/>
            <ac:spMk id="8" creationId="{A857BB7C-990E-3CBD-528B-1E3A22CFDA26}"/>
          </ac:spMkLst>
        </pc:spChg>
        <pc:spChg chg="mod">
          <ac:chgData name="VICTOR JOSE GONZALEZ RODRIGUEZ" userId="3fdd7208-0adc-40d2-a594-662a5d66d0ad" providerId="ADAL" clId="{359FD5A0-C0E1-4F46-AEB0-51555EFEF171}" dt="2025-10-29T09:07:06.414" v="1790" actId="962"/>
          <ac:spMkLst>
            <pc:docMk/>
            <pc:sldMk cId="160309296" sldId="2600"/>
            <ac:spMk id="9" creationId="{9DE6EFBD-92C1-88DE-A03B-A7F7BD5C96B3}"/>
          </ac:spMkLst>
        </pc:spChg>
        <pc:spChg chg="mod">
          <ac:chgData name="VICTOR JOSE GONZALEZ RODRIGUEZ" userId="3fdd7208-0adc-40d2-a594-662a5d66d0ad" providerId="ADAL" clId="{359FD5A0-C0E1-4F46-AEB0-51555EFEF171}" dt="2025-10-29T09:07:06.414" v="1790" actId="962"/>
          <ac:spMkLst>
            <pc:docMk/>
            <pc:sldMk cId="160309296" sldId="2600"/>
            <ac:spMk id="10" creationId="{E61EAA14-3967-1A9E-D64C-79C396A80B24}"/>
          </ac:spMkLst>
        </pc:spChg>
        <pc:spChg chg="mod">
          <ac:chgData name="VICTOR JOSE GONZALEZ RODRIGUEZ" userId="3fdd7208-0adc-40d2-a594-662a5d66d0ad" providerId="ADAL" clId="{359FD5A0-C0E1-4F46-AEB0-51555EFEF171}" dt="2025-10-29T09:07:06.414" v="1790" actId="962"/>
          <ac:spMkLst>
            <pc:docMk/>
            <pc:sldMk cId="160309296" sldId="2600"/>
            <ac:spMk id="11" creationId="{3B247EEA-A8A7-E0E3-D517-C870BE6BB721}"/>
          </ac:spMkLst>
        </pc:spChg>
        <pc:spChg chg="mod">
          <ac:chgData name="VICTOR JOSE GONZALEZ RODRIGUEZ" userId="3fdd7208-0adc-40d2-a594-662a5d66d0ad" providerId="ADAL" clId="{359FD5A0-C0E1-4F46-AEB0-51555EFEF171}" dt="2025-10-29T09:07:06.414" v="1790" actId="962"/>
          <ac:spMkLst>
            <pc:docMk/>
            <pc:sldMk cId="160309296" sldId="2600"/>
            <ac:spMk id="12" creationId="{C010A8CE-7EDB-F1EB-706B-0179085D8CF6}"/>
          </ac:spMkLst>
        </pc:spChg>
        <pc:spChg chg="mod">
          <ac:chgData name="VICTOR JOSE GONZALEZ RODRIGUEZ" userId="3fdd7208-0adc-40d2-a594-662a5d66d0ad" providerId="ADAL" clId="{359FD5A0-C0E1-4F46-AEB0-51555EFEF171}" dt="2025-10-29T09:07:06.414" v="1790" actId="962"/>
          <ac:spMkLst>
            <pc:docMk/>
            <pc:sldMk cId="160309296" sldId="2600"/>
            <ac:spMk id="13" creationId="{8A4B4AF0-E863-E800-DCDE-B329A8B402A6}"/>
          </ac:spMkLst>
        </pc:spChg>
        <pc:picChg chg="mod">
          <ac:chgData name="VICTOR JOSE GONZALEZ RODRIGUEZ" userId="3fdd7208-0adc-40d2-a594-662a5d66d0ad" providerId="ADAL" clId="{359FD5A0-C0E1-4F46-AEB0-51555EFEF171}" dt="2025-10-29T09:07:49.341" v="1887" actId="962"/>
          <ac:picMkLst>
            <pc:docMk/>
            <pc:sldMk cId="160309296" sldId="2600"/>
            <ac:picMk id="6" creationId="{69172BDC-1EFA-F8C9-4FFD-E8D3A0D4BB69}"/>
          </ac:picMkLst>
        </pc:picChg>
        <pc:picChg chg="mod">
          <ac:chgData name="VICTOR JOSE GONZALEZ RODRIGUEZ" userId="3fdd7208-0adc-40d2-a594-662a5d66d0ad" providerId="ADAL" clId="{359FD5A0-C0E1-4F46-AEB0-51555EFEF171}" dt="2025-10-29T09:07:06.414" v="1790" actId="962"/>
          <ac:picMkLst>
            <pc:docMk/>
            <pc:sldMk cId="160309296" sldId="2600"/>
            <ac:picMk id="16" creationId="{0A5CE9E3-B264-4285-4C11-5283D34D1BF2}"/>
          </ac:picMkLst>
        </pc:picChg>
      </pc:sldChg>
      <pc:sldChg chg="modSp mod">
        <pc:chgData name="VICTOR JOSE GONZALEZ RODRIGUEZ" userId="3fdd7208-0adc-40d2-a594-662a5d66d0ad" providerId="ADAL" clId="{359FD5A0-C0E1-4F46-AEB0-51555EFEF171}" dt="2025-10-29T09:10:32.660" v="2334" actId="962"/>
        <pc:sldMkLst>
          <pc:docMk/>
          <pc:sldMk cId="4222933912" sldId="2603"/>
        </pc:sldMkLst>
        <pc:spChg chg="mod">
          <ac:chgData name="VICTOR JOSE GONZALEZ RODRIGUEZ" userId="3fdd7208-0adc-40d2-a594-662a5d66d0ad" providerId="ADAL" clId="{359FD5A0-C0E1-4F46-AEB0-51555EFEF171}" dt="2025-10-29T09:10:15.192" v="2313" actId="962"/>
          <ac:spMkLst>
            <pc:docMk/>
            <pc:sldMk cId="4222933912" sldId="2603"/>
            <ac:spMk id="5" creationId="{BECDD368-7C60-CC4F-5A33-38E36D7E3276}"/>
          </ac:spMkLst>
        </pc:spChg>
        <pc:spChg chg="mod">
          <ac:chgData name="VICTOR JOSE GONZALEZ RODRIGUEZ" userId="3fdd7208-0adc-40d2-a594-662a5d66d0ad" providerId="ADAL" clId="{359FD5A0-C0E1-4F46-AEB0-51555EFEF171}" dt="2025-10-29T09:10:15.192" v="2313" actId="962"/>
          <ac:spMkLst>
            <pc:docMk/>
            <pc:sldMk cId="4222933912" sldId="2603"/>
            <ac:spMk id="6" creationId="{CFEEFAD8-05B0-E35F-B121-E17FE042BAE0}"/>
          </ac:spMkLst>
        </pc:spChg>
        <pc:spChg chg="mod">
          <ac:chgData name="VICTOR JOSE GONZALEZ RODRIGUEZ" userId="3fdd7208-0adc-40d2-a594-662a5d66d0ad" providerId="ADAL" clId="{359FD5A0-C0E1-4F46-AEB0-51555EFEF171}" dt="2025-10-29T09:10:15.192" v="2313" actId="962"/>
          <ac:spMkLst>
            <pc:docMk/>
            <pc:sldMk cId="4222933912" sldId="2603"/>
            <ac:spMk id="7" creationId="{B7737194-F8A6-8C74-8D38-AB4C52BBF719}"/>
          </ac:spMkLst>
        </pc:spChg>
        <pc:spChg chg="mod">
          <ac:chgData name="VICTOR JOSE GONZALEZ RODRIGUEZ" userId="3fdd7208-0adc-40d2-a594-662a5d66d0ad" providerId="ADAL" clId="{359FD5A0-C0E1-4F46-AEB0-51555EFEF171}" dt="2025-10-29T09:10:15.192" v="2313" actId="962"/>
          <ac:spMkLst>
            <pc:docMk/>
            <pc:sldMk cId="4222933912" sldId="2603"/>
            <ac:spMk id="8" creationId="{B77DA915-6521-0319-2674-397C25FD9C66}"/>
          </ac:spMkLst>
        </pc:spChg>
        <pc:spChg chg="mod">
          <ac:chgData name="VICTOR JOSE GONZALEZ RODRIGUEZ" userId="3fdd7208-0adc-40d2-a594-662a5d66d0ad" providerId="ADAL" clId="{359FD5A0-C0E1-4F46-AEB0-51555EFEF171}" dt="2025-10-29T09:10:15.192" v="2313" actId="962"/>
          <ac:spMkLst>
            <pc:docMk/>
            <pc:sldMk cId="4222933912" sldId="2603"/>
            <ac:spMk id="9" creationId="{2DE3CAB5-7B8E-82E9-FCF4-38756F0D5287}"/>
          </ac:spMkLst>
        </pc:spChg>
        <pc:spChg chg="mod">
          <ac:chgData name="VICTOR JOSE GONZALEZ RODRIGUEZ" userId="3fdd7208-0adc-40d2-a594-662a5d66d0ad" providerId="ADAL" clId="{359FD5A0-C0E1-4F46-AEB0-51555EFEF171}" dt="2025-10-29T09:10:15.192" v="2313" actId="962"/>
          <ac:spMkLst>
            <pc:docMk/>
            <pc:sldMk cId="4222933912" sldId="2603"/>
            <ac:spMk id="10" creationId="{D15C9FD7-79A2-9D43-5292-5DE8E596FA23}"/>
          </ac:spMkLst>
        </pc:spChg>
        <pc:spChg chg="mod">
          <ac:chgData name="VICTOR JOSE GONZALEZ RODRIGUEZ" userId="3fdd7208-0adc-40d2-a594-662a5d66d0ad" providerId="ADAL" clId="{359FD5A0-C0E1-4F46-AEB0-51555EFEF171}" dt="2025-10-29T09:10:15.192" v="2313" actId="962"/>
          <ac:spMkLst>
            <pc:docMk/>
            <pc:sldMk cId="4222933912" sldId="2603"/>
            <ac:spMk id="11" creationId="{134D155C-8853-51FA-F169-8A31CDF76BA4}"/>
          </ac:spMkLst>
        </pc:spChg>
        <pc:picChg chg="mod">
          <ac:chgData name="VICTOR JOSE GONZALEZ RODRIGUEZ" userId="3fdd7208-0adc-40d2-a594-662a5d66d0ad" providerId="ADAL" clId="{359FD5A0-C0E1-4F46-AEB0-51555EFEF171}" dt="2025-10-29T09:10:32.660" v="2334" actId="962"/>
          <ac:picMkLst>
            <pc:docMk/>
            <pc:sldMk cId="4222933912" sldId="2603"/>
            <ac:picMk id="12" creationId="{714115E2-34A2-E059-CC0A-86521A3DBCEB}"/>
          </ac:picMkLst>
        </pc:picChg>
        <pc:picChg chg="mod">
          <ac:chgData name="VICTOR JOSE GONZALEZ RODRIGUEZ" userId="3fdd7208-0adc-40d2-a594-662a5d66d0ad" providerId="ADAL" clId="{359FD5A0-C0E1-4F46-AEB0-51555EFEF171}" dt="2025-10-29T09:10:24.463" v="2314" actId="962"/>
          <ac:picMkLst>
            <pc:docMk/>
            <pc:sldMk cId="4222933912" sldId="2603"/>
            <ac:picMk id="15" creationId="{7E381ACC-F988-8F25-546B-D10AF57AAAED}"/>
          </ac:picMkLst>
        </pc:picChg>
      </pc:sldChg>
      <pc:sldChg chg="modSp mod">
        <pc:chgData name="VICTOR JOSE GONZALEZ RODRIGUEZ" userId="3fdd7208-0adc-40d2-a594-662a5d66d0ad" providerId="ADAL" clId="{359FD5A0-C0E1-4F46-AEB0-51555EFEF171}" dt="2025-10-29T09:10:38.813" v="2335" actId="962"/>
        <pc:sldMkLst>
          <pc:docMk/>
          <pc:sldMk cId="2883397540" sldId="2604"/>
        </pc:sldMkLst>
        <pc:spChg chg="mod">
          <ac:chgData name="VICTOR JOSE GONZALEZ RODRIGUEZ" userId="3fdd7208-0adc-40d2-a594-662a5d66d0ad" providerId="ADAL" clId="{359FD5A0-C0E1-4F46-AEB0-51555EFEF171}" dt="2025-10-29T09:10:38.813" v="2335" actId="962"/>
          <ac:spMkLst>
            <pc:docMk/>
            <pc:sldMk cId="2883397540" sldId="2604"/>
            <ac:spMk id="4" creationId="{A11CD3A0-22CD-C1FB-155D-DF32214177F8}"/>
          </ac:spMkLst>
        </pc:spChg>
        <pc:spChg chg="mod">
          <ac:chgData name="VICTOR JOSE GONZALEZ RODRIGUEZ" userId="3fdd7208-0adc-40d2-a594-662a5d66d0ad" providerId="ADAL" clId="{359FD5A0-C0E1-4F46-AEB0-51555EFEF171}" dt="2025-10-29T09:10:38.813" v="2335" actId="962"/>
          <ac:spMkLst>
            <pc:docMk/>
            <pc:sldMk cId="2883397540" sldId="2604"/>
            <ac:spMk id="5" creationId="{9C5DAAA1-FEA8-CE1E-F8F9-A663892CD9CE}"/>
          </ac:spMkLst>
        </pc:spChg>
        <pc:spChg chg="mod">
          <ac:chgData name="VICTOR JOSE GONZALEZ RODRIGUEZ" userId="3fdd7208-0adc-40d2-a594-662a5d66d0ad" providerId="ADAL" clId="{359FD5A0-C0E1-4F46-AEB0-51555EFEF171}" dt="2025-10-29T09:10:38.813" v="2335" actId="962"/>
          <ac:spMkLst>
            <pc:docMk/>
            <pc:sldMk cId="2883397540" sldId="2604"/>
            <ac:spMk id="6" creationId="{2A2DDF9B-B8B3-8E24-A1F0-78BFA0D8EE7B}"/>
          </ac:spMkLst>
        </pc:spChg>
        <pc:spChg chg="mod">
          <ac:chgData name="VICTOR JOSE GONZALEZ RODRIGUEZ" userId="3fdd7208-0adc-40d2-a594-662a5d66d0ad" providerId="ADAL" clId="{359FD5A0-C0E1-4F46-AEB0-51555EFEF171}" dt="2025-10-29T09:10:38.813" v="2335" actId="962"/>
          <ac:spMkLst>
            <pc:docMk/>
            <pc:sldMk cId="2883397540" sldId="2604"/>
            <ac:spMk id="7" creationId="{B0F11568-1F68-8BC0-AB96-8B98A3083EF2}"/>
          </ac:spMkLst>
        </pc:spChg>
        <pc:spChg chg="mod">
          <ac:chgData name="VICTOR JOSE GONZALEZ RODRIGUEZ" userId="3fdd7208-0adc-40d2-a594-662a5d66d0ad" providerId="ADAL" clId="{359FD5A0-C0E1-4F46-AEB0-51555EFEF171}" dt="2025-10-29T09:10:38.813" v="2335" actId="962"/>
          <ac:spMkLst>
            <pc:docMk/>
            <pc:sldMk cId="2883397540" sldId="2604"/>
            <ac:spMk id="8" creationId="{3D6F218A-85F4-866B-9FBE-E6719F539213}"/>
          </ac:spMkLst>
        </pc:spChg>
        <pc:spChg chg="mod">
          <ac:chgData name="VICTOR JOSE GONZALEZ RODRIGUEZ" userId="3fdd7208-0adc-40d2-a594-662a5d66d0ad" providerId="ADAL" clId="{359FD5A0-C0E1-4F46-AEB0-51555EFEF171}" dt="2025-10-29T09:10:38.813" v="2335" actId="962"/>
          <ac:spMkLst>
            <pc:docMk/>
            <pc:sldMk cId="2883397540" sldId="2604"/>
            <ac:spMk id="9" creationId="{A132B5C5-3D6F-BFE2-CB56-9DB854B6B748}"/>
          </ac:spMkLst>
        </pc:spChg>
        <pc:spChg chg="mod">
          <ac:chgData name="VICTOR JOSE GONZALEZ RODRIGUEZ" userId="3fdd7208-0adc-40d2-a594-662a5d66d0ad" providerId="ADAL" clId="{359FD5A0-C0E1-4F46-AEB0-51555EFEF171}" dt="2025-10-29T09:10:38.813" v="2335" actId="962"/>
          <ac:spMkLst>
            <pc:docMk/>
            <pc:sldMk cId="2883397540" sldId="2604"/>
            <ac:spMk id="10" creationId="{B026BF78-EDF7-68E5-6D13-97E38F481784}"/>
          </ac:spMkLst>
        </pc:spChg>
      </pc:sldChg>
      <pc:sldChg chg="modSp mod">
        <pc:chgData name="VICTOR JOSE GONZALEZ RODRIGUEZ" userId="3fdd7208-0adc-40d2-a594-662a5d66d0ad" providerId="ADAL" clId="{359FD5A0-C0E1-4F46-AEB0-51555EFEF171}" dt="2025-10-29T09:10:50.147" v="2336" actId="962"/>
        <pc:sldMkLst>
          <pc:docMk/>
          <pc:sldMk cId="4132811992" sldId="2605"/>
        </pc:sldMkLst>
        <pc:spChg chg="mod">
          <ac:chgData name="VICTOR JOSE GONZALEZ RODRIGUEZ" userId="3fdd7208-0adc-40d2-a594-662a5d66d0ad" providerId="ADAL" clId="{359FD5A0-C0E1-4F46-AEB0-51555EFEF171}" dt="2025-10-29T09:10:50.147" v="2336" actId="962"/>
          <ac:spMkLst>
            <pc:docMk/>
            <pc:sldMk cId="4132811992" sldId="2605"/>
            <ac:spMk id="5" creationId="{0E811C5F-02A9-F23C-0A0D-B2D0A06E3B76}"/>
          </ac:spMkLst>
        </pc:spChg>
        <pc:spChg chg="mod">
          <ac:chgData name="VICTOR JOSE GONZALEZ RODRIGUEZ" userId="3fdd7208-0adc-40d2-a594-662a5d66d0ad" providerId="ADAL" clId="{359FD5A0-C0E1-4F46-AEB0-51555EFEF171}" dt="2025-10-29T09:10:50.147" v="2336" actId="962"/>
          <ac:spMkLst>
            <pc:docMk/>
            <pc:sldMk cId="4132811992" sldId="2605"/>
            <ac:spMk id="6" creationId="{ACE402EE-A204-FA1C-0BD4-1DF9DBD5067D}"/>
          </ac:spMkLst>
        </pc:spChg>
        <pc:spChg chg="mod">
          <ac:chgData name="VICTOR JOSE GONZALEZ RODRIGUEZ" userId="3fdd7208-0adc-40d2-a594-662a5d66d0ad" providerId="ADAL" clId="{359FD5A0-C0E1-4F46-AEB0-51555EFEF171}" dt="2025-10-29T09:10:50.147" v="2336" actId="962"/>
          <ac:spMkLst>
            <pc:docMk/>
            <pc:sldMk cId="4132811992" sldId="2605"/>
            <ac:spMk id="7" creationId="{57667418-2005-3FE8-3A1D-F8F572C22177}"/>
          </ac:spMkLst>
        </pc:spChg>
        <pc:spChg chg="mod">
          <ac:chgData name="VICTOR JOSE GONZALEZ RODRIGUEZ" userId="3fdd7208-0adc-40d2-a594-662a5d66d0ad" providerId="ADAL" clId="{359FD5A0-C0E1-4F46-AEB0-51555EFEF171}" dt="2025-10-29T09:10:50.147" v="2336" actId="962"/>
          <ac:spMkLst>
            <pc:docMk/>
            <pc:sldMk cId="4132811992" sldId="2605"/>
            <ac:spMk id="8" creationId="{B8E7F035-2C38-2D7A-5B87-442036E13306}"/>
          </ac:spMkLst>
        </pc:spChg>
        <pc:spChg chg="mod">
          <ac:chgData name="VICTOR JOSE GONZALEZ RODRIGUEZ" userId="3fdd7208-0adc-40d2-a594-662a5d66d0ad" providerId="ADAL" clId="{359FD5A0-C0E1-4F46-AEB0-51555EFEF171}" dt="2025-10-29T09:10:50.147" v="2336" actId="962"/>
          <ac:spMkLst>
            <pc:docMk/>
            <pc:sldMk cId="4132811992" sldId="2605"/>
            <ac:spMk id="9" creationId="{F20ACC33-75B7-F741-B378-3C8923D883A8}"/>
          </ac:spMkLst>
        </pc:spChg>
        <pc:spChg chg="mod">
          <ac:chgData name="VICTOR JOSE GONZALEZ RODRIGUEZ" userId="3fdd7208-0adc-40d2-a594-662a5d66d0ad" providerId="ADAL" clId="{359FD5A0-C0E1-4F46-AEB0-51555EFEF171}" dt="2025-10-29T09:10:50.147" v="2336" actId="962"/>
          <ac:spMkLst>
            <pc:docMk/>
            <pc:sldMk cId="4132811992" sldId="2605"/>
            <ac:spMk id="10" creationId="{1D0CF190-64EE-8E10-FE46-BDF507F5ACC1}"/>
          </ac:spMkLst>
        </pc:spChg>
        <pc:spChg chg="mod">
          <ac:chgData name="VICTOR JOSE GONZALEZ RODRIGUEZ" userId="3fdd7208-0adc-40d2-a594-662a5d66d0ad" providerId="ADAL" clId="{359FD5A0-C0E1-4F46-AEB0-51555EFEF171}" dt="2025-10-29T09:10:50.147" v="2336" actId="962"/>
          <ac:spMkLst>
            <pc:docMk/>
            <pc:sldMk cId="4132811992" sldId="2605"/>
            <ac:spMk id="11" creationId="{C8CCB2B5-C285-AE2A-D0B7-1D77A8625F80}"/>
          </ac:spMkLst>
        </pc:spChg>
        <pc:picChg chg="mod">
          <ac:chgData name="VICTOR JOSE GONZALEZ RODRIGUEZ" userId="3fdd7208-0adc-40d2-a594-662a5d66d0ad" providerId="ADAL" clId="{359FD5A0-C0E1-4F46-AEB0-51555EFEF171}" dt="2025-10-29T09:10:50.147" v="2336" actId="962"/>
          <ac:picMkLst>
            <pc:docMk/>
            <pc:sldMk cId="4132811992" sldId="2605"/>
            <ac:picMk id="3" creationId="{A16E1004-4C38-EDF8-EFB3-BA4432E86D3B}"/>
          </ac:picMkLst>
        </pc:picChg>
      </pc:sldChg>
      <pc:sldChg chg="modSp mod">
        <pc:chgData name="VICTOR JOSE GONZALEZ RODRIGUEZ" userId="3fdd7208-0adc-40d2-a594-662a5d66d0ad" providerId="ADAL" clId="{359FD5A0-C0E1-4F46-AEB0-51555EFEF171}" dt="2025-10-29T09:10:55.542" v="2337" actId="962"/>
        <pc:sldMkLst>
          <pc:docMk/>
          <pc:sldMk cId="1629779527" sldId="2606"/>
        </pc:sldMkLst>
        <pc:spChg chg="mod">
          <ac:chgData name="VICTOR JOSE GONZALEZ RODRIGUEZ" userId="3fdd7208-0adc-40d2-a594-662a5d66d0ad" providerId="ADAL" clId="{359FD5A0-C0E1-4F46-AEB0-51555EFEF171}" dt="2025-10-29T09:10:55.542" v="2337" actId="962"/>
          <ac:spMkLst>
            <pc:docMk/>
            <pc:sldMk cId="1629779527" sldId="2606"/>
            <ac:spMk id="4" creationId="{D0EC8C49-0C41-A520-C02E-9FFE8B6F9E78}"/>
          </ac:spMkLst>
        </pc:spChg>
        <pc:spChg chg="mod">
          <ac:chgData name="VICTOR JOSE GONZALEZ RODRIGUEZ" userId="3fdd7208-0adc-40d2-a594-662a5d66d0ad" providerId="ADAL" clId="{359FD5A0-C0E1-4F46-AEB0-51555EFEF171}" dt="2025-10-29T09:10:55.542" v="2337" actId="962"/>
          <ac:spMkLst>
            <pc:docMk/>
            <pc:sldMk cId="1629779527" sldId="2606"/>
            <ac:spMk id="5" creationId="{D6D788FE-773B-8F8E-9B44-148C452EA3E9}"/>
          </ac:spMkLst>
        </pc:spChg>
        <pc:spChg chg="mod">
          <ac:chgData name="VICTOR JOSE GONZALEZ RODRIGUEZ" userId="3fdd7208-0adc-40d2-a594-662a5d66d0ad" providerId="ADAL" clId="{359FD5A0-C0E1-4F46-AEB0-51555EFEF171}" dt="2025-10-29T09:10:55.542" v="2337" actId="962"/>
          <ac:spMkLst>
            <pc:docMk/>
            <pc:sldMk cId="1629779527" sldId="2606"/>
            <ac:spMk id="6" creationId="{04D81596-BC79-559F-B2D6-BC04CD19FBAF}"/>
          </ac:spMkLst>
        </pc:spChg>
        <pc:spChg chg="mod">
          <ac:chgData name="VICTOR JOSE GONZALEZ RODRIGUEZ" userId="3fdd7208-0adc-40d2-a594-662a5d66d0ad" providerId="ADAL" clId="{359FD5A0-C0E1-4F46-AEB0-51555EFEF171}" dt="2025-10-29T09:10:55.542" v="2337" actId="962"/>
          <ac:spMkLst>
            <pc:docMk/>
            <pc:sldMk cId="1629779527" sldId="2606"/>
            <ac:spMk id="7" creationId="{158A6955-217A-64AD-55BB-1184270C916A}"/>
          </ac:spMkLst>
        </pc:spChg>
        <pc:spChg chg="mod">
          <ac:chgData name="VICTOR JOSE GONZALEZ RODRIGUEZ" userId="3fdd7208-0adc-40d2-a594-662a5d66d0ad" providerId="ADAL" clId="{359FD5A0-C0E1-4F46-AEB0-51555EFEF171}" dt="2025-10-29T09:10:55.542" v="2337" actId="962"/>
          <ac:spMkLst>
            <pc:docMk/>
            <pc:sldMk cId="1629779527" sldId="2606"/>
            <ac:spMk id="8" creationId="{FDE5876F-526A-6169-FAED-E34646CA069E}"/>
          </ac:spMkLst>
        </pc:spChg>
        <pc:spChg chg="mod">
          <ac:chgData name="VICTOR JOSE GONZALEZ RODRIGUEZ" userId="3fdd7208-0adc-40d2-a594-662a5d66d0ad" providerId="ADAL" clId="{359FD5A0-C0E1-4F46-AEB0-51555EFEF171}" dt="2025-10-29T09:10:55.542" v="2337" actId="962"/>
          <ac:spMkLst>
            <pc:docMk/>
            <pc:sldMk cId="1629779527" sldId="2606"/>
            <ac:spMk id="9" creationId="{32D6D6AB-8253-C7BF-13CB-819D4D5D8331}"/>
          </ac:spMkLst>
        </pc:spChg>
        <pc:spChg chg="mod">
          <ac:chgData name="VICTOR JOSE GONZALEZ RODRIGUEZ" userId="3fdd7208-0adc-40d2-a594-662a5d66d0ad" providerId="ADAL" clId="{359FD5A0-C0E1-4F46-AEB0-51555EFEF171}" dt="2025-10-29T09:10:55.542" v="2337" actId="962"/>
          <ac:spMkLst>
            <pc:docMk/>
            <pc:sldMk cId="1629779527" sldId="2606"/>
            <ac:spMk id="10" creationId="{85DC9A46-93B2-F254-4858-DE3819D326C8}"/>
          </ac:spMkLst>
        </pc:spChg>
        <pc:picChg chg="mod">
          <ac:chgData name="VICTOR JOSE GONZALEZ RODRIGUEZ" userId="3fdd7208-0adc-40d2-a594-662a5d66d0ad" providerId="ADAL" clId="{359FD5A0-C0E1-4F46-AEB0-51555EFEF171}" dt="2025-10-29T09:10:55.542" v="2337" actId="962"/>
          <ac:picMkLst>
            <pc:docMk/>
            <pc:sldMk cId="1629779527" sldId="2606"/>
            <ac:picMk id="3" creationId="{01C68026-FE29-2F5E-30EA-F63F09AF6C5B}"/>
          </ac:picMkLst>
        </pc:picChg>
      </pc:sldChg>
      <pc:sldChg chg="modSp mod">
        <pc:chgData name="VICTOR JOSE GONZALEZ RODRIGUEZ" userId="3fdd7208-0adc-40d2-a594-662a5d66d0ad" providerId="ADAL" clId="{359FD5A0-C0E1-4F46-AEB0-51555EFEF171}" dt="2025-10-29T09:14:24.132" v="3223" actId="962"/>
        <pc:sldMkLst>
          <pc:docMk/>
          <pc:sldMk cId="2626467182" sldId="2607"/>
        </pc:sldMkLst>
        <pc:spChg chg="mod">
          <ac:chgData name="VICTOR JOSE GONZALEZ RODRIGUEZ" userId="3fdd7208-0adc-40d2-a594-662a5d66d0ad" providerId="ADAL" clId="{359FD5A0-C0E1-4F46-AEB0-51555EFEF171}" dt="2025-10-29T09:14:24.132" v="3223" actId="962"/>
          <ac:spMkLst>
            <pc:docMk/>
            <pc:sldMk cId="2626467182" sldId="2607"/>
            <ac:spMk id="8" creationId="{DC2E13B7-2B9B-10A7-F908-6D825B68143D}"/>
          </ac:spMkLst>
        </pc:spChg>
        <pc:spChg chg="mod">
          <ac:chgData name="VICTOR JOSE GONZALEZ RODRIGUEZ" userId="3fdd7208-0adc-40d2-a594-662a5d66d0ad" providerId="ADAL" clId="{359FD5A0-C0E1-4F46-AEB0-51555EFEF171}" dt="2025-10-29T09:14:24.132" v="3223" actId="962"/>
          <ac:spMkLst>
            <pc:docMk/>
            <pc:sldMk cId="2626467182" sldId="2607"/>
            <ac:spMk id="9" creationId="{4999878C-BE69-C977-6D05-586D11FF883D}"/>
          </ac:spMkLst>
        </pc:spChg>
        <pc:spChg chg="mod">
          <ac:chgData name="VICTOR JOSE GONZALEZ RODRIGUEZ" userId="3fdd7208-0adc-40d2-a594-662a5d66d0ad" providerId="ADAL" clId="{359FD5A0-C0E1-4F46-AEB0-51555EFEF171}" dt="2025-10-29T09:14:24.132" v="3223" actId="962"/>
          <ac:spMkLst>
            <pc:docMk/>
            <pc:sldMk cId="2626467182" sldId="2607"/>
            <ac:spMk id="10" creationId="{95408960-B45F-1F5B-D329-3A5F2CCC1BC7}"/>
          </ac:spMkLst>
        </pc:spChg>
        <pc:spChg chg="mod">
          <ac:chgData name="VICTOR JOSE GONZALEZ RODRIGUEZ" userId="3fdd7208-0adc-40d2-a594-662a5d66d0ad" providerId="ADAL" clId="{359FD5A0-C0E1-4F46-AEB0-51555EFEF171}" dt="2025-10-29T09:14:24.132" v="3223" actId="962"/>
          <ac:spMkLst>
            <pc:docMk/>
            <pc:sldMk cId="2626467182" sldId="2607"/>
            <ac:spMk id="11" creationId="{A1759C26-2013-4946-8A89-FB12394CBA1B}"/>
          </ac:spMkLst>
        </pc:spChg>
        <pc:spChg chg="mod">
          <ac:chgData name="VICTOR JOSE GONZALEZ RODRIGUEZ" userId="3fdd7208-0adc-40d2-a594-662a5d66d0ad" providerId="ADAL" clId="{359FD5A0-C0E1-4F46-AEB0-51555EFEF171}" dt="2025-10-29T09:14:24.132" v="3223" actId="962"/>
          <ac:spMkLst>
            <pc:docMk/>
            <pc:sldMk cId="2626467182" sldId="2607"/>
            <ac:spMk id="12" creationId="{B8D16BAB-B1AD-E90E-1472-7680C5554F68}"/>
          </ac:spMkLst>
        </pc:spChg>
        <pc:spChg chg="mod">
          <ac:chgData name="VICTOR JOSE GONZALEZ RODRIGUEZ" userId="3fdd7208-0adc-40d2-a594-662a5d66d0ad" providerId="ADAL" clId="{359FD5A0-C0E1-4F46-AEB0-51555EFEF171}" dt="2025-10-29T09:14:24.132" v="3223" actId="962"/>
          <ac:spMkLst>
            <pc:docMk/>
            <pc:sldMk cId="2626467182" sldId="2607"/>
            <ac:spMk id="13" creationId="{6F9223D0-5B24-4F6A-C732-ED319E79A539}"/>
          </ac:spMkLst>
        </pc:spChg>
        <pc:spChg chg="mod">
          <ac:chgData name="VICTOR JOSE GONZALEZ RODRIGUEZ" userId="3fdd7208-0adc-40d2-a594-662a5d66d0ad" providerId="ADAL" clId="{359FD5A0-C0E1-4F46-AEB0-51555EFEF171}" dt="2025-10-29T09:14:24.132" v="3223" actId="962"/>
          <ac:spMkLst>
            <pc:docMk/>
            <pc:sldMk cId="2626467182" sldId="2607"/>
            <ac:spMk id="14" creationId="{958B8189-22CE-72D8-92DC-6B8798602198}"/>
          </ac:spMkLst>
        </pc:spChg>
      </pc:sldChg>
      <pc:sldChg chg="modSp mod">
        <pc:chgData name="VICTOR JOSE GONZALEZ RODRIGUEZ" userId="3fdd7208-0adc-40d2-a594-662a5d66d0ad" providerId="ADAL" clId="{359FD5A0-C0E1-4F46-AEB0-51555EFEF171}" dt="2025-10-29T09:14:32.755" v="3242" actId="962"/>
        <pc:sldMkLst>
          <pc:docMk/>
          <pc:sldMk cId="3449656868" sldId="2608"/>
        </pc:sldMkLst>
        <pc:spChg chg="mod">
          <ac:chgData name="VICTOR JOSE GONZALEZ RODRIGUEZ" userId="3fdd7208-0adc-40d2-a594-662a5d66d0ad" providerId="ADAL" clId="{359FD5A0-C0E1-4F46-AEB0-51555EFEF171}" dt="2025-10-29T09:14:29.090" v="3224" actId="962"/>
          <ac:spMkLst>
            <pc:docMk/>
            <pc:sldMk cId="3449656868" sldId="2608"/>
            <ac:spMk id="5" creationId="{47957C62-D05C-B33A-511E-6067D3912723}"/>
          </ac:spMkLst>
        </pc:spChg>
        <pc:spChg chg="mod">
          <ac:chgData name="VICTOR JOSE GONZALEZ RODRIGUEZ" userId="3fdd7208-0adc-40d2-a594-662a5d66d0ad" providerId="ADAL" clId="{359FD5A0-C0E1-4F46-AEB0-51555EFEF171}" dt="2025-10-29T09:14:29.090" v="3224" actId="962"/>
          <ac:spMkLst>
            <pc:docMk/>
            <pc:sldMk cId="3449656868" sldId="2608"/>
            <ac:spMk id="6" creationId="{3C411311-04AC-B711-DADC-7CD10888D381}"/>
          </ac:spMkLst>
        </pc:spChg>
        <pc:spChg chg="mod">
          <ac:chgData name="VICTOR JOSE GONZALEZ RODRIGUEZ" userId="3fdd7208-0adc-40d2-a594-662a5d66d0ad" providerId="ADAL" clId="{359FD5A0-C0E1-4F46-AEB0-51555EFEF171}" dt="2025-10-29T09:14:29.090" v="3224" actId="962"/>
          <ac:spMkLst>
            <pc:docMk/>
            <pc:sldMk cId="3449656868" sldId="2608"/>
            <ac:spMk id="7" creationId="{70F9A7D6-8C4B-C628-C898-9D7A94953DFA}"/>
          </ac:spMkLst>
        </pc:spChg>
        <pc:spChg chg="mod">
          <ac:chgData name="VICTOR JOSE GONZALEZ RODRIGUEZ" userId="3fdd7208-0adc-40d2-a594-662a5d66d0ad" providerId="ADAL" clId="{359FD5A0-C0E1-4F46-AEB0-51555EFEF171}" dt="2025-10-29T09:14:29.090" v="3224" actId="962"/>
          <ac:spMkLst>
            <pc:docMk/>
            <pc:sldMk cId="3449656868" sldId="2608"/>
            <ac:spMk id="8" creationId="{05ADF192-C20E-4043-AF30-7F622A5835AC}"/>
          </ac:spMkLst>
        </pc:spChg>
        <pc:spChg chg="mod">
          <ac:chgData name="VICTOR JOSE GONZALEZ RODRIGUEZ" userId="3fdd7208-0adc-40d2-a594-662a5d66d0ad" providerId="ADAL" clId="{359FD5A0-C0E1-4F46-AEB0-51555EFEF171}" dt="2025-10-29T09:14:29.090" v="3224" actId="962"/>
          <ac:spMkLst>
            <pc:docMk/>
            <pc:sldMk cId="3449656868" sldId="2608"/>
            <ac:spMk id="9" creationId="{7A679303-DAC7-168C-4424-087CD6815141}"/>
          </ac:spMkLst>
        </pc:spChg>
        <pc:spChg chg="mod">
          <ac:chgData name="VICTOR JOSE GONZALEZ RODRIGUEZ" userId="3fdd7208-0adc-40d2-a594-662a5d66d0ad" providerId="ADAL" clId="{359FD5A0-C0E1-4F46-AEB0-51555EFEF171}" dt="2025-10-29T09:14:29.090" v="3224" actId="962"/>
          <ac:spMkLst>
            <pc:docMk/>
            <pc:sldMk cId="3449656868" sldId="2608"/>
            <ac:spMk id="10" creationId="{77A654B6-88FE-3601-F37D-45A48D42EB6B}"/>
          </ac:spMkLst>
        </pc:spChg>
        <pc:spChg chg="mod">
          <ac:chgData name="VICTOR JOSE GONZALEZ RODRIGUEZ" userId="3fdd7208-0adc-40d2-a594-662a5d66d0ad" providerId="ADAL" clId="{359FD5A0-C0E1-4F46-AEB0-51555EFEF171}" dt="2025-10-29T09:14:29.090" v="3224" actId="962"/>
          <ac:spMkLst>
            <pc:docMk/>
            <pc:sldMk cId="3449656868" sldId="2608"/>
            <ac:spMk id="11" creationId="{F18AE91B-125C-D437-0EC8-B2B4A9D367AF}"/>
          </ac:spMkLst>
        </pc:spChg>
        <pc:picChg chg="mod">
          <ac:chgData name="VICTOR JOSE GONZALEZ RODRIGUEZ" userId="3fdd7208-0adc-40d2-a594-662a5d66d0ad" providerId="ADAL" clId="{359FD5A0-C0E1-4F46-AEB0-51555EFEF171}" dt="2025-10-29T09:14:32.755" v="3242" actId="962"/>
          <ac:picMkLst>
            <pc:docMk/>
            <pc:sldMk cId="3449656868" sldId="2608"/>
            <ac:picMk id="12" creationId="{F852416E-30C5-F3D4-9872-35E86322EFE5}"/>
          </ac:picMkLst>
        </pc:picChg>
      </pc:sldChg>
      <pc:sldChg chg="modSp mod">
        <pc:chgData name="VICTOR JOSE GONZALEZ RODRIGUEZ" userId="3fdd7208-0adc-40d2-a594-662a5d66d0ad" providerId="ADAL" clId="{359FD5A0-C0E1-4F46-AEB0-51555EFEF171}" dt="2025-10-29T09:14:49.171" v="3311" actId="962"/>
        <pc:sldMkLst>
          <pc:docMk/>
          <pc:sldMk cId="705652513" sldId="2609"/>
        </pc:sldMkLst>
        <pc:spChg chg="mod">
          <ac:chgData name="VICTOR JOSE GONZALEZ RODRIGUEZ" userId="3fdd7208-0adc-40d2-a594-662a5d66d0ad" providerId="ADAL" clId="{359FD5A0-C0E1-4F46-AEB0-51555EFEF171}" dt="2025-10-29T09:14:40.205" v="3243" actId="962"/>
          <ac:spMkLst>
            <pc:docMk/>
            <pc:sldMk cId="705652513" sldId="2609"/>
            <ac:spMk id="5" creationId="{53411C71-0B6E-8E0B-8514-36589A33C302}"/>
          </ac:spMkLst>
        </pc:spChg>
        <pc:spChg chg="mod">
          <ac:chgData name="VICTOR JOSE GONZALEZ RODRIGUEZ" userId="3fdd7208-0adc-40d2-a594-662a5d66d0ad" providerId="ADAL" clId="{359FD5A0-C0E1-4F46-AEB0-51555EFEF171}" dt="2025-10-29T09:14:40.205" v="3243" actId="962"/>
          <ac:spMkLst>
            <pc:docMk/>
            <pc:sldMk cId="705652513" sldId="2609"/>
            <ac:spMk id="6" creationId="{5943F7E1-DD14-4B9A-9F00-BDB9F9E2A8F4}"/>
          </ac:spMkLst>
        </pc:spChg>
        <pc:spChg chg="mod">
          <ac:chgData name="VICTOR JOSE GONZALEZ RODRIGUEZ" userId="3fdd7208-0adc-40d2-a594-662a5d66d0ad" providerId="ADAL" clId="{359FD5A0-C0E1-4F46-AEB0-51555EFEF171}" dt="2025-10-29T09:14:40.205" v="3243" actId="962"/>
          <ac:spMkLst>
            <pc:docMk/>
            <pc:sldMk cId="705652513" sldId="2609"/>
            <ac:spMk id="7" creationId="{A97BA90C-8E88-AB48-98E6-414A7D2C4994}"/>
          </ac:spMkLst>
        </pc:spChg>
        <pc:spChg chg="mod">
          <ac:chgData name="VICTOR JOSE GONZALEZ RODRIGUEZ" userId="3fdd7208-0adc-40d2-a594-662a5d66d0ad" providerId="ADAL" clId="{359FD5A0-C0E1-4F46-AEB0-51555EFEF171}" dt="2025-10-29T09:14:40.205" v="3243" actId="962"/>
          <ac:spMkLst>
            <pc:docMk/>
            <pc:sldMk cId="705652513" sldId="2609"/>
            <ac:spMk id="8" creationId="{39597442-8DB1-A235-F232-21926E6E2001}"/>
          </ac:spMkLst>
        </pc:spChg>
        <pc:spChg chg="mod">
          <ac:chgData name="VICTOR JOSE GONZALEZ RODRIGUEZ" userId="3fdd7208-0adc-40d2-a594-662a5d66d0ad" providerId="ADAL" clId="{359FD5A0-C0E1-4F46-AEB0-51555EFEF171}" dt="2025-10-29T09:14:40.205" v="3243" actId="962"/>
          <ac:spMkLst>
            <pc:docMk/>
            <pc:sldMk cId="705652513" sldId="2609"/>
            <ac:spMk id="9" creationId="{EEC998E1-0716-AF02-9E52-9573984E10C8}"/>
          </ac:spMkLst>
        </pc:spChg>
        <pc:spChg chg="mod">
          <ac:chgData name="VICTOR JOSE GONZALEZ RODRIGUEZ" userId="3fdd7208-0adc-40d2-a594-662a5d66d0ad" providerId="ADAL" clId="{359FD5A0-C0E1-4F46-AEB0-51555EFEF171}" dt="2025-10-29T09:14:40.205" v="3243" actId="962"/>
          <ac:spMkLst>
            <pc:docMk/>
            <pc:sldMk cId="705652513" sldId="2609"/>
            <ac:spMk id="10" creationId="{A9AEFEC7-2F76-47E4-86A4-D5CAD45AC2CA}"/>
          </ac:spMkLst>
        </pc:spChg>
        <pc:spChg chg="mod">
          <ac:chgData name="VICTOR JOSE GONZALEZ RODRIGUEZ" userId="3fdd7208-0adc-40d2-a594-662a5d66d0ad" providerId="ADAL" clId="{359FD5A0-C0E1-4F46-AEB0-51555EFEF171}" dt="2025-10-29T09:14:40.205" v="3243" actId="962"/>
          <ac:spMkLst>
            <pc:docMk/>
            <pc:sldMk cId="705652513" sldId="2609"/>
            <ac:spMk id="11" creationId="{6FE32A37-BA69-4BCD-3329-716627C02F19}"/>
          </ac:spMkLst>
        </pc:spChg>
        <pc:picChg chg="mod">
          <ac:chgData name="VICTOR JOSE GONZALEZ RODRIGUEZ" userId="3fdd7208-0adc-40d2-a594-662a5d66d0ad" providerId="ADAL" clId="{359FD5A0-C0E1-4F46-AEB0-51555EFEF171}" dt="2025-10-29T09:14:49.171" v="3311" actId="962"/>
          <ac:picMkLst>
            <pc:docMk/>
            <pc:sldMk cId="705652513" sldId="2609"/>
            <ac:picMk id="12" creationId="{E6E032F8-DD1C-C7AA-7D0C-F9FBA764A97A}"/>
          </ac:picMkLst>
        </pc:picChg>
      </pc:sldChg>
      <pc:sldChg chg="modSp mod">
        <pc:chgData name="VICTOR JOSE GONZALEZ RODRIGUEZ" userId="3fdd7208-0adc-40d2-a594-662a5d66d0ad" providerId="ADAL" clId="{359FD5A0-C0E1-4F46-AEB0-51555EFEF171}" dt="2025-10-29T09:08:12.232" v="1930" actId="962"/>
        <pc:sldMkLst>
          <pc:docMk/>
          <pc:sldMk cId="830695943" sldId="2612"/>
        </pc:sldMkLst>
        <pc:spChg chg="mod">
          <ac:chgData name="VICTOR JOSE GONZALEZ RODRIGUEZ" userId="3fdd7208-0adc-40d2-a594-662a5d66d0ad" providerId="ADAL" clId="{359FD5A0-C0E1-4F46-AEB0-51555EFEF171}" dt="2025-10-29T09:07:54.853" v="1888" actId="962"/>
          <ac:spMkLst>
            <pc:docMk/>
            <pc:sldMk cId="830695943" sldId="2612"/>
            <ac:spMk id="7" creationId="{766D5710-4E22-B027-5F37-80806A4D8D33}"/>
          </ac:spMkLst>
        </pc:spChg>
        <pc:spChg chg="mod">
          <ac:chgData name="VICTOR JOSE GONZALEZ RODRIGUEZ" userId="3fdd7208-0adc-40d2-a594-662a5d66d0ad" providerId="ADAL" clId="{359FD5A0-C0E1-4F46-AEB0-51555EFEF171}" dt="2025-10-29T09:07:54.853" v="1888" actId="962"/>
          <ac:spMkLst>
            <pc:docMk/>
            <pc:sldMk cId="830695943" sldId="2612"/>
            <ac:spMk id="8" creationId="{A857BB7C-990E-3CBD-528B-1E3A22CFDA26}"/>
          </ac:spMkLst>
        </pc:spChg>
        <pc:spChg chg="mod">
          <ac:chgData name="VICTOR JOSE GONZALEZ RODRIGUEZ" userId="3fdd7208-0adc-40d2-a594-662a5d66d0ad" providerId="ADAL" clId="{359FD5A0-C0E1-4F46-AEB0-51555EFEF171}" dt="2025-10-29T09:07:54.853" v="1888" actId="962"/>
          <ac:spMkLst>
            <pc:docMk/>
            <pc:sldMk cId="830695943" sldId="2612"/>
            <ac:spMk id="9" creationId="{9DE6EFBD-92C1-88DE-A03B-A7F7BD5C96B3}"/>
          </ac:spMkLst>
        </pc:spChg>
        <pc:spChg chg="mod">
          <ac:chgData name="VICTOR JOSE GONZALEZ RODRIGUEZ" userId="3fdd7208-0adc-40d2-a594-662a5d66d0ad" providerId="ADAL" clId="{359FD5A0-C0E1-4F46-AEB0-51555EFEF171}" dt="2025-10-29T09:07:54.853" v="1888" actId="962"/>
          <ac:spMkLst>
            <pc:docMk/>
            <pc:sldMk cId="830695943" sldId="2612"/>
            <ac:spMk id="10" creationId="{E61EAA14-3967-1A9E-D64C-79C396A80B24}"/>
          </ac:spMkLst>
        </pc:spChg>
        <pc:spChg chg="mod">
          <ac:chgData name="VICTOR JOSE GONZALEZ RODRIGUEZ" userId="3fdd7208-0adc-40d2-a594-662a5d66d0ad" providerId="ADAL" clId="{359FD5A0-C0E1-4F46-AEB0-51555EFEF171}" dt="2025-10-29T09:07:54.853" v="1888" actId="962"/>
          <ac:spMkLst>
            <pc:docMk/>
            <pc:sldMk cId="830695943" sldId="2612"/>
            <ac:spMk id="11" creationId="{3B247EEA-A8A7-E0E3-D517-C870BE6BB721}"/>
          </ac:spMkLst>
        </pc:spChg>
        <pc:spChg chg="mod">
          <ac:chgData name="VICTOR JOSE GONZALEZ RODRIGUEZ" userId="3fdd7208-0adc-40d2-a594-662a5d66d0ad" providerId="ADAL" clId="{359FD5A0-C0E1-4F46-AEB0-51555EFEF171}" dt="2025-10-29T09:07:54.853" v="1888" actId="962"/>
          <ac:spMkLst>
            <pc:docMk/>
            <pc:sldMk cId="830695943" sldId="2612"/>
            <ac:spMk id="12" creationId="{C010A8CE-7EDB-F1EB-706B-0179085D8CF6}"/>
          </ac:spMkLst>
        </pc:spChg>
        <pc:spChg chg="mod">
          <ac:chgData name="VICTOR JOSE GONZALEZ RODRIGUEZ" userId="3fdd7208-0adc-40d2-a594-662a5d66d0ad" providerId="ADAL" clId="{359FD5A0-C0E1-4F46-AEB0-51555EFEF171}" dt="2025-10-29T09:07:54.853" v="1888" actId="962"/>
          <ac:spMkLst>
            <pc:docMk/>
            <pc:sldMk cId="830695943" sldId="2612"/>
            <ac:spMk id="13" creationId="{8A4B4AF0-E863-E800-DCDE-B329A8B402A6}"/>
          </ac:spMkLst>
        </pc:spChg>
        <pc:picChg chg="mod">
          <ac:chgData name="VICTOR JOSE GONZALEZ RODRIGUEZ" userId="3fdd7208-0adc-40d2-a594-662a5d66d0ad" providerId="ADAL" clId="{359FD5A0-C0E1-4F46-AEB0-51555EFEF171}" dt="2025-10-29T09:08:12.232" v="1930" actId="962"/>
          <ac:picMkLst>
            <pc:docMk/>
            <pc:sldMk cId="830695943" sldId="2612"/>
            <ac:picMk id="18" creationId="{AB114D0A-EB47-E11F-0CF3-9F5F8FE45660}"/>
          </ac:picMkLst>
        </pc:picChg>
        <pc:picChg chg="mod">
          <ac:chgData name="VICTOR JOSE GONZALEZ RODRIGUEZ" userId="3fdd7208-0adc-40d2-a594-662a5d66d0ad" providerId="ADAL" clId="{359FD5A0-C0E1-4F46-AEB0-51555EFEF171}" dt="2025-10-29T09:07:54.853" v="1888" actId="962"/>
          <ac:picMkLst>
            <pc:docMk/>
            <pc:sldMk cId="830695943" sldId="2612"/>
            <ac:picMk id="20" creationId="{427ABA7A-C724-A802-C8A6-2E3D12CFE0F5}"/>
          </ac:picMkLst>
        </pc:picChg>
      </pc:sldChg>
      <pc:sldChg chg="modSp mod">
        <pc:chgData name="VICTOR JOSE GONZALEZ RODRIGUEZ" userId="3fdd7208-0adc-40d2-a594-662a5d66d0ad" providerId="ADAL" clId="{359FD5A0-C0E1-4F46-AEB0-51555EFEF171}" dt="2025-10-29T09:08:32.933" v="1958" actId="962"/>
        <pc:sldMkLst>
          <pc:docMk/>
          <pc:sldMk cId="3156003321" sldId="2613"/>
        </pc:sldMkLst>
        <pc:spChg chg="mod">
          <ac:chgData name="VICTOR JOSE GONZALEZ RODRIGUEZ" userId="3fdd7208-0adc-40d2-a594-662a5d66d0ad" providerId="ADAL" clId="{359FD5A0-C0E1-4F46-AEB0-51555EFEF171}" dt="2025-10-29T09:08:21.143" v="1931" actId="962"/>
          <ac:spMkLst>
            <pc:docMk/>
            <pc:sldMk cId="3156003321" sldId="2613"/>
            <ac:spMk id="4" creationId="{F103705B-E0A7-46F5-A950-1888CBEF7760}"/>
          </ac:spMkLst>
        </pc:spChg>
        <pc:spChg chg="mod">
          <ac:chgData name="VICTOR JOSE GONZALEZ RODRIGUEZ" userId="3fdd7208-0adc-40d2-a594-662a5d66d0ad" providerId="ADAL" clId="{359FD5A0-C0E1-4F46-AEB0-51555EFEF171}" dt="2025-10-29T09:08:21.143" v="1931" actId="962"/>
          <ac:spMkLst>
            <pc:docMk/>
            <pc:sldMk cId="3156003321" sldId="2613"/>
            <ac:spMk id="5" creationId="{026C17A8-78F3-D4E5-C76A-F3B2CEB358A2}"/>
          </ac:spMkLst>
        </pc:spChg>
        <pc:spChg chg="mod">
          <ac:chgData name="VICTOR JOSE GONZALEZ RODRIGUEZ" userId="3fdd7208-0adc-40d2-a594-662a5d66d0ad" providerId="ADAL" clId="{359FD5A0-C0E1-4F46-AEB0-51555EFEF171}" dt="2025-10-29T09:08:21.143" v="1931" actId="962"/>
          <ac:spMkLst>
            <pc:docMk/>
            <pc:sldMk cId="3156003321" sldId="2613"/>
            <ac:spMk id="6" creationId="{CAF99564-8CFF-3567-1F70-571A11E157AF}"/>
          </ac:spMkLst>
        </pc:spChg>
        <pc:spChg chg="mod">
          <ac:chgData name="VICTOR JOSE GONZALEZ RODRIGUEZ" userId="3fdd7208-0adc-40d2-a594-662a5d66d0ad" providerId="ADAL" clId="{359FD5A0-C0E1-4F46-AEB0-51555EFEF171}" dt="2025-10-29T09:08:21.143" v="1931" actId="962"/>
          <ac:spMkLst>
            <pc:docMk/>
            <pc:sldMk cId="3156003321" sldId="2613"/>
            <ac:spMk id="7" creationId="{E714A210-0177-F706-3F3B-B98DE32B211C}"/>
          </ac:spMkLst>
        </pc:spChg>
        <pc:spChg chg="mod">
          <ac:chgData name="VICTOR JOSE GONZALEZ RODRIGUEZ" userId="3fdd7208-0adc-40d2-a594-662a5d66d0ad" providerId="ADAL" clId="{359FD5A0-C0E1-4F46-AEB0-51555EFEF171}" dt="2025-10-29T09:08:21.143" v="1931" actId="962"/>
          <ac:spMkLst>
            <pc:docMk/>
            <pc:sldMk cId="3156003321" sldId="2613"/>
            <ac:spMk id="8" creationId="{EDFAF0F3-D9E2-CA76-4722-FA0BCB9D94CC}"/>
          </ac:spMkLst>
        </pc:spChg>
        <pc:spChg chg="mod">
          <ac:chgData name="VICTOR JOSE GONZALEZ RODRIGUEZ" userId="3fdd7208-0adc-40d2-a594-662a5d66d0ad" providerId="ADAL" clId="{359FD5A0-C0E1-4F46-AEB0-51555EFEF171}" dt="2025-10-29T09:08:21.143" v="1931" actId="962"/>
          <ac:spMkLst>
            <pc:docMk/>
            <pc:sldMk cId="3156003321" sldId="2613"/>
            <ac:spMk id="9" creationId="{42B47FB0-3D88-CA0D-AE90-BC1D835B250D}"/>
          </ac:spMkLst>
        </pc:spChg>
        <pc:spChg chg="mod">
          <ac:chgData name="VICTOR JOSE GONZALEZ RODRIGUEZ" userId="3fdd7208-0adc-40d2-a594-662a5d66d0ad" providerId="ADAL" clId="{359FD5A0-C0E1-4F46-AEB0-51555EFEF171}" dt="2025-10-29T09:08:21.143" v="1931" actId="962"/>
          <ac:spMkLst>
            <pc:docMk/>
            <pc:sldMk cId="3156003321" sldId="2613"/>
            <ac:spMk id="10" creationId="{4273551C-AA64-F1AB-6DF4-3DF021006991}"/>
          </ac:spMkLst>
        </pc:spChg>
        <pc:picChg chg="mod ord">
          <ac:chgData name="VICTOR JOSE GONZALEZ RODRIGUEZ" userId="3fdd7208-0adc-40d2-a594-662a5d66d0ad" providerId="ADAL" clId="{359FD5A0-C0E1-4F46-AEB0-51555EFEF171}" dt="2025-10-29T09:08:32.933" v="1958" actId="962"/>
          <ac:picMkLst>
            <pc:docMk/>
            <pc:sldMk cId="3156003321" sldId="2613"/>
            <ac:picMk id="3" creationId="{29279439-7D57-9B95-DE80-5C9B869CA078}"/>
          </ac:picMkLst>
        </pc:picChg>
      </pc:sldChg>
      <pc:sldChg chg="modSp mod">
        <pc:chgData name="VICTOR JOSE GONZALEZ RODRIGUEZ" userId="3fdd7208-0adc-40d2-a594-662a5d66d0ad" providerId="ADAL" clId="{359FD5A0-C0E1-4F46-AEB0-51555EFEF171}" dt="2025-10-29T09:10:00.501" v="2311" actId="962"/>
        <pc:sldMkLst>
          <pc:docMk/>
          <pc:sldMk cId="2610783502" sldId="2614"/>
        </pc:sldMkLst>
        <pc:spChg chg="mod">
          <ac:chgData name="VICTOR JOSE GONZALEZ RODRIGUEZ" userId="3fdd7208-0adc-40d2-a594-662a5d66d0ad" providerId="ADAL" clId="{359FD5A0-C0E1-4F46-AEB0-51555EFEF171}" dt="2025-10-29T09:08:38.764" v="1959" actId="962"/>
          <ac:spMkLst>
            <pc:docMk/>
            <pc:sldMk cId="2610783502" sldId="2614"/>
            <ac:spMk id="7" creationId="{E2192518-9499-E2C4-10BD-42D033E6C9F2}"/>
          </ac:spMkLst>
        </pc:spChg>
        <pc:spChg chg="mod">
          <ac:chgData name="VICTOR JOSE GONZALEZ RODRIGUEZ" userId="3fdd7208-0adc-40d2-a594-662a5d66d0ad" providerId="ADAL" clId="{359FD5A0-C0E1-4F46-AEB0-51555EFEF171}" dt="2025-10-29T09:08:38.764" v="1959" actId="962"/>
          <ac:spMkLst>
            <pc:docMk/>
            <pc:sldMk cId="2610783502" sldId="2614"/>
            <ac:spMk id="8" creationId="{001041E1-81C6-4C89-2F54-B4F584858237}"/>
          </ac:spMkLst>
        </pc:spChg>
        <pc:spChg chg="mod">
          <ac:chgData name="VICTOR JOSE GONZALEZ RODRIGUEZ" userId="3fdd7208-0adc-40d2-a594-662a5d66d0ad" providerId="ADAL" clId="{359FD5A0-C0E1-4F46-AEB0-51555EFEF171}" dt="2025-10-29T09:08:38.764" v="1959" actId="962"/>
          <ac:spMkLst>
            <pc:docMk/>
            <pc:sldMk cId="2610783502" sldId="2614"/>
            <ac:spMk id="9" creationId="{EAE00CC8-EB20-F2C3-FC09-2B2ED92949F2}"/>
          </ac:spMkLst>
        </pc:spChg>
        <pc:spChg chg="mod">
          <ac:chgData name="VICTOR JOSE GONZALEZ RODRIGUEZ" userId="3fdd7208-0adc-40d2-a594-662a5d66d0ad" providerId="ADAL" clId="{359FD5A0-C0E1-4F46-AEB0-51555EFEF171}" dt="2025-10-29T09:08:38.764" v="1959" actId="962"/>
          <ac:spMkLst>
            <pc:docMk/>
            <pc:sldMk cId="2610783502" sldId="2614"/>
            <ac:spMk id="10" creationId="{D131818D-378C-23CF-CCF7-3372CF6C6A5D}"/>
          </ac:spMkLst>
        </pc:spChg>
        <pc:spChg chg="mod">
          <ac:chgData name="VICTOR JOSE GONZALEZ RODRIGUEZ" userId="3fdd7208-0adc-40d2-a594-662a5d66d0ad" providerId="ADAL" clId="{359FD5A0-C0E1-4F46-AEB0-51555EFEF171}" dt="2025-10-29T09:08:38.764" v="1959" actId="962"/>
          <ac:spMkLst>
            <pc:docMk/>
            <pc:sldMk cId="2610783502" sldId="2614"/>
            <ac:spMk id="11" creationId="{6C7044CC-7EE6-84F3-82D5-2381647AAAAC}"/>
          </ac:spMkLst>
        </pc:spChg>
        <pc:spChg chg="mod">
          <ac:chgData name="VICTOR JOSE GONZALEZ RODRIGUEZ" userId="3fdd7208-0adc-40d2-a594-662a5d66d0ad" providerId="ADAL" clId="{359FD5A0-C0E1-4F46-AEB0-51555EFEF171}" dt="2025-10-29T09:08:38.764" v="1959" actId="962"/>
          <ac:spMkLst>
            <pc:docMk/>
            <pc:sldMk cId="2610783502" sldId="2614"/>
            <ac:spMk id="12" creationId="{BEFFE0F6-3C8C-00C3-76DE-5F03C4460082}"/>
          </ac:spMkLst>
        </pc:spChg>
        <pc:spChg chg="mod">
          <ac:chgData name="VICTOR JOSE GONZALEZ RODRIGUEZ" userId="3fdd7208-0adc-40d2-a594-662a5d66d0ad" providerId="ADAL" clId="{359FD5A0-C0E1-4F46-AEB0-51555EFEF171}" dt="2025-10-29T09:08:38.764" v="1959" actId="962"/>
          <ac:spMkLst>
            <pc:docMk/>
            <pc:sldMk cId="2610783502" sldId="2614"/>
            <ac:spMk id="13" creationId="{73C7CB03-1E3F-4543-B70C-A9E258BBF3E7}"/>
          </ac:spMkLst>
        </pc:spChg>
        <pc:grpChg chg="mod">
          <ac:chgData name="VICTOR JOSE GONZALEZ RODRIGUEZ" userId="3fdd7208-0adc-40d2-a594-662a5d66d0ad" providerId="ADAL" clId="{359FD5A0-C0E1-4F46-AEB0-51555EFEF171}" dt="2025-10-29T09:10:00.501" v="2311" actId="962"/>
          <ac:grpSpMkLst>
            <pc:docMk/>
            <pc:sldMk cId="2610783502" sldId="2614"/>
            <ac:grpSpMk id="14" creationId="{FF9ECA1C-FEC1-2C11-1D43-B345A944A326}"/>
          </ac:grpSpMkLst>
        </pc:grpChg>
      </pc:sldChg>
      <pc:sldChg chg="modSp mod">
        <pc:chgData name="VICTOR JOSE GONZALEZ RODRIGUEZ" userId="3fdd7208-0adc-40d2-a594-662a5d66d0ad" providerId="ADAL" clId="{359FD5A0-C0E1-4F46-AEB0-51555EFEF171}" dt="2025-10-29T09:10:07.051" v="2312" actId="962"/>
        <pc:sldMkLst>
          <pc:docMk/>
          <pc:sldMk cId="3860271788" sldId="2616"/>
        </pc:sldMkLst>
        <pc:spChg chg="mod">
          <ac:chgData name="VICTOR JOSE GONZALEZ RODRIGUEZ" userId="3fdd7208-0adc-40d2-a594-662a5d66d0ad" providerId="ADAL" clId="{359FD5A0-C0E1-4F46-AEB0-51555EFEF171}" dt="2025-10-29T09:10:07.051" v="2312" actId="962"/>
          <ac:spMkLst>
            <pc:docMk/>
            <pc:sldMk cId="3860271788" sldId="2616"/>
            <ac:spMk id="3" creationId="{7565BA41-AED3-83AD-33B5-40C7B178E738}"/>
          </ac:spMkLst>
        </pc:spChg>
        <pc:spChg chg="mod">
          <ac:chgData name="VICTOR JOSE GONZALEZ RODRIGUEZ" userId="3fdd7208-0adc-40d2-a594-662a5d66d0ad" providerId="ADAL" clId="{359FD5A0-C0E1-4F46-AEB0-51555EFEF171}" dt="2025-10-29T09:10:07.051" v="2312" actId="962"/>
          <ac:spMkLst>
            <pc:docMk/>
            <pc:sldMk cId="3860271788" sldId="2616"/>
            <ac:spMk id="4" creationId="{56FF42F6-D67A-9287-16BA-89ADD13B2AB0}"/>
          </ac:spMkLst>
        </pc:spChg>
        <pc:spChg chg="mod">
          <ac:chgData name="VICTOR JOSE GONZALEZ RODRIGUEZ" userId="3fdd7208-0adc-40d2-a594-662a5d66d0ad" providerId="ADAL" clId="{359FD5A0-C0E1-4F46-AEB0-51555EFEF171}" dt="2025-10-29T09:10:07.051" v="2312" actId="962"/>
          <ac:spMkLst>
            <pc:docMk/>
            <pc:sldMk cId="3860271788" sldId="2616"/>
            <ac:spMk id="5" creationId="{F89BDBA6-3668-6020-0C3C-CBD5F7A3D981}"/>
          </ac:spMkLst>
        </pc:spChg>
        <pc:spChg chg="mod">
          <ac:chgData name="VICTOR JOSE GONZALEZ RODRIGUEZ" userId="3fdd7208-0adc-40d2-a594-662a5d66d0ad" providerId="ADAL" clId="{359FD5A0-C0E1-4F46-AEB0-51555EFEF171}" dt="2025-10-29T09:10:07.051" v="2312" actId="962"/>
          <ac:spMkLst>
            <pc:docMk/>
            <pc:sldMk cId="3860271788" sldId="2616"/>
            <ac:spMk id="6" creationId="{1ED6B513-DE54-4B09-2EE8-42C4442ED2CB}"/>
          </ac:spMkLst>
        </pc:spChg>
        <pc:spChg chg="mod">
          <ac:chgData name="VICTOR JOSE GONZALEZ RODRIGUEZ" userId="3fdd7208-0adc-40d2-a594-662a5d66d0ad" providerId="ADAL" clId="{359FD5A0-C0E1-4F46-AEB0-51555EFEF171}" dt="2025-10-29T09:10:07.051" v="2312" actId="962"/>
          <ac:spMkLst>
            <pc:docMk/>
            <pc:sldMk cId="3860271788" sldId="2616"/>
            <ac:spMk id="7" creationId="{F2E13EA7-75FC-2DE2-1D92-D890AED79132}"/>
          </ac:spMkLst>
        </pc:spChg>
        <pc:spChg chg="mod">
          <ac:chgData name="VICTOR JOSE GONZALEZ RODRIGUEZ" userId="3fdd7208-0adc-40d2-a594-662a5d66d0ad" providerId="ADAL" clId="{359FD5A0-C0E1-4F46-AEB0-51555EFEF171}" dt="2025-10-29T09:10:07.051" v="2312" actId="962"/>
          <ac:spMkLst>
            <pc:docMk/>
            <pc:sldMk cId="3860271788" sldId="2616"/>
            <ac:spMk id="8" creationId="{24BA1FDD-FBBD-4D3E-F3B5-DB10C1A552B4}"/>
          </ac:spMkLst>
        </pc:spChg>
        <pc:spChg chg="mod">
          <ac:chgData name="VICTOR JOSE GONZALEZ RODRIGUEZ" userId="3fdd7208-0adc-40d2-a594-662a5d66d0ad" providerId="ADAL" clId="{359FD5A0-C0E1-4F46-AEB0-51555EFEF171}" dt="2025-10-29T09:10:07.051" v="2312" actId="962"/>
          <ac:spMkLst>
            <pc:docMk/>
            <pc:sldMk cId="3860271788" sldId="2616"/>
            <ac:spMk id="9" creationId="{0F382E77-01C2-89F8-E0F6-3644949C3B0B}"/>
          </ac:spMkLst>
        </pc:spChg>
      </pc:sldChg>
      <pc:sldChg chg="modSp mod">
        <pc:chgData name="VICTOR JOSE GONZALEZ RODRIGUEZ" userId="3fdd7208-0adc-40d2-a594-662a5d66d0ad" providerId="ADAL" clId="{359FD5A0-C0E1-4F46-AEB0-51555EFEF171}" dt="2025-10-29T09:12:13.748" v="2689" actId="962"/>
        <pc:sldMkLst>
          <pc:docMk/>
          <pc:sldMk cId="2018241793" sldId="2617"/>
        </pc:sldMkLst>
        <pc:spChg chg="mod">
          <ac:chgData name="VICTOR JOSE GONZALEZ RODRIGUEZ" userId="3fdd7208-0adc-40d2-a594-662a5d66d0ad" providerId="ADAL" clId="{359FD5A0-C0E1-4F46-AEB0-51555EFEF171}" dt="2025-10-29T09:11:08.848" v="2338" actId="962"/>
          <ac:spMkLst>
            <pc:docMk/>
            <pc:sldMk cId="2018241793" sldId="2617"/>
            <ac:spMk id="4" creationId="{8BE7DE0D-D0F1-1F08-710B-359D31B8149B}"/>
          </ac:spMkLst>
        </pc:spChg>
        <pc:spChg chg="mod">
          <ac:chgData name="VICTOR JOSE GONZALEZ RODRIGUEZ" userId="3fdd7208-0adc-40d2-a594-662a5d66d0ad" providerId="ADAL" clId="{359FD5A0-C0E1-4F46-AEB0-51555EFEF171}" dt="2025-10-29T09:11:08.848" v="2338" actId="962"/>
          <ac:spMkLst>
            <pc:docMk/>
            <pc:sldMk cId="2018241793" sldId="2617"/>
            <ac:spMk id="5" creationId="{C183686A-E45A-3073-4E85-84769F8A4054}"/>
          </ac:spMkLst>
        </pc:spChg>
        <pc:spChg chg="mod">
          <ac:chgData name="VICTOR JOSE GONZALEZ RODRIGUEZ" userId="3fdd7208-0adc-40d2-a594-662a5d66d0ad" providerId="ADAL" clId="{359FD5A0-C0E1-4F46-AEB0-51555EFEF171}" dt="2025-10-29T09:11:08.848" v="2338" actId="962"/>
          <ac:spMkLst>
            <pc:docMk/>
            <pc:sldMk cId="2018241793" sldId="2617"/>
            <ac:spMk id="6" creationId="{6441602D-F941-0088-1B52-0B5E4AAD620C}"/>
          </ac:spMkLst>
        </pc:spChg>
        <pc:spChg chg="mod">
          <ac:chgData name="VICTOR JOSE GONZALEZ RODRIGUEZ" userId="3fdd7208-0adc-40d2-a594-662a5d66d0ad" providerId="ADAL" clId="{359FD5A0-C0E1-4F46-AEB0-51555EFEF171}" dt="2025-10-29T09:11:08.848" v="2338" actId="962"/>
          <ac:spMkLst>
            <pc:docMk/>
            <pc:sldMk cId="2018241793" sldId="2617"/>
            <ac:spMk id="7" creationId="{B10995BB-0447-9C8A-DC7E-FC199DC4879F}"/>
          </ac:spMkLst>
        </pc:spChg>
        <pc:spChg chg="mod">
          <ac:chgData name="VICTOR JOSE GONZALEZ RODRIGUEZ" userId="3fdd7208-0adc-40d2-a594-662a5d66d0ad" providerId="ADAL" clId="{359FD5A0-C0E1-4F46-AEB0-51555EFEF171}" dt="2025-10-29T09:11:08.848" v="2338" actId="962"/>
          <ac:spMkLst>
            <pc:docMk/>
            <pc:sldMk cId="2018241793" sldId="2617"/>
            <ac:spMk id="8" creationId="{3F9E9053-B522-5A31-C1BA-136F82CB5C36}"/>
          </ac:spMkLst>
        </pc:spChg>
        <pc:spChg chg="mod">
          <ac:chgData name="VICTOR JOSE GONZALEZ RODRIGUEZ" userId="3fdd7208-0adc-40d2-a594-662a5d66d0ad" providerId="ADAL" clId="{359FD5A0-C0E1-4F46-AEB0-51555EFEF171}" dt="2025-10-29T09:11:08.848" v="2338" actId="962"/>
          <ac:spMkLst>
            <pc:docMk/>
            <pc:sldMk cId="2018241793" sldId="2617"/>
            <ac:spMk id="9" creationId="{37B18112-1D10-26D8-5470-64CC27AB5012}"/>
          </ac:spMkLst>
        </pc:spChg>
        <pc:spChg chg="mod">
          <ac:chgData name="VICTOR JOSE GONZALEZ RODRIGUEZ" userId="3fdd7208-0adc-40d2-a594-662a5d66d0ad" providerId="ADAL" clId="{359FD5A0-C0E1-4F46-AEB0-51555EFEF171}" dt="2025-10-29T09:11:08.848" v="2338" actId="962"/>
          <ac:spMkLst>
            <pc:docMk/>
            <pc:sldMk cId="2018241793" sldId="2617"/>
            <ac:spMk id="10" creationId="{30EF2A4A-F1E7-969D-FD91-538856B35134}"/>
          </ac:spMkLst>
        </pc:spChg>
        <pc:picChg chg="mod">
          <ac:chgData name="VICTOR JOSE GONZALEZ RODRIGUEZ" userId="3fdd7208-0adc-40d2-a594-662a5d66d0ad" providerId="ADAL" clId="{359FD5A0-C0E1-4F46-AEB0-51555EFEF171}" dt="2025-10-29T09:12:13.748" v="2689" actId="962"/>
          <ac:picMkLst>
            <pc:docMk/>
            <pc:sldMk cId="2018241793" sldId="2617"/>
            <ac:picMk id="12" creationId="{648A9CF8-99CD-8E1B-C20B-279CAE90D339}"/>
          </ac:picMkLst>
        </pc:picChg>
      </pc:sldChg>
      <pc:sldChg chg="modSp mod">
        <pc:chgData name="VICTOR JOSE GONZALEZ RODRIGUEZ" userId="3fdd7208-0adc-40d2-a594-662a5d66d0ad" providerId="ADAL" clId="{359FD5A0-C0E1-4F46-AEB0-51555EFEF171}" dt="2025-10-29T09:14:16.300" v="3222" actId="962"/>
        <pc:sldMkLst>
          <pc:docMk/>
          <pc:sldMk cId="3190986131" sldId="2618"/>
        </pc:sldMkLst>
        <pc:spChg chg="mod">
          <ac:chgData name="VICTOR JOSE GONZALEZ RODRIGUEZ" userId="3fdd7208-0adc-40d2-a594-662a5d66d0ad" providerId="ADAL" clId="{359FD5A0-C0E1-4F46-AEB0-51555EFEF171}" dt="2025-10-29T09:12:25.149" v="2690" actId="962"/>
          <ac:spMkLst>
            <pc:docMk/>
            <pc:sldMk cId="3190986131" sldId="2618"/>
            <ac:spMk id="5" creationId="{FC674534-BD47-2CE1-081F-F533A0EECF7A}"/>
          </ac:spMkLst>
        </pc:spChg>
        <pc:spChg chg="mod">
          <ac:chgData name="VICTOR JOSE GONZALEZ RODRIGUEZ" userId="3fdd7208-0adc-40d2-a594-662a5d66d0ad" providerId="ADAL" clId="{359FD5A0-C0E1-4F46-AEB0-51555EFEF171}" dt="2025-10-29T09:12:25.149" v="2690" actId="962"/>
          <ac:spMkLst>
            <pc:docMk/>
            <pc:sldMk cId="3190986131" sldId="2618"/>
            <ac:spMk id="6" creationId="{C9D07618-5785-2A14-80EF-BDB3116FCF63}"/>
          </ac:spMkLst>
        </pc:spChg>
        <pc:spChg chg="mod">
          <ac:chgData name="VICTOR JOSE GONZALEZ RODRIGUEZ" userId="3fdd7208-0adc-40d2-a594-662a5d66d0ad" providerId="ADAL" clId="{359FD5A0-C0E1-4F46-AEB0-51555EFEF171}" dt="2025-10-29T09:12:25.149" v="2690" actId="962"/>
          <ac:spMkLst>
            <pc:docMk/>
            <pc:sldMk cId="3190986131" sldId="2618"/>
            <ac:spMk id="7" creationId="{DDA0441C-38B6-93F5-B3CD-3A9C16F4F91E}"/>
          </ac:spMkLst>
        </pc:spChg>
        <pc:spChg chg="mod">
          <ac:chgData name="VICTOR JOSE GONZALEZ RODRIGUEZ" userId="3fdd7208-0adc-40d2-a594-662a5d66d0ad" providerId="ADAL" clId="{359FD5A0-C0E1-4F46-AEB0-51555EFEF171}" dt="2025-10-29T09:12:25.149" v="2690" actId="962"/>
          <ac:spMkLst>
            <pc:docMk/>
            <pc:sldMk cId="3190986131" sldId="2618"/>
            <ac:spMk id="8" creationId="{8C9B55FA-9296-5275-B890-329ED903B9D1}"/>
          </ac:spMkLst>
        </pc:spChg>
        <pc:spChg chg="mod">
          <ac:chgData name="VICTOR JOSE GONZALEZ RODRIGUEZ" userId="3fdd7208-0adc-40d2-a594-662a5d66d0ad" providerId="ADAL" clId="{359FD5A0-C0E1-4F46-AEB0-51555EFEF171}" dt="2025-10-29T09:12:25.149" v="2690" actId="962"/>
          <ac:spMkLst>
            <pc:docMk/>
            <pc:sldMk cId="3190986131" sldId="2618"/>
            <ac:spMk id="9" creationId="{317F7975-A331-3C89-ED3B-38FDB0722F74}"/>
          </ac:spMkLst>
        </pc:spChg>
        <pc:spChg chg="mod">
          <ac:chgData name="VICTOR JOSE GONZALEZ RODRIGUEZ" userId="3fdd7208-0adc-40d2-a594-662a5d66d0ad" providerId="ADAL" clId="{359FD5A0-C0E1-4F46-AEB0-51555EFEF171}" dt="2025-10-29T09:12:25.149" v="2690" actId="962"/>
          <ac:spMkLst>
            <pc:docMk/>
            <pc:sldMk cId="3190986131" sldId="2618"/>
            <ac:spMk id="10" creationId="{C214E2DE-E2D1-7841-9DA1-9BA7B6C1CF8B}"/>
          </ac:spMkLst>
        </pc:spChg>
        <pc:spChg chg="mod">
          <ac:chgData name="VICTOR JOSE GONZALEZ RODRIGUEZ" userId="3fdd7208-0adc-40d2-a594-662a5d66d0ad" providerId="ADAL" clId="{359FD5A0-C0E1-4F46-AEB0-51555EFEF171}" dt="2025-10-29T09:12:25.149" v="2690" actId="962"/>
          <ac:spMkLst>
            <pc:docMk/>
            <pc:sldMk cId="3190986131" sldId="2618"/>
            <ac:spMk id="11" creationId="{2E5D7A8E-CFD2-706A-B3F8-7363E58AD949}"/>
          </ac:spMkLst>
        </pc:spChg>
        <pc:picChg chg="mod">
          <ac:chgData name="VICTOR JOSE GONZALEZ RODRIGUEZ" userId="3fdd7208-0adc-40d2-a594-662a5d66d0ad" providerId="ADAL" clId="{359FD5A0-C0E1-4F46-AEB0-51555EFEF171}" dt="2025-10-29T09:14:16.300" v="3222" actId="962"/>
          <ac:picMkLst>
            <pc:docMk/>
            <pc:sldMk cId="3190986131" sldId="2618"/>
            <ac:picMk id="3" creationId="{B8B127A2-AD25-A811-74FE-F3329283453C}"/>
          </ac:picMkLst>
        </pc:picChg>
      </pc:sldChg>
      <pc:sldChg chg="modSp mod">
        <pc:chgData name="VICTOR JOSE GONZALEZ RODRIGUEZ" userId="3fdd7208-0adc-40d2-a594-662a5d66d0ad" providerId="ADAL" clId="{359FD5A0-C0E1-4F46-AEB0-51555EFEF171}" dt="2025-10-29T09:14:56.285" v="3312" actId="962"/>
        <pc:sldMkLst>
          <pc:docMk/>
          <pc:sldMk cId="439446172" sldId="2639"/>
        </pc:sldMkLst>
        <pc:spChg chg="mod">
          <ac:chgData name="VICTOR JOSE GONZALEZ RODRIGUEZ" userId="3fdd7208-0adc-40d2-a594-662a5d66d0ad" providerId="ADAL" clId="{359FD5A0-C0E1-4F46-AEB0-51555EFEF171}" dt="2025-10-29T09:14:56.285" v="3312" actId="962"/>
          <ac:spMkLst>
            <pc:docMk/>
            <pc:sldMk cId="439446172" sldId="2639"/>
            <ac:spMk id="2" creationId="{AF30299E-400C-07ED-79B3-F357450A8BE5}"/>
          </ac:spMkLst>
        </pc:spChg>
        <pc:spChg chg="mod">
          <ac:chgData name="VICTOR JOSE GONZALEZ RODRIGUEZ" userId="3fdd7208-0adc-40d2-a594-662a5d66d0ad" providerId="ADAL" clId="{359FD5A0-C0E1-4F46-AEB0-51555EFEF171}" dt="2025-10-29T09:14:56.285" v="3312" actId="962"/>
          <ac:spMkLst>
            <pc:docMk/>
            <pc:sldMk cId="439446172" sldId="2639"/>
            <ac:spMk id="4" creationId="{64B506A2-A632-11FC-C981-7D1DDD45A1BB}"/>
          </ac:spMkLst>
        </pc:spChg>
        <pc:spChg chg="mod">
          <ac:chgData name="VICTOR JOSE GONZALEZ RODRIGUEZ" userId="3fdd7208-0adc-40d2-a594-662a5d66d0ad" providerId="ADAL" clId="{359FD5A0-C0E1-4F46-AEB0-51555EFEF171}" dt="2025-10-29T09:14:56.285" v="3312" actId="962"/>
          <ac:spMkLst>
            <pc:docMk/>
            <pc:sldMk cId="439446172" sldId="2639"/>
            <ac:spMk id="5" creationId="{497B81A4-674A-8403-4899-65A11688B69D}"/>
          </ac:spMkLst>
        </pc:spChg>
        <pc:spChg chg="mod">
          <ac:chgData name="VICTOR JOSE GONZALEZ RODRIGUEZ" userId="3fdd7208-0adc-40d2-a594-662a5d66d0ad" providerId="ADAL" clId="{359FD5A0-C0E1-4F46-AEB0-51555EFEF171}" dt="2025-10-29T09:14:56.285" v="3312" actId="962"/>
          <ac:spMkLst>
            <pc:docMk/>
            <pc:sldMk cId="439446172" sldId="2639"/>
            <ac:spMk id="6" creationId="{1707744A-360D-AC5F-4081-654E84EA7494}"/>
          </ac:spMkLst>
        </pc:spChg>
        <pc:spChg chg="mod">
          <ac:chgData name="VICTOR JOSE GONZALEZ RODRIGUEZ" userId="3fdd7208-0adc-40d2-a594-662a5d66d0ad" providerId="ADAL" clId="{359FD5A0-C0E1-4F46-AEB0-51555EFEF171}" dt="2025-10-29T09:14:56.285" v="3312" actId="962"/>
          <ac:spMkLst>
            <pc:docMk/>
            <pc:sldMk cId="439446172" sldId="2639"/>
            <ac:spMk id="7" creationId="{16575481-9B4E-E58A-62B1-10294FB96A45}"/>
          </ac:spMkLst>
        </pc:spChg>
        <pc:spChg chg="mod">
          <ac:chgData name="VICTOR JOSE GONZALEZ RODRIGUEZ" userId="3fdd7208-0adc-40d2-a594-662a5d66d0ad" providerId="ADAL" clId="{359FD5A0-C0E1-4F46-AEB0-51555EFEF171}" dt="2025-10-29T09:14:56.285" v="3312" actId="962"/>
          <ac:spMkLst>
            <pc:docMk/>
            <pc:sldMk cId="439446172" sldId="2639"/>
            <ac:spMk id="8" creationId="{40D660EF-C325-1B06-7384-10A9E4E99D24}"/>
          </ac:spMkLst>
        </pc:spChg>
        <pc:spChg chg="mod">
          <ac:chgData name="VICTOR JOSE GONZALEZ RODRIGUEZ" userId="3fdd7208-0adc-40d2-a594-662a5d66d0ad" providerId="ADAL" clId="{359FD5A0-C0E1-4F46-AEB0-51555EFEF171}" dt="2025-10-29T09:14:56.285" v="3312" actId="962"/>
          <ac:spMkLst>
            <pc:docMk/>
            <pc:sldMk cId="439446172" sldId="2639"/>
            <ac:spMk id="9" creationId="{0606C2C3-CC77-EFA7-A203-0BDCC301B120}"/>
          </ac:spMkLst>
        </pc:spChg>
      </pc:sldChg>
      <pc:sldChg chg="modSp mod">
        <pc:chgData name="VICTOR JOSE GONZALEZ RODRIGUEZ" userId="3fdd7208-0adc-40d2-a594-662a5d66d0ad" providerId="ADAL" clId="{359FD5A0-C0E1-4F46-AEB0-51555EFEF171}" dt="2025-10-29T09:15:18.587" v="3429" actId="962"/>
        <pc:sldMkLst>
          <pc:docMk/>
          <pc:sldMk cId="1745145547" sldId="2644"/>
        </pc:sldMkLst>
        <pc:spChg chg="mod">
          <ac:chgData name="VICTOR JOSE GONZALEZ RODRIGUEZ" userId="3fdd7208-0adc-40d2-a594-662a5d66d0ad" providerId="ADAL" clId="{359FD5A0-C0E1-4F46-AEB0-51555EFEF171}" dt="2025-10-29T09:15:06.151" v="3313" actId="962"/>
          <ac:spMkLst>
            <pc:docMk/>
            <pc:sldMk cId="1745145547" sldId="2644"/>
            <ac:spMk id="5" creationId="{91DF3ABE-1913-8B62-B2FF-0EC001A00502}"/>
          </ac:spMkLst>
        </pc:spChg>
        <pc:spChg chg="mod">
          <ac:chgData name="VICTOR JOSE GONZALEZ RODRIGUEZ" userId="3fdd7208-0adc-40d2-a594-662a5d66d0ad" providerId="ADAL" clId="{359FD5A0-C0E1-4F46-AEB0-51555EFEF171}" dt="2025-10-29T09:15:06.151" v="3313" actId="962"/>
          <ac:spMkLst>
            <pc:docMk/>
            <pc:sldMk cId="1745145547" sldId="2644"/>
            <ac:spMk id="6" creationId="{498BF4DF-3117-2832-BC37-62977361B587}"/>
          </ac:spMkLst>
        </pc:spChg>
        <pc:spChg chg="mod">
          <ac:chgData name="VICTOR JOSE GONZALEZ RODRIGUEZ" userId="3fdd7208-0adc-40d2-a594-662a5d66d0ad" providerId="ADAL" clId="{359FD5A0-C0E1-4F46-AEB0-51555EFEF171}" dt="2025-10-29T09:15:06.151" v="3313" actId="962"/>
          <ac:spMkLst>
            <pc:docMk/>
            <pc:sldMk cId="1745145547" sldId="2644"/>
            <ac:spMk id="7" creationId="{343DDC31-20C6-F6CE-2427-1367F664B3B3}"/>
          </ac:spMkLst>
        </pc:spChg>
        <pc:spChg chg="mod">
          <ac:chgData name="VICTOR JOSE GONZALEZ RODRIGUEZ" userId="3fdd7208-0adc-40d2-a594-662a5d66d0ad" providerId="ADAL" clId="{359FD5A0-C0E1-4F46-AEB0-51555EFEF171}" dt="2025-10-29T09:15:06.151" v="3313" actId="962"/>
          <ac:spMkLst>
            <pc:docMk/>
            <pc:sldMk cId="1745145547" sldId="2644"/>
            <ac:spMk id="8" creationId="{E8249CAF-6D98-0166-E3F1-DD7C2A3035A5}"/>
          </ac:spMkLst>
        </pc:spChg>
        <pc:spChg chg="mod">
          <ac:chgData name="VICTOR JOSE GONZALEZ RODRIGUEZ" userId="3fdd7208-0adc-40d2-a594-662a5d66d0ad" providerId="ADAL" clId="{359FD5A0-C0E1-4F46-AEB0-51555EFEF171}" dt="2025-10-29T09:15:06.151" v="3313" actId="962"/>
          <ac:spMkLst>
            <pc:docMk/>
            <pc:sldMk cId="1745145547" sldId="2644"/>
            <ac:spMk id="9" creationId="{5BB112F3-1141-576E-6A38-F398B4C8671F}"/>
          </ac:spMkLst>
        </pc:spChg>
        <pc:spChg chg="mod">
          <ac:chgData name="VICTOR JOSE GONZALEZ RODRIGUEZ" userId="3fdd7208-0adc-40d2-a594-662a5d66d0ad" providerId="ADAL" clId="{359FD5A0-C0E1-4F46-AEB0-51555EFEF171}" dt="2025-10-29T09:15:06.151" v="3313" actId="962"/>
          <ac:spMkLst>
            <pc:docMk/>
            <pc:sldMk cId="1745145547" sldId="2644"/>
            <ac:spMk id="13" creationId="{1D263B0C-6690-F6BE-A8E6-FC537819DD55}"/>
          </ac:spMkLst>
        </pc:spChg>
        <pc:spChg chg="mod">
          <ac:chgData name="VICTOR JOSE GONZALEZ RODRIGUEZ" userId="3fdd7208-0adc-40d2-a594-662a5d66d0ad" providerId="ADAL" clId="{359FD5A0-C0E1-4F46-AEB0-51555EFEF171}" dt="2025-10-29T09:15:06.151" v="3313" actId="962"/>
          <ac:spMkLst>
            <pc:docMk/>
            <pc:sldMk cId="1745145547" sldId="2644"/>
            <ac:spMk id="14" creationId="{823D5F89-0FC2-1E66-8F60-4640E8415A60}"/>
          </ac:spMkLst>
        </pc:spChg>
        <pc:picChg chg="mod">
          <ac:chgData name="VICTOR JOSE GONZALEZ RODRIGUEZ" userId="3fdd7208-0adc-40d2-a594-662a5d66d0ad" providerId="ADAL" clId="{359FD5A0-C0E1-4F46-AEB0-51555EFEF171}" dt="2025-10-29T09:15:18.587" v="3429" actId="962"/>
          <ac:picMkLst>
            <pc:docMk/>
            <pc:sldMk cId="1745145547" sldId="2644"/>
            <ac:picMk id="12" creationId="{3A816909-85E0-6DDC-05CB-82DE5DF6BFFA}"/>
          </ac:picMkLst>
        </pc:picChg>
      </pc:sldChg>
      <pc:sldChg chg="modSp mod">
        <pc:chgData name="VICTOR JOSE GONZALEZ RODRIGUEZ" userId="3fdd7208-0adc-40d2-a594-662a5d66d0ad" providerId="ADAL" clId="{359FD5A0-C0E1-4F46-AEB0-51555EFEF171}" dt="2025-10-29T09:15:25.509" v="3430" actId="962"/>
        <pc:sldMkLst>
          <pc:docMk/>
          <pc:sldMk cId="1065883929" sldId="2646"/>
        </pc:sldMkLst>
        <pc:spChg chg="mod">
          <ac:chgData name="VICTOR JOSE GONZALEZ RODRIGUEZ" userId="3fdd7208-0adc-40d2-a594-662a5d66d0ad" providerId="ADAL" clId="{359FD5A0-C0E1-4F46-AEB0-51555EFEF171}" dt="2025-10-29T09:15:25.509" v="3430" actId="962"/>
          <ac:spMkLst>
            <pc:docMk/>
            <pc:sldMk cId="1065883929" sldId="2646"/>
            <ac:spMk id="3" creationId="{B62B9E15-40A7-B8AB-038D-BB511B6177C0}"/>
          </ac:spMkLst>
        </pc:spChg>
        <pc:spChg chg="mod">
          <ac:chgData name="VICTOR JOSE GONZALEZ RODRIGUEZ" userId="3fdd7208-0adc-40d2-a594-662a5d66d0ad" providerId="ADAL" clId="{359FD5A0-C0E1-4F46-AEB0-51555EFEF171}" dt="2025-10-29T09:15:25.509" v="3430" actId="962"/>
          <ac:spMkLst>
            <pc:docMk/>
            <pc:sldMk cId="1065883929" sldId="2646"/>
            <ac:spMk id="4" creationId="{BA511FFE-782C-CA6E-9D4E-B0636F92E166}"/>
          </ac:spMkLst>
        </pc:spChg>
        <pc:spChg chg="mod">
          <ac:chgData name="VICTOR JOSE GONZALEZ RODRIGUEZ" userId="3fdd7208-0adc-40d2-a594-662a5d66d0ad" providerId="ADAL" clId="{359FD5A0-C0E1-4F46-AEB0-51555EFEF171}" dt="2025-10-29T09:15:25.509" v="3430" actId="962"/>
          <ac:spMkLst>
            <pc:docMk/>
            <pc:sldMk cId="1065883929" sldId="2646"/>
            <ac:spMk id="5" creationId="{5FAA6194-876A-C35A-4DDE-67B5B528B44A}"/>
          </ac:spMkLst>
        </pc:spChg>
        <pc:spChg chg="mod">
          <ac:chgData name="VICTOR JOSE GONZALEZ RODRIGUEZ" userId="3fdd7208-0adc-40d2-a594-662a5d66d0ad" providerId="ADAL" clId="{359FD5A0-C0E1-4F46-AEB0-51555EFEF171}" dt="2025-10-29T09:15:25.509" v="3430" actId="962"/>
          <ac:spMkLst>
            <pc:docMk/>
            <pc:sldMk cId="1065883929" sldId="2646"/>
            <ac:spMk id="6" creationId="{158907F1-2A93-244A-C3C0-B842ABD377F3}"/>
          </ac:spMkLst>
        </pc:spChg>
        <pc:spChg chg="mod">
          <ac:chgData name="VICTOR JOSE GONZALEZ RODRIGUEZ" userId="3fdd7208-0adc-40d2-a594-662a5d66d0ad" providerId="ADAL" clId="{359FD5A0-C0E1-4F46-AEB0-51555EFEF171}" dt="2025-10-29T09:15:25.509" v="3430" actId="962"/>
          <ac:spMkLst>
            <pc:docMk/>
            <pc:sldMk cId="1065883929" sldId="2646"/>
            <ac:spMk id="7" creationId="{E9CBF568-AEAA-7BA8-26CA-662EC343A031}"/>
          </ac:spMkLst>
        </pc:spChg>
        <pc:spChg chg="mod">
          <ac:chgData name="VICTOR JOSE GONZALEZ RODRIGUEZ" userId="3fdd7208-0adc-40d2-a594-662a5d66d0ad" providerId="ADAL" clId="{359FD5A0-C0E1-4F46-AEB0-51555EFEF171}" dt="2025-10-29T09:15:25.509" v="3430" actId="962"/>
          <ac:spMkLst>
            <pc:docMk/>
            <pc:sldMk cId="1065883929" sldId="2646"/>
            <ac:spMk id="10" creationId="{5D656FE0-9500-3C60-1895-3CA93900F6F7}"/>
          </ac:spMkLst>
        </pc:spChg>
        <pc:spChg chg="mod">
          <ac:chgData name="VICTOR JOSE GONZALEZ RODRIGUEZ" userId="3fdd7208-0adc-40d2-a594-662a5d66d0ad" providerId="ADAL" clId="{359FD5A0-C0E1-4F46-AEB0-51555EFEF171}" dt="2025-10-29T09:15:25.509" v="3430" actId="962"/>
          <ac:spMkLst>
            <pc:docMk/>
            <pc:sldMk cId="1065883929" sldId="2646"/>
            <ac:spMk id="11" creationId="{F46A1942-E3EC-5D2C-8724-AAA6F26BE709}"/>
          </ac:spMkLst>
        </pc:spChg>
      </pc:sldChg>
      <pc:sldChg chg="modSp mod">
        <pc:chgData name="VICTOR JOSE GONZALEZ RODRIGUEZ" userId="3fdd7208-0adc-40d2-a594-662a5d66d0ad" providerId="ADAL" clId="{359FD5A0-C0E1-4F46-AEB0-51555EFEF171}" dt="2025-10-29T09:15:40.105" v="3466" actId="962"/>
        <pc:sldMkLst>
          <pc:docMk/>
          <pc:sldMk cId="414377838" sldId="2647"/>
        </pc:sldMkLst>
        <pc:spChg chg="mod">
          <ac:chgData name="VICTOR JOSE GONZALEZ RODRIGUEZ" userId="3fdd7208-0adc-40d2-a594-662a5d66d0ad" providerId="ADAL" clId="{359FD5A0-C0E1-4F46-AEB0-51555EFEF171}" dt="2025-10-29T09:15:40.105" v="3466" actId="962"/>
          <ac:spMkLst>
            <pc:docMk/>
            <pc:sldMk cId="414377838" sldId="2647"/>
            <ac:spMk id="2" creationId="{319D57EE-F8C5-E736-4E35-80B1EFB96059}"/>
          </ac:spMkLst>
        </pc:spChg>
        <pc:spChg chg="mod">
          <ac:chgData name="VICTOR JOSE GONZALEZ RODRIGUEZ" userId="3fdd7208-0adc-40d2-a594-662a5d66d0ad" providerId="ADAL" clId="{359FD5A0-C0E1-4F46-AEB0-51555EFEF171}" dt="2025-10-29T09:15:40.105" v="3466" actId="962"/>
          <ac:spMkLst>
            <pc:docMk/>
            <pc:sldMk cId="414377838" sldId="2647"/>
            <ac:spMk id="5" creationId="{753FEDD2-F1A7-0DE8-4ED4-B81646A4FC9F}"/>
          </ac:spMkLst>
        </pc:spChg>
        <pc:spChg chg="mod">
          <ac:chgData name="VICTOR JOSE GONZALEZ RODRIGUEZ" userId="3fdd7208-0adc-40d2-a594-662a5d66d0ad" providerId="ADAL" clId="{359FD5A0-C0E1-4F46-AEB0-51555EFEF171}" dt="2025-10-29T09:15:40.105" v="3466" actId="962"/>
          <ac:spMkLst>
            <pc:docMk/>
            <pc:sldMk cId="414377838" sldId="2647"/>
            <ac:spMk id="6" creationId="{000D0CEE-BB8F-4FD7-4AD5-2F4BF2EF3491}"/>
          </ac:spMkLst>
        </pc:spChg>
        <pc:spChg chg="mod">
          <ac:chgData name="VICTOR JOSE GONZALEZ RODRIGUEZ" userId="3fdd7208-0adc-40d2-a594-662a5d66d0ad" providerId="ADAL" clId="{359FD5A0-C0E1-4F46-AEB0-51555EFEF171}" dt="2025-10-29T09:15:40.105" v="3466" actId="962"/>
          <ac:spMkLst>
            <pc:docMk/>
            <pc:sldMk cId="414377838" sldId="2647"/>
            <ac:spMk id="7" creationId="{BBFF6254-E115-801E-26E0-E680BDBB770F}"/>
          </ac:spMkLst>
        </pc:spChg>
        <pc:spChg chg="mod">
          <ac:chgData name="VICTOR JOSE GONZALEZ RODRIGUEZ" userId="3fdd7208-0adc-40d2-a594-662a5d66d0ad" providerId="ADAL" clId="{359FD5A0-C0E1-4F46-AEB0-51555EFEF171}" dt="2025-10-29T09:15:40.105" v="3466" actId="962"/>
          <ac:spMkLst>
            <pc:docMk/>
            <pc:sldMk cId="414377838" sldId="2647"/>
            <ac:spMk id="8" creationId="{8F868F6A-5307-A545-3335-6B37B16D6B74}"/>
          </ac:spMkLst>
        </pc:spChg>
        <pc:spChg chg="mod">
          <ac:chgData name="VICTOR JOSE GONZALEZ RODRIGUEZ" userId="3fdd7208-0adc-40d2-a594-662a5d66d0ad" providerId="ADAL" clId="{359FD5A0-C0E1-4F46-AEB0-51555EFEF171}" dt="2025-10-29T09:15:40.105" v="3466" actId="962"/>
          <ac:spMkLst>
            <pc:docMk/>
            <pc:sldMk cId="414377838" sldId="2647"/>
            <ac:spMk id="9" creationId="{903F44D6-4342-EBEB-A8BB-9D51ED330495}"/>
          </ac:spMkLst>
        </pc:spChg>
        <pc:spChg chg="mod">
          <ac:chgData name="VICTOR JOSE GONZALEZ RODRIGUEZ" userId="3fdd7208-0adc-40d2-a594-662a5d66d0ad" providerId="ADAL" clId="{359FD5A0-C0E1-4F46-AEB0-51555EFEF171}" dt="2025-10-29T09:15:40.105" v="3466" actId="962"/>
          <ac:spMkLst>
            <pc:docMk/>
            <pc:sldMk cId="414377838" sldId="2647"/>
            <ac:spMk id="12" creationId="{D57EC6E3-B983-DC5A-67C5-B1213860D01D}"/>
          </ac:spMkLst>
        </pc:spChg>
        <pc:picChg chg="mod">
          <ac:chgData name="VICTOR JOSE GONZALEZ RODRIGUEZ" userId="3fdd7208-0adc-40d2-a594-662a5d66d0ad" providerId="ADAL" clId="{359FD5A0-C0E1-4F46-AEB0-51555EFEF171}" dt="2025-10-29T09:15:40.105" v="3466" actId="962"/>
          <ac:picMkLst>
            <pc:docMk/>
            <pc:sldMk cId="414377838" sldId="2647"/>
            <ac:picMk id="3" creationId="{55740E11-AF71-F744-B95C-91E6E84292AA}"/>
          </ac:picMkLst>
        </pc:picChg>
      </pc:sldChg>
      <pc:sldChg chg="modSp mod">
        <pc:chgData name="VICTOR JOSE GONZALEZ RODRIGUEZ" userId="3fdd7208-0adc-40d2-a594-662a5d66d0ad" providerId="ADAL" clId="{359FD5A0-C0E1-4F46-AEB0-51555EFEF171}" dt="2025-10-29T09:15:33.763" v="3465" actId="962"/>
        <pc:sldMkLst>
          <pc:docMk/>
          <pc:sldMk cId="2941302308" sldId="2648"/>
        </pc:sldMkLst>
        <pc:spChg chg="mod">
          <ac:chgData name="VICTOR JOSE GONZALEZ RODRIGUEZ" userId="3fdd7208-0adc-40d2-a594-662a5d66d0ad" providerId="ADAL" clId="{359FD5A0-C0E1-4F46-AEB0-51555EFEF171}" dt="2025-10-29T09:15:30.299" v="3431" actId="962"/>
          <ac:spMkLst>
            <pc:docMk/>
            <pc:sldMk cId="2941302308" sldId="2648"/>
            <ac:spMk id="4" creationId="{F65E4DD0-E0B7-CDA0-DF7E-3B0CD8513F82}"/>
          </ac:spMkLst>
        </pc:spChg>
        <pc:spChg chg="mod">
          <ac:chgData name="VICTOR JOSE GONZALEZ RODRIGUEZ" userId="3fdd7208-0adc-40d2-a594-662a5d66d0ad" providerId="ADAL" clId="{359FD5A0-C0E1-4F46-AEB0-51555EFEF171}" dt="2025-10-29T09:15:30.299" v="3431" actId="962"/>
          <ac:spMkLst>
            <pc:docMk/>
            <pc:sldMk cId="2941302308" sldId="2648"/>
            <ac:spMk id="5" creationId="{E6381BE5-4879-DD75-5212-601010FC6647}"/>
          </ac:spMkLst>
        </pc:spChg>
        <pc:spChg chg="mod">
          <ac:chgData name="VICTOR JOSE GONZALEZ RODRIGUEZ" userId="3fdd7208-0adc-40d2-a594-662a5d66d0ad" providerId="ADAL" clId="{359FD5A0-C0E1-4F46-AEB0-51555EFEF171}" dt="2025-10-29T09:15:30.299" v="3431" actId="962"/>
          <ac:spMkLst>
            <pc:docMk/>
            <pc:sldMk cId="2941302308" sldId="2648"/>
            <ac:spMk id="6" creationId="{A5E33EE6-3577-7764-CBB6-A7D89ED0FD9C}"/>
          </ac:spMkLst>
        </pc:spChg>
        <pc:spChg chg="mod">
          <ac:chgData name="VICTOR JOSE GONZALEZ RODRIGUEZ" userId="3fdd7208-0adc-40d2-a594-662a5d66d0ad" providerId="ADAL" clId="{359FD5A0-C0E1-4F46-AEB0-51555EFEF171}" dt="2025-10-29T09:15:30.299" v="3431" actId="962"/>
          <ac:spMkLst>
            <pc:docMk/>
            <pc:sldMk cId="2941302308" sldId="2648"/>
            <ac:spMk id="7" creationId="{5BB8EBC8-2398-602C-7778-A05AD3697E03}"/>
          </ac:spMkLst>
        </pc:spChg>
        <pc:spChg chg="mod">
          <ac:chgData name="VICTOR JOSE GONZALEZ RODRIGUEZ" userId="3fdd7208-0adc-40d2-a594-662a5d66d0ad" providerId="ADAL" clId="{359FD5A0-C0E1-4F46-AEB0-51555EFEF171}" dt="2025-10-29T09:15:30.299" v="3431" actId="962"/>
          <ac:spMkLst>
            <pc:docMk/>
            <pc:sldMk cId="2941302308" sldId="2648"/>
            <ac:spMk id="8" creationId="{F9A7DAE9-7DFA-4B7D-8332-20A9642E501A}"/>
          </ac:spMkLst>
        </pc:spChg>
        <pc:spChg chg="mod">
          <ac:chgData name="VICTOR JOSE GONZALEZ RODRIGUEZ" userId="3fdd7208-0adc-40d2-a594-662a5d66d0ad" providerId="ADAL" clId="{359FD5A0-C0E1-4F46-AEB0-51555EFEF171}" dt="2025-10-29T09:15:30.299" v="3431" actId="962"/>
          <ac:spMkLst>
            <pc:docMk/>
            <pc:sldMk cId="2941302308" sldId="2648"/>
            <ac:spMk id="12" creationId="{F14001E7-77A7-B803-D110-59E11389CE9D}"/>
          </ac:spMkLst>
        </pc:spChg>
        <pc:spChg chg="mod">
          <ac:chgData name="VICTOR JOSE GONZALEZ RODRIGUEZ" userId="3fdd7208-0adc-40d2-a594-662a5d66d0ad" providerId="ADAL" clId="{359FD5A0-C0E1-4F46-AEB0-51555EFEF171}" dt="2025-10-29T09:15:30.299" v="3431" actId="962"/>
          <ac:spMkLst>
            <pc:docMk/>
            <pc:sldMk cId="2941302308" sldId="2648"/>
            <ac:spMk id="13" creationId="{4FB54A05-5A1A-8D45-B941-5845AEC71B2E}"/>
          </ac:spMkLst>
        </pc:spChg>
        <pc:picChg chg="mod">
          <ac:chgData name="VICTOR JOSE GONZALEZ RODRIGUEZ" userId="3fdd7208-0adc-40d2-a594-662a5d66d0ad" providerId="ADAL" clId="{359FD5A0-C0E1-4F46-AEB0-51555EFEF171}" dt="2025-10-29T09:15:33.763" v="3465" actId="962"/>
          <ac:picMkLst>
            <pc:docMk/>
            <pc:sldMk cId="2941302308" sldId="2648"/>
            <ac:picMk id="11" creationId="{999B93DF-7BDA-A37B-1A64-DDA717788CDC}"/>
          </ac:picMkLst>
        </pc:picChg>
      </pc:sldChg>
      <pc:sldChg chg="addSp delSp modSp new mod setBg">
        <pc:chgData name="VICTOR JOSE GONZALEZ RODRIGUEZ" userId="3fdd7208-0adc-40d2-a594-662a5d66d0ad" providerId="ADAL" clId="{359FD5A0-C0E1-4F46-AEB0-51555EFEF171}" dt="2025-10-29T09:01:56.391" v="1332" actId="1036"/>
        <pc:sldMkLst>
          <pc:docMk/>
          <pc:sldMk cId="2546963155" sldId="2649"/>
        </pc:sldMkLst>
        <pc:spChg chg="add mod">
          <ac:chgData name="VICTOR JOSE GONZALEZ RODRIGUEZ" userId="3fdd7208-0adc-40d2-a594-662a5d66d0ad" providerId="ADAL" clId="{359FD5A0-C0E1-4F46-AEB0-51555EFEF171}" dt="2025-10-29T08:47:28.008" v="529" actId="20577"/>
          <ac:spMkLst>
            <pc:docMk/>
            <pc:sldMk cId="2546963155" sldId="2649"/>
            <ac:spMk id="6" creationId="{CE5CED13-8EC8-E3D3-F7FB-E47A83AF0188}"/>
          </ac:spMkLst>
        </pc:spChg>
        <pc:spChg chg="add mod">
          <ac:chgData name="VICTOR JOSE GONZALEZ RODRIGUEZ" userId="3fdd7208-0adc-40d2-a594-662a5d66d0ad" providerId="ADAL" clId="{359FD5A0-C0E1-4F46-AEB0-51555EFEF171}" dt="2025-10-29T09:01:46.137" v="1326"/>
          <ac:spMkLst>
            <pc:docMk/>
            <pc:sldMk cId="2546963155" sldId="2649"/>
            <ac:spMk id="7" creationId="{00FE4A48-407F-D93C-2B69-B24F95F6BEDF}"/>
          </ac:spMkLst>
        </pc:spChg>
        <pc:spChg chg="add del">
          <ac:chgData name="VICTOR JOSE GONZALEZ RODRIGUEZ" userId="3fdd7208-0adc-40d2-a594-662a5d66d0ad" providerId="ADAL" clId="{359FD5A0-C0E1-4F46-AEB0-51555EFEF171}" dt="2025-10-29T08:45:10.391" v="433" actId="26606"/>
          <ac:spMkLst>
            <pc:docMk/>
            <pc:sldMk cId="2546963155" sldId="2649"/>
            <ac:spMk id="8" creationId="{2D2B266D-3625-4584-A5C3-7D3F672CFF30}"/>
          </ac:spMkLst>
        </pc:spChg>
        <pc:spChg chg="add mod">
          <ac:chgData name="VICTOR JOSE GONZALEZ RODRIGUEZ" userId="3fdd7208-0adc-40d2-a594-662a5d66d0ad" providerId="ADAL" clId="{359FD5A0-C0E1-4F46-AEB0-51555EFEF171}" dt="2025-10-29T09:01:46.137" v="1326"/>
          <ac:spMkLst>
            <pc:docMk/>
            <pc:sldMk cId="2546963155" sldId="2649"/>
            <ac:spMk id="9" creationId="{C1047E0B-BC31-EC59-0CE8-141A804D6601}"/>
          </ac:spMkLst>
        </pc:spChg>
        <pc:spChg chg="add del">
          <ac:chgData name="VICTOR JOSE GONZALEZ RODRIGUEZ" userId="3fdd7208-0adc-40d2-a594-662a5d66d0ad" providerId="ADAL" clId="{359FD5A0-C0E1-4F46-AEB0-51555EFEF171}" dt="2025-10-29T08:45:10.391" v="433" actId="26606"/>
          <ac:spMkLst>
            <pc:docMk/>
            <pc:sldMk cId="2546963155" sldId="2649"/>
            <ac:spMk id="10" creationId="{C463B99A-73EE-4FBB-B7C4-F9F9BCC25C65}"/>
          </ac:spMkLst>
        </pc:spChg>
        <pc:spChg chg="add mod">
          <ac:chgData name="VICTOR JOSE GONZALEZ RODRIGUEZ" userId="3fdd7208-0adc-40d2-a594-662a5d66d0ad" providerId="ADAL" clId="{359FD5A0-C0E1-4F46-AEB0-51555EFEF171}" dt="2025-10-29T09:01:46.137" v="1326"/>
          <ac:spMkLst>
            <pc:docMk/>
            <pc:sldMk cId="2546963155" sldId="2649"/>
            <ac:spMk id="11" creationId="{2ACDF4B9-9FE9-4268-2A25-EEBE83D7E376}"/>
          </ac:spMkLst>
        </pc:spChg>
        <pc:spChg chg="add del">
          <ac:chgData name="VICTOR JOSE GONZALEZ RODRIGUEZ" userId="3fdd7208-0adc-40d2-a594-662a5d66d0ad" providerId="ADAL" clId="{359FD5A0-C0E1-4F46-AEB0-51555EFEF171}" dt="2025-10-29T08:45:10.391" v="433" actId="26606"/>
          <ac:spMkLst>
            <pc:docMk/>
            <pc:sldMk cId="2546963155" sldId="2649"/>
            <ac:spMk id="12" creationId="{A5D2A5D1-BA0D-47D3-B051-DA7743C46E28}"/>
          </ac:spMkLst>
        </pc:spChg>
        <pc:spChg chg="add mod">
          <ac:chgData name="VICTOR JOSE GONZALEZ RODRIGUEZ" userId="3fdd7208-0adc-40d2-a594-662a5d66d0ad" providerId="ADAL" clId="{359FD5A0-C0E1-4F46-AEB0-51555EFEF171}" dt="2025-10-29T09:01:46.137" v="1326"/>
          <ac:spMkLst>
            <pc:docMk/>
            <pc:sldMk cId="2546963155" sldId="2649"/>
            <ac:spMk id="13" creationId="{3E4C9711-670F-D8FD-19D5-7F80F07C934F}"/>
          </ac:spMkLst>
        </pc:spChg>
        <pc:spChg chg="add mod">
          <ac:chgData name="VICTOR JOSE GONZALEZ RODRIGUEZ" userId="3fdd7208-0adc-40d2-a594-662a5d66d0ad" providerId="ADAL" clId="{359FD5A0-C0E1-4F46-AEB0-51555EFEF171}" dt="2025-10-29T09:01:46.137" v="1326"/>
          <ac:spMkLst>
            <pc:docMk/>
            <pc:sldMk cId="2546963155" sldId="2649"/>
            <ac:spMk id="14" creationId="{5F70C358-5DBC-B573-A82D-49572CEBD234}"/>
          </ac:spMkLst>
        </pc:spChg>
        <pc:spChg chg="add mod">
          <ac:chgData name="VICTOR JOSE GONZALEZ RODRIGUEZ" userId="3fdd7208-0adc-40d2-a594-662a5d66d0ad" providerId="ADAL" clId="{359FD5A0-C0E1-4F46-AEB0-51555EFEF171}" dt="2025-10-29T09:01:46.137" v="1326"/>
          <ac:spMkLst>
            <pc:docMk/>
            <pc:sldMk cId="2546963155" sldId="2649"/>
            <ac:spMk id="15" creationId="{58E3F656-F8AE-C640-5C83-B0A23ED24CFD}"/>
          </ac:spMkLst>
        </pc:spChg>
        <pc:spChg chg="add mod">
          <ac:chgData name="VICTOR JOSE GONZALEZ RODRIGUEZ" userId="3fdd7208-0adc-40d2-a594-662a5d66d0ad" providerId="ADAL" clId="{359FD5A0-C0E1-4F46-AEB0-51555EFEF171}" dt="2025-10-29T09:01:46.137" v="1326"/>
          <ac:spMkLst>
            <pc:docMk/>
            <pc:sldMk cId="2546963155" sldId="2649"/>
            <ac:spMk id="16" creationId="{70505512-C859-72EC-935B-39CDEC4CBE24}"/>
          </ac:spMkLst>
        </pc:spChg>
        <pc:picChg chg="add mod">
          <ac:chgData name="VICTOR JOSE GONZALEZ RODRIGUEZ" userId="3fdd7208-0adc-40d2-a594-662a5d66d0ad" providerId="ADAL" clId="{359FD5A0-C0E1-4F46-AEB0-51555EFEF171}" dt="2025-10-29T09:01:56.391" v="1332" actId="1036"/>
          <ac:picMkLst>
            <pc:docMk/>
            <pc:sldMk cId="2546963155" sldId="2649"/>
            <ac:picMk id="3" creationId="{AB2129E7-2573-E9B9-88FA-30A5C09C74DE}"/>
          </ac:picMkLst>
        </pc:picChg>
        <pc:picChg chg="add mod modCrop">
          <ac:chgData name="VICTOR JOSE GONZALEZ RODRIGUEZ" userId="3fdd7208-0adc-40d2-a594-662a5d66d0ad" providerId="ADAL" clId="{359FD5A0-C0E1-4F46-AEB0-51555EFEF171}" dt="2025-10-29T09:01:56.391" v="1332" actId="1036"/>
          <ac:picMkLst>
            <pc:docMk/>
            <pc:sldMk cId="2546963155" sldId="2649"/>
            <ac:picMk id="5" creationId="{97605692-31FB-1079-2260-90A5B7FE0051}"/>
          </ac:picMkLst>
        </pc:picChg>
      </pc:sldChg>
      <pc:sldChg chg="addSp delSp modSp new mod">
        <pc:chgData name="VICTOR JOSE GONZALEZ RODRIGUEZ" userId="3fdd7208-0adc-40d2-a594-662a5d66d0ad" providerId="ADAL" clId="{359FD5A0-C0E1-4F46-AEB0-51555EFEF171}" dt="2025-10-29T09:01:48.137" v="1327"/>
        <pc:sldMkLst>
          <pc:docMk/>
          <pc:sldMk cId="2813449535" sldId="2650"/>
        </pc:sldMkLst>
        <pc:spChg chg="add mod">
          <ac:chgData name="VICTOR JOSE GONZALEZ RODRIGUEZ" userId="3fdd7208-0adc-40d2-a594-662a5d66d0ad" providerId="ADAL" clId="{359FD5A0-C0E1-4F46-AEB0-51555EFEF171}" dt="2025-10-29T08:48:34.988" v="615" actId="113"/>
          <ac:spMkLst>
            <pc:docMk/>
            <pc:sldMk cId="2813449535" sldId="2650"/>
            <ac:spMk id="2" creationId="{90F44762-69DF-3533-14B0-B2F45416D1BB}"/>
          </ac:spMkLst>
        </pc:spChg>
        <pc:spChg chg="add mod">
          <ac:chgData name="VICTOR JOSE GONZALEZ RODRIGUEZ" userId="3fdd7208-0adc-40d2-a594-662a5d66d0ad" providerId="ADAL" clId="{359FD5A0-C0E1-4F46-AEB0-51555EFEF171}" dt="2025-10-29T09:01:48.137" v="1327"/>
          <ac:spMkLst>
            <pc:docMk/>
            <pc:sldMk cId="2813449535" sldId="2650"/>
            <ac:spMk id="7" creationId="{3049CB2B-82F8-7B1E-67C8-5DA0327F6AAF}"/>
          </ac:spMkLst>
        </pc:spChg>
        <pc:spChg chg="add mod">
          <ac:chgData name="VICTOR JOSE GONZALEZ RODRIGUEZ" userId="3fdd7208-0adc-40d2-a594-662a5d66d0ad" providerId="ADAL" clId="{359FD5A0-C0E1-4F46-AEB0-51555EFEF171}" dt="2025-10-29T09:01:48.137" v="1327"/>
          <ac:spMkLst>
            <pc:docMk/>
            <pc:sldMk cId="2813449535" sldId="2650"/>
            <ac:spMk id="8" creationId="{4A23DD66-239F-0028-1590-C7A838867DF3}"/>
          </ac:spMkLst>
        </pc:spChg>
        <pc:spChg chg="add mod">
          <ac:chgData name="VICTOR JOSE GONZALEZ RODRIGUEZ" userId="3fdd7208-0adc-40d2-a594-662a5d66d0ad" providerId="ADAL" clId="{359FD5A0-C0E1-4F46-AEB0-51555EFEF171}" dt="2025-10-29T09:01:48.137" v="1327"/>
          <ac:spMkLst>
            <pc:docMk/>
            <pc:sldMk cId="2813449535" sldId="2650"/>
            <ac:spMk id="9" creationId="{55BD891B-941F-8A05-717F-01430883EC7B}"/>
          </ac:spMkLst>
        </pc:spChg>
        <pc:spChg chg="add mod">
          <ac:chgData name="VICTOR JOSE GONZALEZ RODRIGUEZ" userId="3fdd7208-0adc-40d2-a594-662a5d66d0ad" providerId="ADAL" clId="{359FD5A0-C0E1-4F46-AEB0-51555EFEF171}" dt="2025-10-29T09:01:48.137" v="1327"/>
          <ac:spMkLst>
            <pc:docMk/>
            <pc:sldMk cId="2813449535" sldId="2650"/>
            <ac:spMk id="10" creationId="{E81131B5-7EEA-7950-4D7A-B8A0D662F93E}"/>
          </ac:spMkLst>
        </pc:spChg>
        <pc:spChg chg="add mod">
          <ac:chgData name="VICTOR JOSE GONZALEZ RODRIGUEZ" userId="3fdd7208-0adc-40d2-a594-662a5d66d0ad" providerId="ADAL" clId="{359FD5A0-C0E1-4F46-AEB0-51555EFEF171}" dt="2025-10-29T09:01:48.137" v="1327"/>
          <ac:spMkLst>
            <pc:docMk/>
            <pc:sldMk cId="2813449535" sldId="2650"/>
            <ac:spMk id="11" creationId="{B648258E-2CFF-2440-B5CF-785DA1ECE826}"/>
          </ac:spMkLst>
        </pc:spChg>
        <pc:spChg chg="add mod">
          <ac:chgData name="VICTOR JOSE GONZALEZ RODRIGUEZ" userId="3fdd7208-0adc-40d2-a594-662a5d66d0ad" providerId="ADAL" clId="{359FD5A0-C0E1-4F46-AEB0-51555EFEF171}" dt="2025-10-29T09:01:48.137" v="1327"/>
          <ac:spMkLst>
            <pc:docMk/>
            <pc:sldMk cId="2813449535" sldId="2650"/>
            <ac:spMk id="12" creationId="{F0B9F273-0495-9D35-FC0B-7B01B294411A}"/>
          </ac:spMkLst>
        </pc:spChg>
        <pc:spChg chg="add mod">
          <ac:chgData name="VICTOR JOSE GONZALEZ RODRIGUEZ" userId="3fdd7208-0adc-40d2-a594-662a5d66d0ad" providerId="ADAL" clId="{359FD5A0-C0E1-4F46-AEB0-51555EFEF171}" dt="2025-10-29T09:01:48.137" v="1327"/>
          <ac:spMkLst>
            <pc:docMk/>
            <pc:sldMk cId="2813449535" sldId="2650"/>
            <ac:spMk id="13" creationId="{4A8B2DAE-6653-0621-D1DD-9212D7F3FF44}"/>
          </ac:spMkLst>
        </pc:spChg>
        <pc:picChg chg="add del mod">
          <ac:chgData name="VICTOR JOSE GONZALEZ RODRIGUEZ" userId="3fdd7208-0adc-40d2-a594-662a5d66d0ad" providerId="ADAL" clId="{359FD5A0-C0E1-4F46-AEB0-51555EFEF171}" dt="2025-10-29T08:49:22.975" v="647" actId="478"/>
          <ac:picMkLst>
            <pc:docMk/>
            <pc:sldMk cId="2813449535" sldId="2650"/>
            <ac:picMk id="4" creationId="{68551AF0-339F-1A7F-286A-84C74EDCE66F}"/>
          </ac:picMkLst>
        </pc:picChg>
        <pc:picChg chg="add mod modCrop">
          <ac:chgData name="VICTOR JOSE GONZALEZ RODRIGUEZ" userId="3fdd7208-0adc-40d2-a594-662a5d66d0ad" providerId="ADAL" clId="{359FD5A0-C0E1-4F46-AEB0-51555EFEF171}" dt="2025-10-29T08:49:35.868" v="697" actId="962"/>
          <ac:picMkLst>
            <pc:docMk/>
            <pc:sldMk cId="2813449535" sldId="2650"/>
            <ac:picMk id="6" creationId="{E6F448E6-EFD1-1E38-9C33-4267C75806E1}"/>
          </ac:picMkLst>
        </pc:picChg>
      </pc:sldChg>
      <pc:sldChg chg="new del">
        <pc:chgData name="VICTOR JOSE GONZALEZ RODRIGUEZ" userId="3fdd7208-0adc-40d2-a594-662a5d66d0ad" providerId="ADAL" clId="{359FD5A0-C0E1-4F46-AEB0-51555EFEF171}" dt="2025-10-29T08:50:16.790" v="698" actId="47"/>
        <pc:sldMkLst>
          <pc:docMk/>
          <pc:sldMk cId="3755894295" sldId="2651"/>
        </pc:sldMkLst>
      </pc:sldChg>
    </pc:docChg>
  </pc:docChgLst>
  <pc:docChgLst>
    <pc:chgData name="VICTOR JOSE GONZALEZ RODRIGUEZ" userId="3fdd7208-0adc-40d2-a594-662a5d66d0ad" providerId="ADAL" clId="{F4A6E6A3-AEE8-422F-BDE5-EF2817E369B8}"/>
    <pc:docChg chg="custSel delSld modSld modSection">
      <pc:chgData name="VICTOR JOSE GONZALEZ RODRIGUEZ" userId="3fdd7208-0adc-40d2-a594-662a5d66d0ad" providerId="ADAL" clId="{F4A6E6A3-AEE8-422F-BDE5-EF2817E369B8}" dt="2023-09-14T05:32:35.395" v="595" actId="478"/>
      <pc:docMkLst>
        <pc:docMk/>
      </pc:docMkLst>
      <pc:sldChg chg="addSp delSp modSp mod">
        <pc:chgData name="VICTOR JOSE GONZALEZ RODRIGUEZ" userId="3fdd7208-0adc-40d2-a594-662a5d66d0ad" providerId="ADAL" clId="{F4A6E6A3-AEE8-422F-BDE5-EF2817E369B8}" dt="2023-09-14T05:31:02.675" v="571" actId="14100"/>
        <pc:sldMkLst>
          <pc:docMk/>
          <pc:sldMk cId="1698760526" sldId="257"/>
        </pc:sldMkLst>
      </pc:sldChg>
      <pc:sldChg chg="delSp modSp mod">
        <pc:chgData name="VICTOR JOSE GONZALEZ RODRIGUEZ" userId="3fdd7208-0adc-40d2-a594-662a5d66d0ad" providerId="ADAL" clId="{F4A6E6A3-AEE8-422F-BDE5-EF2817E369B8}" dt="2023-09-14T05:32:35.395" v="595" actId="478"/>
        <pc:sldMkLst>
          <pc:docMk/>
          <pc:sldMk cId="3977480582" sldId="1789"/>
        </pc:sldMkLst>
      </pc:sldChg>
      <pc:sldChg chg="modSp mod">
        <pc:chgData name="VICTOR JOSE GONZALEZ RODRIGUEZ" userId="3fdd7208-0adc-40d2-a594-662a5d66d0ad" providerId="ADAL" clId="{F4A6E6A3-AEE8-422F-BDE5-EF2817E369B8}" dt="2023-09-14T05:31:43.680" v="575" actId="207"/>
        <pc:sldMkLst>
          <pc:docMk/>
          <pc:sldMk cId="157313400" sldId="2030"/>
        </pc:sldMkLst>
      </pc:sldChg>
      <pc:sldChg chg="del">
        <pc:chgData name="VICTOR JOSE GONZALEZ RODRIGUEZ" userId="3fdd7208-0adc-40d2-a594-662a5d66d0ad" providerId="ADAL" clId="{F4A6E6A3-AEE8-422F-BDE5-EF2817E369B8}" dt="2023-09-13T15:22:13.290" v="565" actId="47"/>
        <pc:sldMkLst>
          <pc:docMk/>
          <pc:sldMk cId="1421131438" sldId="2036"/>
        </pc:sldMkLst>
      </pc:sldChg>
      <pc:sldChg chg="del">
        <pc:chgData name="VICTOR JOSE GONZALEZ RODRIGUEZ" userId="3fdd7208-0adc-40d2-a594-662a5d66d0ad" providerId="ADAL" clId="{F4A6E6A3-AEE8-422F-BDE5-EF2817E369B8}" dt="2023-09-13T15:22:13.290" v="565" actId="47"/>
        <pc:sldMkLst>
          <pc:docMk/>
          <pc:sldMk cId="1031373286" sldId="2037"/>
        </pc:sldMkLst>
      </pc:sldChg>
      <pc:sldChg chg="del">
        <pc:chgData name="VICTOR JOSE GONZALEZ RODRIGUEZ" userId="3fdd7208-0adc-40d2-a594-662a5d66d0ad" providerId="ADAL" clId="{F4A6E6A3-AEE8-422F-BDE5-EF2817E369B8}" dt="2023-09-13T15:22:13.290" v="565" actId="47"/>
        <pc:sldMkLst>
          <pc:docMk/>
          <pc:sldMk cId="224751069" sldId="2038"/>
        </pc:sldMkLst>
      </pc:sldChg>
      <pc:sldChg chg="del">
        <pc:chgData name="VICTOR JOSE GONZALEZ RODRIGUEZ" userId="3fdd7208-0adc-40d2-a594-662a5d66d0ad" providerId="ADAL" clId="{F4A6E6A3-AEE8-422F-BDE5-EF2817E369B8}" dt="2023-09-13T15:22:13.290" v="565" actId="47"/>
        <pc:sldMkLst>
          <pc:docMk/>
          <pc:sldMk cId="1173446385" sldId="2039"/>
        </pc:sldMkLst>
      </pc:sldChg>
      <pc:sldChg chg="del">
        <pc:chgData name="VICTOR JOSE GONZALEZ RODRIGUEZ" userId="3fdd7208-0adc-40d2-a594-662a5d66d0ad" providerId="ADAL" clId="{F4A6E6A3-AEE8-422F-BDE5-EF2817E369B8}" dt="2023-09-13T15:22:13.290" v="565" actId="47"/>
        <pc:sldMkLst>
          <pc:docMk/>
          <pc:sldMk cId="810547721" sldId="2040"/>
        </pc:sldMkLst>
      </pc:sldChg>
      <pc:sldChg chg="del">
        <pc:chgData name="VICTOR JOSE GONZALEZ RODRIGUEZ" userId="3fdd7208-0adc-40d2-a594-662a5d66d0ad" providerId="ADAL" clId="{F4A6E6A3-AEE8-422F-BDE5-EF2817E369B8}" dt="2023-09-13T15:22:13.290" v="565" actId="47"/>
        <pc:sldMkLst>
          <pc:docMk/>
          <pc:sldMk cId="12932938" sldId="2041"/>
        </pc:sldMkLst>
      </pc:sldChg>
      <pc:sldChg chg="del">
        <pc:chgData name="VICTOR JOSE GONZALEZ RODRIGUEZ" userId="3fdd7208-0adc-40d2-a594-662a5d66d0ad" providerId="ADAL" clId="{F4A6E6A3-AEE8-422F-BDE5-EF2817E369B8}" dt="2023-09-13T15:22:13.290" v="565" actId="47"/>
        <pc:sldMkLst>
          <pc:docMk/>
          <pc:sldMk cId="2921896135" sldId="2042"/>
        </pc:sldMkLst>
      </pc:sldChg>
      <pc:sldChg chg="del">
        <pc:chgData name="VICTOR JOSE GONZALEZ RODRIGUEZ" userId="3fdd7208-0adc-40d2-a594-662a5d66d0ad" providerId="ADAL" clId="{F4A6E6A3-AEE8-422F-BDE5-EF2817E369B8}" dt="2023-09-13T15:22:13.290" v="565" actId="47"/>
        <pc:sldMkLst>
          <pc:docMk/>
          <pc:sldMk cId="3319595276" sldId="2043"/>
        </pc:sldMkLst>
      </pc:sldChg>
      <pc:sldChg chg="del">
        <pc:chgData name="VICTOR JOSE GONZALEZ RODRIGUEZ" userId="3fdd7208-0adc-40d2-a594-662a5d66d0ad" providerId="ADAL" clId="{F4A6E6A3-AEE8-422F-BDE5-EF2817E369B8}" dt="2023-09-13T15:22:13.290" v="565" actId="47"/>
        <pc:sldMkLst>
          <pc:docMk/>
          <pc:sldMk cId="3446228935" sldId="2045"/>
        </pc:sldMkLst>
      </pc:sldChg>
      <pc:sldChg chg="del">
        <pc:chgData name="VICTOR JOSE GONZALEZ RODRIGUEZ" userId="3fdd7208-0adc-40d2-a594-662a5d66d0ad" providerId="ADAL" clId="{F4A6E6A3-AEE8-422F-BDE5-EF2817E369B8}" dt="2023-09-13T15:22:13.290" v="565" actId="47"/>
        <pc:sldMkLst>
          <pc:docMk/>
          <pc:sldMk cId="317943652" sldId="2046"/>
        </pc:sldMkLst>
      </pc:sldChg>
      <pc:sldChg chg="del">
        <pc:chgData name="VICTOR JOSE GONZALEZ RODRIGUEZ" userId="3fdd7208-0adc-40d2-a594-662a5d66d0ad" providerId="ADAL" clId="{F4A6E6A3-AEE8-422F-BDE5-EF2817E369B8}" dt="2023-09-13T15:22:13.290" v="565" actId="47"/>
        <pc:sldMkLst>
          <pc:docMk/>
          <pc:sldMk cId="1050884907" sldId="2047"/>
        </pc:sldMkLst>
      </pc:sldChg>
      <pc:sldChg chg="del">
        <pc:chgData name="VICTOR JOSE GONZALEZ RODRIGUEZ" userId="3fdd7208-0adc-40d2-a594-662a5d66d0ad" providerId="ADAL" clId="{F4A6E6A3-AEE8-422F-BDE5-EF2817E369B8}" dt="2023-09-13T15:22:13.290" v="565" actId="47"/>
        <pc:sldMkLst>
          <pc:docMk/>
          <pc:sldMk cId="1958016792" sldId="2048"/>
        </pc:sldMkLst>
      </pc:sldChg>
      <pc:sldChg chg="del">
        <pc:chgData name="VICTOR JOSE GONZALEZ RODRIGUEZ" userId="3fdd7208-0adc-40d2-a594-662a5d66d0ad" providerId="ADAL" clId="{F4A6E6A3-AEE8-422F-BDE5-EF2817E369B8}" dt="2023-09-13T15:22:13.290" v="565" actId="47"/>
        <pc:sldMkLst>
          <pc:docMk/>
          <pc:sldMk cId="3262042833" sldId="2049"/>
        </pc:sldMkLst>
      </pc:sldChg>
      <pc:sldChg chg="del">
        <pc:chgData name="VICTOR JOSE GONZALEZ RODRIGUEZ" userId="3fdd7208-0adc-40d2-a594-662a5d66d0ad" providerId="ADAL" clId="{F4A6E6A3-AEE8-422F-BDE5-EF2817E369B8}" dt="2023-09-13T15:22:13.290" v="565" actId="47"/>
        <pc:sldMkLst>
          <pc:docMk/>
          <pc:sldMk cId="2017001166" sldId="2050"/>
        </pc:sldMkLst>
      </pc:sldChg>
      <pc:sldChg chg="del">
        <pc:chgData name="VICTOR JOSE GONZALEZ RODRIGUEZ" userId="3fdd7208-0adc-40d2-a594-662a5d66d0ad" providerId="ADAL" clId="{F4A6E6A3-AEE8-422F-BDE5-EF2817E369B8}" dt="2023-09-13T15:22:13.290" v="565" actId="47"/>
        <pc:sldMkLst>
          <pc:docMk/>
          <pc:sldMk cId="1975904035" sldId="2051"/>
        </pc:sldMkLst>
      </pc:sldChg>
      <pc:sldChg chg="del">
        <pc:chgData name="VICTOR JOSE GONZALEZ RODRIGUEZ" userId="3fdd7208-0adc-40d2-a594-662a5d66d0ad" providerId="ADAL" clId="{F4A6E6A3-AEE8-422F-BDE5-EF2817E369B8}" dt="2023-09-13T15:22:13.290" v="565" actId="47"/>
        <pc:sldMkLst>
          <pc:docMk/>
          <pc:sldMk cId="4200728910" sldId="2052"/>
        </pc:sldMkLst>
      </pc:sldChg>
      <pc:sldChg chg="del">
        <pc:chgData name="VICTOR JOSE GONZALEZ RODRIGUEZ" userId="3fdd7208-0adc-40d2-a594-662a5d66d0ad" providerId="ADAL" clId="{F4A6E6A3-AEE8-422F-BDE5-EF2817E369B8}" dt="2023-09-13T15:22:13.290" v="565" actId="47"/>
        <pc:sldMkLst>
          <pc:docMk/>
          <pc:sldMk cId="2347963378" sldId="2373"/>
        </pc:sldMkLst>
      </pc:sldChg>
      <pc:sldChg chg="del">
        <pc:chgData name="VICTOR JOSE GONZALEZ RODRIGUEZ" userId="3fdd7208-0adc-40d2-a594-662a5d66d0ad" providerId="ADAL" clId="{F4A6E6A3-AEE8-422F-BDE5-EF2817E369B8}" dt="2023-09-13T15:22:13.290" v="565" actId="47"/>
        <pc:sldMkLst>
          <pc:docMk/>
          <pc:sldMk cId="3415942564" sldId="2374"/>
        </pc:sldMkLst>
      </pc:sldChg>
      <pc:sldChg chg="del">
        <pc:chgData name="VICTOR JOSE GONZALEZ RODRIGUEZ" userId="3fdd7208-0adc-40d2-a594-662a5d66d0ad" providerId="ADAL" clId="{F4A6E6A3-AEE8-422F-BDE5-EF2817E369B8}" dt="2023-09-13T15:22:13.290" v="565" actId="47"/>
        <pc:sldMkLst>
          <pc:docMk/>
          <pc:sldMk cId="1557508790" sldId="2375"/>
        </pc:sldMkLst>
      </pc:sldChg>
      <pc:sldChg chg="del">
        <pc:chgData name="VICTOR JOSE GONZALEZ RODRIGUEZ" userId="3fdd7208-0adc-40d2-a594-662a5d66d0ad" providerId="ADAL" clId="{F4A6E6A3-AEE8-422F-BDE5-EF2817E369B8}" dt="2023-09-13T15:22:13.290" v="565" actId="47"/>
        <pc:sldMkLst>
          <pc:docMk/>
          <pc:sldMk cId="2509109421" sldId="2376"/>
        </pc:sldMkLst>
      </pc:sldChg>
      <pc:sldChg chg="del">
        <pc:chgData name="VICTOR JOSE GONZALEZ RODRIGUEZ" userId="3fdd7208-0adc-40d2-a594-662a5d66d0ad" providerId="ADAL" clId="{F4A6E6A3-AEE8-422F-BDE5-EF2817E369B8}" dt="2023-09-13T15:22:13.290" v="565" actId="47"/>
        <pc:sldMkLst>
          <pc:docMk/>
          <pc:sldMk cId="2551535511" sldId="2377"/>
        </pc:sldMkLst>
      </pc:sldChg>
      <pc:sldChg chg="del">
        <pc:chgData name="VICTOR JOSE GONZALEZ RODRIGUEZ" userId="3fdd7208-0adc-40d2-a594-662a5d66d0ad" providerId="ADAL" clId="{F4A6E6A3-AEE8-422F-BDE5-EF2817E369B8}" dt="2023-09-13T15:22:13.290" v="565" actId="47"/>
        <pc:sldMkLst>
          <pc:docMk/>
          <pc:sldMk cId="4134919440" sldId="2378"/>
        </pc:sldMkLst>
      </pc:sldChg>
      <pc:sldChg chg="del">
        <pc:chgData name="VICTOR JOSE GONZALEZ RODRIGUEZ" userId="3fdd7208-0adc-40d2-a594-662a5d66d0ad" providerId="ADAL" clId="{F4A6E6A3-AEE8-422F-BDE5-EF2817E369B8}" dt="2023-09-13T15:22:13.290" v="565" actId="47"/>
        <pc:sldMkLst>
          <pc:docMk/>
          <pc:sldMk cId="2638086010" sldId="2379"/>
        </pc:sldMkLst>
      </pc:sldChg>
      <pc:sldChg chg="del">
        <pc:chgData name="VICTOR JOSE GONZALEZ RODRIGUEZ" userId="3fdd7208-0adc-40d2-a594-662a5d66d0ad" providerId="ADAL" clId="{F4A6E6A3-AEE8-422F-BDE5-EF2817E369B8}" dt="2023-09-13T15:22:13.290" v="565" actId="47"/>
        <pc:sldMkLst>
          <pc:docMk/>
          <pc:sldMk cId="2050937011" sldId="2380"/>
        </pc:sldMkLst>
      </pc:sldChg>
      <pc:sldChg chg="del">
        <pc:chgData name="VICTOR JOSE GONZALEZ RODRIGUEZ" userId="3fdd7208-0adc-40d2-a594-662a5d66d0ad" providerId="ADAL" clId="{F4A6E6A3-AEE8-422F-BDE5-EF2817E369B8}" dt="2023-09-13T15:22:13.290" v="565" actId="47"/>
        <pc:sldMkLst>
          <pc:docMk/>
          <pc:sldMk cId="3870854288" sldId="2381"/>
        </pc:sldMkLst>
      </pc:sldChg>
      <pc:sldChg chg="del">
        <pc:chgData name="VICTOR JOSE GONZALEZ RODRIGUEZ" userId="3fdd7208-0adc-40d2-a594-662a5d66d0ad" providerId="ADAL" clId="{F4A6E6A3-AEE8-422F-BDE5-EF2817E369B8}" dt="2023-09-13T15:22:13.290" v="565" actId="47"/>
        <pc:sldMkLst>
          <pc:docMk/>
          <pc:sldMk cId="3405954347" sldId="2382"/>
        </pc:sldMkLst>
      </pc:sldChg>
      <pc:sldChg chg="del">
        <pc:chgData name="VICTOR JOSE GONZALEZ RODRIGUEZ" userId="3fdd7208-0adc-40d2-a594-662a5d66d0ad" providerId="ADAL" clId="{F4A6E6A3-AEE8-422F-BDE5-EF2817E369B8}" dt="2023-09-13T15:22:13.290" v="565" actId="47"/>
        <pc:sldMkLst>
          <pc:docMk/>
          <pc:sldMk cId="1928417327" sldId="2383"/>
        </pc:sldMkLst>
      </pc:sldChg>
      <pc:sldChg chg="del">
        <pc:chgData name="VICTOR JOSE GONZALEZ RODRIGUEZ" userId="3fdd7208-0adc-40d2-a594-662a5d66d0ad" providerId="ADAL" clId="{F4A6E6A3-AEE8-422F-BDE5-EF2817E369B8}" dt="2023-09-13T15:22:13.290" v="565" actId="47"/>
        <pc:sldMkLst>
          <pc:docMk/>
          <pc:sldMk cId="4226150555" sldId="2384"/>
        </pc:sldMkLst>
      </pc:sldChg>
      <pc:sldChg chg="del">
        <pc:chgData name="VICTOR JOSE GONZALEZ RODRIGUEZ" userId="3fdd7208-0adc-40d2-a594-662a5d66d0ad" providerId="ADAL" clId="{F4A6E6A3-AEE8-422F-BDE5-EF2817E369B8}" dt="2023-09-13T15:22:13.290" v="565" actId="47"/>
        <pc:sldMkLst>
          <pc:docMk/>
          <pc:sldMk cId="2780460055" sldId="2385"/>
        </pc:sldMkLst>
      </pc:sldChg>
      <pc:sldChg chg="del">
        <pc:chgData name="VICTOR JOSE GONZALEZ RODRIGUEZ" userId="3fdd7208-0adc-40d2-a594-662a5d66d0ad" providerId="ADAL" clId="{F4A6E6A3-AEE8-422F-BDE5-EF2817E369B8}" dt="2023-09-13T15:22:13.290" v="565" actId="47"/>
        <pc:sldMkLst>
          <pc:docMk/>
          <pc:sldMk cId="2303319734" sldId="2386"/>
        </pc:sldMkLst>
      </pc:sldChg>
      <pc:sldChg chg="del">
        <pc:chgData name="VICTOR JOSE GONZALEZ RODRIGUEZ" userId="3fdd7208-0adc-40d2-a594-662a5d66d0ad" providerId="ADAL" clId="{F4A6E6A3-AEE8-422F-BDE5-EF2817E369B8}" dt="2023-09-13T15:22:13.290" v="565" actId="47"/>
        <pc:sldMkLst>
          <pc:docMk/>
          <pc:sldMk cId="2334987260" sldId="2387"/>
        </pc:sldMkLst>
      </pc:sldChg>
      <pc:sldChg chg="del">
        <pc:chgData name="VICTOR JOSE GONZALEZ RODRIGUEZ" userId="3fdd7208-0adc-40d2-a594-662a5d66d0ad" providerId="ADAL" clId="{F4A6E6A3-AEE8-422F-BDE5-EF2817E369B8}" dt="2023-09-13T15:22:13.290" v="565" actId="47"/>
        <pc:sldMkLst>
          <pc:docMk/>
          <pc:sldMk cId="2966460856" sldId="2389"/>
        </pc:sldMkLst>
      </pc:sldChg>
      <pc:sldChg chg="del">
        <pc:chgData name="VICTOR JOSE GONZALEZ RODRIGUEZ" userId="3fdd7208-0adc-40d2-a594-662a5d66d0ad" providerId="ADAL" clId="{F4A6E6A3-AEE8-422F-BDE5-EF2817E369B8}" dt="2023-09-13T15:22:13.290" v="565" actId="47"/>
        <pc:sldMkLst>
          <pc:docMk/>
          <pc:sldMk cId="2267607168" sldId="2390"/>
        </pc:sldMkLst>
      </pc:sldChg>
      <pc:sldChg chg="del">
        <pc:chgData name="VICTOR JOSE GONZALEZ RODRIGUEZ" userId="3fdd7208-0adc-40d2-a594-662a5d66d0ad" providerId="ADAL" clId="{F4A6E6A3-AEE8-422F-BDE5-EF2817E369B8}" dt="2023-09-13T15:22:13.290" v="565" actId="47"/>
        <pc:sldMkLst>
          <pc:docMk/>
          <pc:sldMk cId="4100853280" sldId="2391"/>
        </pc:sldMkLst>
      </pc:sldChg>
      <pc:sldChg chg="del">
        <pc:chgData name="VICTOR JOSE GONZALEZ RODRIGUEZ" userId="3fdd7208-0adc-40d2-a594-662a5d66d0ad" providerId="ADAL" clId="{F4A6E6A3-AEE8-422F-BDE5-EF2817E369B8}" dt="2023-09-13T15:22:13.290" v="565" actId="47"/>
        <pc:sldMkLst>
          <pc:docMk/>
          <pc:sldMk cId="2056290964" sldId="2392"/>
        </pc:sldMkLst>
      </pc:sldChg>
      <pc:sldChg chg="del">
        <pc:chgData name="VICTOR JOSE GONZALEZ RODRIGUEZ" userId="3fdd7208-0adc-40d2-a594-662a5d66d0ad" providerId="ADAL" clId="{F4A6E6A3-AEE8-422F-BDE5-EF2817E369B8}" dt="2023-09-13T15:22:13.290" v="565" actId="47"/>
        <pc:sldMkLst>
          <pc:docMk/>
          <pc:sldMk cId="1891517403" sldId="2393"/>
        </pc:sldMkLst>
      </pc:sldChg>
      <pc:sldChg chg="del">
        <pc:chgData name="VICTOR JOSE GONZALEZ RODRIGUEZ" userId="3fdd7208-0adc-40d2-a594-662a5d66d0ad" providerId="ADAL" clId="{F4A6E6A3-AEE8-422F-BDE5-EF2817E369B8}" dt="2023-09-13T15:22:13.290" v="565" actId="47"/>
        <pc:sldMkLst>
          <pc:docMk/>
          <pc:sldMk cId="2106206305" sldId="2394"/>
        </pc:sldMkLst>
      </pc:sldChg>
      <pc:sldChg chg="del">
        <pc:chgData name="VICTOR JOSE GONZALEZ RODRIGUEZ" userId="3fdd7208-0adc-40d2-a594-662a5d66d0ad" providerId="ADAL" clId="{F4A6E6A3-AEE8-422F-BDE5-EF2817E369B8}" dt="2023-09-13T15:22:13.290" v="565" actId="47"/>
        <pc:sldMkLst>
          <pc:docMk/>
          <pc:sldMk cId="2116685317" sldId="2395"/>
        </pc:sldMkLst>
      </pc:sldChg>
      <pc:sldChg chg="del">
        <pc:chgData name="VICTOR JOSE GONZALEZ RODRIGUEZ" userId="3fdd7208-0adc-40d2-a594-662a5d66d0ad" providerId="ADAL" clId="{F4A6E6A3-AEE8-422F-BDE5-EF2817E369B8}" dt="2023-09-13T15:22:13.290" v="565" actId="47"/>
        <pc:sldMkLst>
          <pc:docMk/>
          <pc:sldMk cId="1103817603" sldId="2396"/>
        </pc:sldMkLst>
      </pc:sldChg>
      <pc:sldChg chg="del">
        <pc:chgData name="VICTOR JOSE GONZALEZ RODRIGUEZ" userId="3fdd7208-0adc-40d2-a594-662a5d66d0ad" providerId="ADAL" clId="{F4A6E6A3-AEE8-422F-BDE5-EF2817E369B8}" dt="2023-09-13T15:22:13.290" v="565" actId="47"/>
        <pc:sldMkLst>
          <pc:docMk/>
          <pc:sldMk cId="2522313976" sldId="2397"/>
        </pc:sldMkLst>
      </pc:sldChg>
      <pc:sldChg chg="del">
        <pc:chgData name="VICTOR JOSE GONZALEZ RODRIGUEZ" userId="3fdd7208-0adc-40d2-a594-662a5d66d0ad" providerId="ADAL" clId="{F4A6E6A3-AEE8-422F-BDE5-EF2817E369B8}" dt="2023-09-13T15:22:13.290" v="565" actId="47"/>
        <pc:sldMkLst>
          <pc:docMk/>
          <pc:sldMk cId="2136969201" sldId="2398"/>
        </pc:sldMkLst>
      </pc:sldChg>
      <pc:sldChg chg="del">
        <pc:chgData name="VICTOR JOSE GONZALEZ RODRIGUEZ" userId="3fdd7208-0adc-40d2-a594-662a5d66d0ad" providerId="ADAL" clId="{F4A6E6A3-AEE8-422F-BDE5-EF2817E369B8}" dt="2023-09-13T15:22:13.290" v="565" actId="47"/>
        <pc:sldMkLst>
          <pc:docMk/>
          <pc:sldMk cId="792233002" sldId="2399"/>
        </pc:sldMkLst>
      </pc:sldChg>
      <pc:sldChg chg="del">
        <pc:chgData name="VICTOR JOSE GONZALEZ RODRIGUEZ" userId="3fdd7208-0adc-40d2-a594-662a5d66d0ad" providerId="ADAL" clId="{F4A6E6A3-AEE8-422F-BDE5-EF2817E369B8}" dt="2023-09-13T15:22:13.290" v="565" actId="47"/>
        <pc:sldMkLst>
          <pc:docMk/>
          <pc:sldMk cId="2289292503" sldId="2400"/>
        </pc:sldMkLst>
      </pc:sldChg>
      <pc:sldChg chg="del">
        <pc:chgData name="VICTOR JOSE GONZALEZ RODRIGUEZ" userId="3fdd7208-0adc-40d2-a594-662a5d66d0ad" providerId="ADAL" clId="{F4A6E6A3-AEE8-422F-BDE5-EF2817E369B8}" dt="2023-09-13T15:22:13.290" v="565" actId="47"/>
        <pc:sldMkLst>
          <pc:docMk/>
          <pc:sldMk cId="1609410438" sldId="2402"/>
        </pc:sldMkLst>
      </pc:sldChg>
      <pc:sldChg chg="del">
        <pc:chgData name="VICTOR JOSE GONZALEZ RODRIGUEZ" userId="3fdd7208-0adc-40d2-a594-662a5d66d0ad" providerId="ADAL" clId="{F4A6E6A3-AEE8-422F-BDE5-EF2817E369B8}" dt="2023-09-13T15:22:13.290" v="565" actId="47"/>
        <pc:sldMkLst>
          <pc:docMk/>
          <pc:sldMk cId="2273957619" sldId="2403"/>
        </pc:sldMkLst>
      </pc:sldChg>
      <pc:sldChg chg="del">
        <pc:chgData name="VICTOR JOSE GONZALEZ RODRIGUEZ" userId="3fdd7208-0adc-40d2-a594-662a5d66d0ad" providerId="ADAL" clId="{F4A6E6A3-AEE8-422F-BDE5-EF2817E369B8}" dt="2023-09-13T15:22:13.290" v="565" actId="47"/>
        <pc:sldMkLst>
          <pc:docMk/>
          <pc:sldMk cId="678973582" sldId="2404"/>
        </pc:sldMkLst>
      </pc:sldChg>
      <pc:sldChg chg="del">
        <pc:chgData name="VICTOR JOSE GONZALEZ RODRIGUEZ" userId="3fdd7208-0adc-40d2-a594-662a5d66d0ad" providerId="ADAL" clId="{F4A6E6A3-AEE8-422F-BDE5-EF2817E369B8}" dt="2023-09-13T15:22:13.290" v="565" actId="47"/>
        <pc:sldMkLst>
          <pc:docMk/>
          <pc:sldMk cId="2371401430" sldId="2405"/>
        </pc:sldMkLst>
      </pc:sldChg>
      <pc:sldChg chg="del">
        <pc:chgData name="VICTOR JOSE GONZALEZ RODRIGUEZ" userId="3fdd7208-0adc-40d2-a594-662a5d66d0ad" providerId="ADAL" clId="{F4A6E6A3-AEE8-422F-BDE5-EF2817E369B8}" dt="2023-09-13T15:22:13.290" v="565" actId="47"/>
        <pc:sldMkLst>
          <pc:docMk/>
          <pc:sldMk cId="3960073909" sldId="2406"/>
        </pc:sldMkLst>
      </pc:sldChg>
      <pc:sldChg chg="del">
        <pc:chgData name="VICTOR JOSE GONZALEZ RODRIGUEZ" userId="3fdd7208-0adc-40d2-a594-662a5d66d0ad" providerId="ADAL" clId="{F4A6E6A3-AEE8-422F-BDE5-EF2817E369B8}" dt="2023-09-13T15:22:13.290" v="565" actId="47"/>
        <pc:sldMkLst>
          <pc:docMk/>
          <pc:sldMk cId="4227627545" sldId="2407"/>
        </pc:sldMkLst>
      </pc:sldChg>
      <pc:sldChg chg="del">
        <pc:chgData name="VICTOR JOSE GONZALEZ RODRIGUEZ" userId="3fdd7208-0adc-40d2-a594-662a5d66d0ad" providerId="ADAL" clId="{F4A6E6A3-AEE8-422F-BDE5-EF2817E369B8}" dt="2023-09-13T15:22:13.290" v="565" actId="47"/>
        <pc:sldMkLst>
          <pc:docMk/>
          <pc:sldMk cId="1927522551" sldId="2408"/>
        </pc:sldMkLst>
      </pc:sldChg>
      <pc:sldChg chg="del">
        <pc:chgData name="VICTOR JOSE GONZALEZ RODRIGUEZ" userId="3fdd7208-0adc-40d2-a594-662a5d66d0ad" providerId="ADAL" clId="{F4A6E6A3-AEE8-422F-BDE5-EF2817E369B8}" dt="2023-09-13T15:22:13.290" v="565" actId="47"/>
        <pc:sldMkLst>
          <pc:docMk/>
          <pc:sldMk cId="4075119157" sldId="2409"/>
        </pc:sldMkLst>
      </pc:sldChg>
      <pc:sldChg chg="del">
        <pc:chgData name="VICTOR JOSE GONZALEZ RODRIGUEZ" userId="3fdd7208-0adc-40d2-a594-662a5d66d0ad" providerId="ADAL" clId="{F4A6E6A3-AEE8-422F-BDE5-EF2817E369B8}" dt="2023-09-13T15:22:13.290" v="565" actId="47"/>
        <pc:sldMkLst>
          <pc:docMk/>
          <pc:sldMk cId="1875596331" sldId="2410"/>
        </pc:sldMkLst>
      </pc:sldChg>
      <pc:sldChg chg="del">
        <pc:chgData name="VICTOR JOSE GONZALEZ RODRIGUEZ" userId="3fdd7208-0adc-40d2-a594-662a5d66d0ad" providerId="ADAL" clId="{F4A6E6A3-AEE8-422F-BDE5-EF2817E369B8}" dt="2023-09-13T15:22:13.290" v="565" actId="47"/>
        <pc:sldMkLst>
          <pc:docMk/>
          <pc:sldMk cId="748394080" sldId="2411"/>
        </pc:sldMkLst>
      </pc:sldChg>
      <pc:sldChg chg="del">
        <pc:chgData name="VICTOR JOSE GONZALEZ RODRIGUEZ" userId="3fdd7208-0adc-40d2-a594-662a5d66d0ad" providerId="ADAL" clId="{F4A6E6A3-AEE8-422F-BDE5-EF2817E369B8}" dt="2023-09-13T15:22:13.290" v="565" actId="47"/>
        <pc:sldMkLst>
          <pc:docMk/>
          <pc:sldMk cId="2310317915" sldId="2412"/>
        </pc:sldMkLst>
      </pc:sldChg>
      <pc:sldChg chg="del">
        <pc:chgData name="VICTOR JOSE GONZALEZ RODRIGUEZ" userId="3fdd7208-0adc-40d2-a594-662a5d66d0ad" providerId="ADAL" clId="{F4A6E6A3-AEE8-422F-BDE5-EF2817E369B8}" dt="2023-09-13T15:22:13.290" v="565" actId="47"/>
        <pc:sldMkLst>
          <pc:docMk/>
          <pc:sldMk cId="4246279604" sldId="2413"/>
        </pc:sldMkLst>
      </pc:sldChg>
      <pc:sldChg chg="del">
        <pc:chgData name="VICTOR JOSE GONZALEZ RODRIGUEZ" userId="3fdd7208-0adc-40d2-a594-662a5d66d0ad" providerId="ADAL" clId="{F4A6E6A3-AEE8-422F-BDE5-EF2817E369B8}" dt="2023-09-13T15:22:13.290" v="565" actId="47"/>
        <pc:sldMkLst>
          <pc:docMk/>
          <pc:sldMk cId="2424986246" sldId="2415"/>
        </pc:sldMkLst>
      </pc:sldChg>
      <pc:sldChg chg="del">
        <pc:chgData name="VICTOR JOSE GONZALEZ RODRIGUEZ" userId="3fdd7208-0adc-40d2-a594-662a5d66d0ad" providerId="ADAL" clId="{F4A6E6A3-AEE8-422F-BDE5-EF2817E369B8}" dt="2023-09-13T15:22:13.290" v="565" actId="47"/>
        <pc:sldMkLst>
          <pc:docMk/>
          <pc:sldMk cId="1136830229" sldId="2416"/>
        </pc:sldMkLst>
      </pc:sldChg>
      <pc:sldChg chg="del">
        <pc:chgData name="VICTOR JOSE GONZALEZ RODRIGUEZ" userId="3fdd7208-0adc-40d2-a594-662a5d66d0ad" providerId="ADAL" clId="{F4A6E6A3-AEE8-422F-BDE5-EF2817E369B8}" dt="2023-09-13T15:22:13.290" v="565" actId="47"/>
        <pc:sldMkLst>
          <pc:docMk/>
          <pc:sldMk cId="3539039303" sldId="2417"/>
        </pc:sldMkLst>
      </pc:sldChg>
      <pc:sldChg chg="del">
        <pc:chgData name="VICTOR JOSE GONZALEZ RODRIGUEZ" userId="3fdd7208-0adc-40d2-a594-662a5d66d0ad" providerId="ADAL" clId="{F4A6E6A3-AEE8-422F-BDE5-EF2817E369B8}" dt="2023-09-13T15:22:13.290" v="565" actId="47"/>
        <pc:sldMkLst>
          <pc:docMk/>
          <pc:sldMk cId="3746712453" sldId="2418"/>
        </pc:sldMkLst>
      </pc:sldChg>
      <pc:sldChg chg="del">
        <pc:chgData name="VICTOR JOSE GONZALEZ RODRIGUEZ" userId="3fdd7208-0adc-40d2-a594-662a5d66d0ad" providerId="ADAL" clId="{F4A6E6A3-AEE8-422F-BDE5-EF2817E369B8}" dt="2023-09-13T15:22:13.290" v="565" actId="47"/>
        <pc:sldMkLst>
          <pc:docMk/>
          <pc:sldMk cId="4080023753" sldId="2419"/>
        </pc:sldMkLst>
      </pc:sldChg>
      <pc:sldChg chg="del">
        <pc:chgData name="VICTOR JOSE GONZALEZ RODRIGUEZ" userId="3fdd7208-0adc-40d2-a594-662a5d66d0ad" providerId="ADAL" clId="{F4A6E6A3-AEE8-422F-BDE5-EF2817E369B8}" dt="2023-09-13T15:22:13.290" v="565" actId="47"/>
        <pc:sldMkLst>
          <pc:docMk/>
          <pc:sldMk cId="2752540608" sldId="2420"/>
        </pc:sldMkLst>
      </pc:sldChg>
      <pc:sldChg chg="del">
        <pc:chgData name="VICTOR JOSE GONZALEZ RODRIGUEZ" userId="3fdd7208-0adc-40d2-a594-662a5d66d0ad" providerId="ADAL" clId="{F4A6E6A3-AEE8-422F-BDE5-EF2817E369B8}" dt="2023-09-13T15:22:13.290" v="565" actId="47"/>
        <pc:sldMkLst>
          <pc:docMk/>
          <pc:sldMk cId="2346235119" sldId="2421"/>
        </pc:sldMkLst>
      </pc:sldChg>
      <pc:sldChg chg="del">
        <pc:chgData name="VICTOR JOSE GONZALEZ RODRIGUEZ" userId="3fdd7208-0adc-40d2-a594-662a5d66d0ad" providerId="ADAL" clId="{F4A6E6A3-AEE8-422F-BDE5-EF2817E369B8}" dt="2023-09-13T15:22:13.290" v="565" actId="47"/>
        <pc:sldMkLst>
          <pc:docMk/>
          <pc:sldMk cId="2755146128" sldId="2422"/>
        </pc:sldMkLst>
      </pc:sldChg>
      <pc:sldChg chg="del">
        <pc:chgData name="VICTOR JOSE GONZALEZ RODRIGUEZ" userId="3fdd7208-0adc-40d2-a594-662a5d66d0ad" providerId="ADAL" clId="{F4A6E6A3-AEE8-422F-BDE5-EF2817E369B8}" dt="2023-09-13T15:22:13.290" v="565" actId="47"/>
        <pc:sldMkLst>
          <pc:docMk/>
          <pc:sldMk cId="820092552" sldId="2423"/>
        </pc:sldMkLst>
      </pc:sldChg>
      <pc:sldChg chg="del">
        <pc:chgData name="VICTOR JOSE GONZALEZ RODRIGUEZ" userId="3fdd7208-0adc-40d2-a594-662a5d66d0ad" providerId="ADAL" clId="{F4A6E6A3-AEE8-422F-BDE5-EF2817E369B8}" dt="2023-09-13T15:22:13.290" v="565" actId="47"/>
        <pc:sldMkLst>
          <pc:docMk/>
          <pc:sldMk cId="676917107" sldId="2424"/>
        </pc:sldMkLst>
      </pc:sldChg>
      <pc:sldChg chg="del">
        <pc:chgData name="VICTOR JOSE GONZALEZ RODRIGUEZ" userId="3fdd7208-0adc-40d2-a594-662a5d66d0ad" providerId="ADAL" clId="{F4A6E6A3-AEE8-422F-BDE5-EF2817E369B8}" dt="2023-09-13T15:22:13.290" v="565" actId="47"/>
        <pc:sldMkLst>
          <pc:docMk/>
          <pc:sldMk cId="2551290627" sldId="2425"/>
        </pc:sldMkLst>
      </pc:sldChg>
      <pc:sldChg chg="del">
        <pc:chgData name="VICTOR JOSE GONZALEZ RODRIGUEZ" userId="3fdd7208-0adc-40d2-a594-662a5d66d0ad" providerId="ADAL" clId="{F4A6E6A3-AEE8-422F-BDE5-EF2817E369B8}" dt="2023-09-13T15:22:13.290" v="565" actId="47"/>
        <pc:sldMkLst>
          <pc:docMk/>
          <pc:sldMk cId="1605874003" sldId="2426"/>
        </pc:sldMkLst>
      </pc:sldChg>
      <pc:sldChg chg="del">
        <pc:chgData name="VICTOR JOSE GONZALEZ RODRIGUEZ" userId="3fdd7208-0adc-40d2-a594-662a5d66d0ad" providerId="ADAL" clId="{F4A6E6A3-AEE8-422F-BDE5-EF2817E369B8}" dt="2023-09-13T15:22:13.290" v="565" actId="47"/>
        <pc:sldMkLst>
          <pc:docMk/>
          <pc:sldMk cId="3118916400" sldId="2427"/>
        </pc:sldMkLst>
      </pc:sldChg>
      <pc:sldChg chg="del">
        <pc:chgData name="VICTOR JOSE GONZALEZ RODRIGUEZ" userId="3fdd7208-0adc-40d2-a594-662a5d66d0ad" providerId="ADAL" clId="{F4A6E6A3-AEE8-422F-BDE5-EF2817E369B8}" dt="2023-09-13T15:22:13.290" v="565" actId="47"/>
        <pc:sldMkLst>
          <pc:docMk/>
          <pc:sldMk cId="3653727834" sldId="2428"/>
        </pc:sldMkLst>
      </pc:sldChg>
      <pc:sldChg chg="del">
        <pc:chgData name="VICTOR JOSE GONZALEZ RODRIGUEZ" userId="3fdd7208-0adc-40d2-a594-662a5d66d0ad" providerId="ADAL" clId="{F4A6E6A3-AEE8-422F-BDE5-EF2817E369B8}" dt="2023-09-13T15:22:13.290" v="565" actId="47"/>
        <pc:sldMkLst>
          <pc:docMk/>
          <pc:sldMk cId="2243520586" sldId="2429"/>
        </pc:sldMkLst>
      </pc:sldChg>
      <pc:sldChg chg="del">
        <pc:chgData name="VICTOR JOSE GONZALEZ RODRIGUEZ" userId="3fdd7208-0adc-40d2-a594-662a5d66d0ad" providerId="ADAL" clId="{F4A6E6A3-AEE8-422F-BDE5-EF2817E369B8}" dt="2023-09-13T15:22:13.290" v="565" actId="47"/>
        <pc:sldMkLst>
          <pc:docMk/>
          <pc:sldMk cId="2292737456" sldId="2430"/>
        </pc:sldMkLst>
      </pc:sldChg>
      <pc:sldChg chg="del">
        <pc:chgData name="VICTOR JOSE GONZALEZ RODRIGUEZ" userId="3fdd7208-0adc-40d2-a594-662a5d66d0ad" providerId="ADAL" clId="{F4A6E6A3-AEE8-422F-BDE5-EF2817E369B8}" dt="2023-09-13T15:22:13.290" v="565" actId="47"/>
        <pc:sldMkLst>
          <pc:docMk/>
          <pc:sldMk cId="2196292115" sldId="2431"/>
        </pc:sldMkLst>
      </pc:sldChg>
      <pc:sldChg chg="del">
        <pc:chgData name="VICTOR JOSE GONZALEZ RODRIGUEZ" userId="3fdd7208-0adc-40d2-a594-662a5d66d0ad" providerId="ADAL" clId="{F4A6E6A3-AEE8-422F-BDE5-EF2817E369B8}" dt="2023-09-13T15:22:13.290" v="565" actId="47"/>
        <pc:sldMkLst>
          <pc:docMk/>
          <pc:sldMk cId="2393554692" sldId="2432"/>
        </pc:sldMkLst>
      </pc:sldChg>
      <pc:sldChg chg="del">
        <pc:chgData name="VICTOR JOSE GONZALEZ RODRIGUEZ" userId="3fdd7208-0adc-40d2-a594-662a5d66d0ad" providerId="ADAL" clId="{F4A6E6A3-AEE8-422F-BDE5-EF2817E369B8}" dt="2023-09-13T15:22:13.290" v="565" actId="47"/>
        <pc:sldMkLst>
          <pc:docMk/>
          <pc:sldMk cId="2045633767" sldId="2433"/>
        </pc:sldMkLst>
      </pc:sldChg>
      <pc:sldChg chg="del">
        <pc:chgData name="VICTOR JOSE GONZALEZ RODRIGUEZ" userId="3fdd7208-0adc-40d2-a594-662a5d66d0ad" providerId="ADAL" clId="{F4A6E6A3-AEE8-422F-BDE5-EF2817E369B8}" dt="2023-09-13T15:22:13.290" v="565" actId="47"/>
        <pc:sldMkLst>
          <pc:docMk/>
          <pc:sldMk cId="3963644846" sldId="2434"/>
        </pc:sldMkLst>
      </pc:sldChg>
      <pc:sldChg chg="del">
        <pc:chgData name="VICTOR JOSE GONZALEZ RODRIGUEZ" userId="3fdd7208-0adc-40d2-a594-662a5d66d0ad" providerId="ADAL" clId="{F4A6E6A3-AEE8-422F-BDE5-EF2817E369B8}" dt="2023-09-13T15:22:13.290" v="565" actId="47"/>
        <pc:sldMkLst>
          <pc:docMk/>
          <pc:sldMk cId="2678159236" sldId="2435"/>
        </pc:sldMkLst>
      </pc:sldChg>
      <pc:sldChg chg="del">
        <pc:chgData name="VICTOR JOSE GONZALEZ RODRIGUEZ" userId="3fdd7208-0adc-40d2-a594-662a5d66d0ad" providerId="ADAL" clId="{F4A6E6A3-AEE8-422F-BDE5-EF2817E369B8}" dt="2023-09-13T15:22:13.290" v="565" actId="47"/>
        <pc:sldMkLst>
          <pc:docMk/>
          <pc:sldMk cId="2550229556" sldId="2436"/>
        </pc:sldMkLst>
      </pc:sldChg>
      <pc:sldChg chg="del">
        <pc:chgData name="VICTOR JOSE GONZALEZ RODRIGUEZ" userId="3fdd7208-0adc-40d2-a594-662a5d66d0ad" providerId="ADAL" clId="{F4A6E6A3-AEE8-422F-BDE5-EF2817E369B8}" dt="2023-09-13T15:22:13.290" v="565" actId="47"/>
        <pc:sldMkLst>
          <pc:docMk/>
          <pc:sldMk cId="3199448559" sldId="2437"/>
        </pc:sldMkLst>
      </pc:sldChg>
      <pc:sldChg chg="del">
        <pc:chgData name="VICTOR JOSE GONZALEZ RODRIGUEZ" userId="3fdd7208-0adc-40d2-a594-662a5d66d0ad" providerId="ADAL" clId="{F4A6E6A3-AEE8-422F-BDE5-EF2817E369B8}" dt="2023-09-13T15:22:13.290" v="565" actId="47"/>
        <pc:sldMkLst>
          <pc:docMk/>
          <pc:sldMk cId="2340742109" sldId="2438"/>
        </pc:sldMkLst>
      </pc:sldChg>
      <pc:sldChg chg="del">
        <pc:chgData name="VICTOR JOSE GONZALEZ RODRIGUEZ" userId="3fdd7208-0adc-40d2-a594-662a5d66d0ad" providerId="ADAL" clId="{F4A6E6A3-AEE8-422F-BDE5-EF2817E369B8}" dt="2023-09-13T15:22:13.290" v="565" actId="47"/>
        <pc:sldMkLst>
          <pc:docMk/>
          <pc:sldMk cId="1769219612" sldId="2439"/>
        </pc:sldMkLst>
      </pc:sldChg>
      <pc:sldChg chg="modSp mod">
        <pc:chgData name="VICTOR JOSE GONZALEZ RODRIGUEZ" userId="3fdd7208-0adc-40d2-a594-662a5d66d0ad" providerId="ADAL" clId="{F4A6E6A3-AEE8-422F-BDE5-EF2817E369B8}" dt="2023-09-14T05:31:38.420" v="574" actId="207"/>
        <pc:sldMkLst>
          <pc:docMk/>
          <pc:sldMk cId="1497462584" sldId="2440"/>
        </pc:sldMkLst>
      </pc:sldChg>
      <pc:sldChg chg="del">
        <pc:chgData name="VICTOR JOSE GONZALEZ RODRIGUEZ" userId="3fdd7208-0adc-40d2-a594-662a5d66d0ad" providerId="ADAL" clId="{F4A6E6A3-AEE8-422F-BDE5-EF2817E369B8}" dt="2023-09-13T15:22:13.290" v="565" actId="47"/>
        <pc:sldMkLst>
          <pc:docMk/>
          <pc:sldMk cId="910570988" sldId="244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B25BF10-871D-45BA-AB3E-70F6709124AD}" type="datetimeFigureOut">
              <a:rPr lang="es-ES" smtClean="0"/>
              <a:t>14/11/2025</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F3F09F-0DAF-4002-8B88-D5D31C35E277}" type="slidenum">
              <a:rPr lang="es-ES" smtClean="0"/>
              <a:t>‹Nº›</a:t>
            </a:fld>
            <a:endParaRPr lang="es-ES"/>
          </a:p>
        </p:txBody>
      </p:sp>
    </p:spTree>
    <p:extLst>
      <p:ext uri="{BB962C8B-B14F-4D97-AF65-F5344CB8AC3E}">
        <p14:creationId xmlns:p14="http://schemas.microsoft.com/office/powerpoint/2010/main" val="16721186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n con título">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y texto vertical">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vertical y texto">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kinsta.com/es/base-de-conocimiento/que-es-docker/"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docker.com/products/docker-desktop/" TargetMode="External"/><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https://hub.docker.com/"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86D6D74-4994-E005-28A4-915212C6D4C9}"/>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18140"/>
            <a:ext cx="9144000" cy="4767044"/>
          </a:xfrm>
          <a:prstGeom prst="rect">
            <a:avLst/>
          </a:prstGeom>
        </p:spPr>
      </p:pic>
      <p:sp>
        <p:nvSpPr>
          <p:cNvPr id="8" name="2 Rectángulo">
            <a:extLst>
              <a:ext uri="{FF2B5EF4-FFF2-40B4-BE49-F238E27FC236}">
                <a16:creationId xmlns:a16="http://schemas.microsoft.com/office/drawing/2014/main" id="{F48D6D21-0A48-41C7-9578-19411F4E8035}"/>
              </a:ext>
              <a:ext uri="{C183D7F6-B498-43B3-948B-1728B52AA6E4}">
                <adec:decorative xmlns:adec="http://schemas.microsoft.com/office/drawing/2017/decorative" val="1"/>
              </a:ext>
            </a:extLst>
          </p:cNvPr>
          <p:cNvSpPr/>
          <p:nvPr/>
        </p:nvSpPr>
        <p:spPr>
          <a:xfrm>
            <a:off x="-5092" y="4725143"/>
            <a:ext cx="9149092" cy="2132856"/>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sp>
        <p:nvSpPr>
          <p:cNvPr id="7" name="6 Rectángulo">
            <a:extLst>
              <a:ext uri="{C183D7F6-B498-43B3-948B-1728B52AA6E4}">
                <adec:decorative xmlns:adec="http://schemas.microsoft.com/office/drawing/2017/decorative" val="1"/>
              </a:ext>
            </a:extLst>
          </p:cNvPr>
          <p:cNvSpPr/>
          <p:nvPr/>
        </p:nvSpPr>
        <p:spPr>
          <a:xfrm>
            <a:off x="-5092" y="-27384"/>
            <a:ext cx="9149092" cy="106850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CuadroTexto">
            <a:extLst>
              <a:ext uri="{C183D7F6-B498-43B3-948B-1728B52AA6E4}">
                <adec:decorative xmlns:adec="http://schemas.microsoft.com/office/drawing/2017/decorative" val="1"/>
              </a:ext>
            </a:extLst>
          </p:cNvPr>
          <p:cNvSpPr txBox="1"/>
          <p:nvPr/>
        </p:nvSpPr>
        <p:spPr>
          <a:xfrm>
            <a:off x="2699792" y="184284"/>
            <a:ext cx="6048671" cy="338554"/>
          </a:xfrm>
          <a:prstGeom prst="rect">
            <a:avLst/>
          </a:prstGeom>
          <a:noFill/>
        </p:spPr>
        <p:txBody>
          <a:bodyPr wrap="square" rtlCol="0">
            <a:spAutoFit/>
          </a:bodyPr>
          <a:lstStyle/>
          <a:p>
            <a:pPr algn="ctr"/>
            <a:r>
              <a:rPr lang="es-ES" sz="1600" b="1" dirty="0">
                <a:solidFill>
                  <a:schemeClr val="bg1"/>
                </a:solidFill>
                <a:latin typeface="Roboto Condensed" panose="02000000000000000000" pitchFamily="2" charset="0"/>
                <a:ea typeface="Roboto Condensed" panose="02000000000000000000" pitchFamily="2" charset="0"/>
                <a:cs typeface="Roboto" pitchFamily="2" charset="0"/>
              </a:rPr>
              <a:t>DESARROLLO DE APLICACIONES MULTIPLATAFORMA (ONLINE)</a:t>
            </a:r>
            <a:endParaRPr lang="es-ES" sz="1600" dirty="0">
              <a:solidFill>
                <a:schemeClr val="bg1">
                  <a:lumMod val="75000"/>
                </a:schemeClr>
              </a:solidFill>
              <a:latin typeface="Roboto Condensed" panose="02000000000000000000" pitchFamily="2" charset="0"/>
              <a:ea typeface="Roboto Condensed" panose="02000000000000000000" pitchFamily="2" charset="0"/>
              <a:cs typeface="Roboto" pitchFamily="2" charset="0"/>
            </a:endParaRPr>
          </a:p>
        </p:txBody>
      </p:sp>
      <p:sp>
        <p:nvSpPr>
          <p:cNvPr id="10" name="9 CuadroTexto">
            <a:extLst>
              <a:ext uri="{C183D7F6-B498-43B3-948B-1728B52AA6E4}">
                <adec:decorative xmlns:adec="http://schemas.microsoft.com/office/drawing/2017/decorative" val="1"/>
              </a:ext>
            </a:extLst>
          </p:cNvPr>
          <p:cNvSpPr txBox="1"/>
          <p:nvPr/>
        </p:nvSpPr>
        <p:spPr>
          <a:xfrm>
            <a:off x="2555777" y="488285"/>
            <a:ext cx="6408712" cy="492443"/>
          </a:xfrm>
          <a:prstGeom prst="rect">
            <a:avLst/>
          </a:prstGeom>
          <a:noFill/>
        </p:spPr>
        <p:txBody>
          <a:bodyPr wrap="square" rtlCol="0">
            <a:spAutoFit/>
          </a:bodyPr>
          <a:lstStyle/>
          <a:p>
            <a:pPr algn="ctr"/>
            <a:r>
              <a:rPr lang="es-ES" sz="2600" b="1" dirty="0">
                <a:ln w="0"/>
                <a:solidFill>
                  <a:schemeClr val="accent1"/>
                </a:solidFill>
                <a:effectLst>
                  <a:outerShdw blurRad="38100" dist="25400" dir="5400000" algn="ctr" rotWithShape="0">
                    <a:srgbClr val="6E747A">
                      <a:alpha val="43000"/>
                    </a:srgbClr>
                  </a:outerShdw>
                </a:effectLst>
                <a:latin typeface="Roboto Condensed" panose="02000000000000000000" pitchFamily="2" charset="0"/>
                <a:ea typeface="Roboto Condensed" panose="02000000000000000000" pitchFamily="2" charset="0"/>
                <a:cs typeface="Roboto" pitchFamily="2" charset="0"/>
              </a:rPr>
              <a:t>SISTEMAS DE GESTIÓN EMPRESARIAL</a:t>
            </a:r>
          </a:p>
        </p:txBody>
      </p:sp>
      <p:pic>
        <p:nvPicPr>
          <p:cNvPr id="6" name="Imagen 5">
            <a:extLst>
              <a:ext uri="{FF2B5EF4-FFF2-40B4-BE49-F238E27FC236}">
                <a16:creationId xmlns:a16="http://schemas.microsoft.com/office/drawing/2014/main" id="{4ED1804C-7D19-4AD9-9189-1E4202BC9ECA}"/>
              </a:ext>
              <a:ext uri="{C183D7F6-B498-43B3-948B-1728B52AA6E4}">
                <adec:decorative xmlns:adec="http://schemas.microsoft.com/office/drawing/2017/decorative" val="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27902" b="26739"/>
          <a:stretch/>
        </p:blipFill>
        <p:spPr>
          <a:xfrm>
            <a:off x="323528" y="118373"/>
            <a:ext cx="1676354" cy="760384"/>
          </a:xfrm>
          <a:prstGeom prst="rect">
            <a:avLst/>
          </a:prstGeom>
        </p:spPr>
      </p:pic>
      <p:sp>
        <p:nvSpPr>
          <p:cNvPr id="12" name="3 CuadroTexto">
            <a:extLst>
              <a:ext uri="{FF2B5EF4-FFF2-40B4-BE49-F238E27FC236}">
                <a16:creationId xmlns:a16="http://schemas.microsoft.com/office/drawing/2014/main" id="{A880FF05-18F2-4387-ABE0-6C9765983AE0}"/>
              </a:ext>
              <a:ext uri="{C183D7F6-B498-43B3-948B-1728B52AA6E4}">
                <adec:decorative xmlns:adec="http://schemas.microsoft.com/office/drawing/2017/decorative" val="0"/>
              </a:ext>
            </a:extLst>
          </p:cNvPr>
          <p:cNvSpPr txBox="1"/>
          <p:nvPr/>
        </p:nvSpPr>
        <p:spPr>
          <a:xfrm>
            <a:off x="36511" y="4955684"/>
            <a:ext cx="9144001" cy="1384995"/>
          </a:xfrm>
          <a:prstGeom prst="rect">
            <a:avLst/>
          </a:prstGeom>
          <a:noFill/>
        </p:spPr>
        <p:txBody>
          <a:bodyPr wrap="square" rtlCol="0">
            <a:spAutoFit/>
          </a:bodyPr>
          <a:lstStyle/>
          <a:p>
            <a:pPr algn="ctr"/>
            <a:r>
              <a:rPr lang="es-ES" sz="4200" dirty="0">
                <a:solidFill>
                  <a:schemeClr val="bg1"/>
                </a:solidFill>
                <a:effectLst>
                  <a:outerShdw blurRad="50800" dist="76200" dir="2700000" algn="tl" rotWithShape="0">
                    <a:prstClr val="black">
                      <a:alpha val="90000"/>
                    </a:prstClr>
                  </a:outerShdw>
                </a:effectLst>
                <a:latin typeface="Univers Condensed" panose="020B0506020202050204" pitchFamily="34" charset="0"/>
              </a:rPr>
              <a:t>UT02: INSTALACIÓN Y CONFIGURACIÓN DE SISTEMAS ERP-CRM</a:t>
            </a:r>
          </a:p>
        </p:txBody>
      </p:sp>
    </p:spTree>
    <p:extLst>
      <p:ext uri="{BB962C8B-B14F-4D97-AF65-F5344CB8AC3E}">
        <p14:creationId xmlns:p14="http://schemas.microsoft.com/office/powerpoint/2010/main" val="1698760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a:extLst>
              <a:ext uri="{FF2B5EF4-FFF2-40B4-BE49-F238E27FC236}">
                <a16:creationId xmlns:a16="http://schemas.microsoft.com/office/drawing/2014/main" id="{A4F52C1D-699D-6C02-1370-8DDD8B16573F}"/>
              </a:ext>
              <a:ext uri="{C183D7F6-B498-43B3-948B-1728B52AA6E4}">
                <adec:decorative xmlns:adec="http://schemas.microsoft.com/office/drawing/2017/decorative" val="1"/>
              </a:ext>
            </a:extLst>
          </p:cNvPr>
          <p:cNvSpPr/>
          <p:nvPr/>
        </p:nvSpPr>
        <p:spPr>
          <a:xfrm>
            <a:off x="7475754" y="0"/>
            <a:ext cx="1668246" cy="6858000"/>
          </a:xfrm>
          <a:prstGeom prst="rect">
            <a:avLst/>
          </a:prstGeom>
          <a:solidFill>
            <a:srgbClr val="363A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2 Rectángulo">
            <a:extLst>
              <a:ext uri="{FF2B5EF4-FFF2-40B4-BE49-F238E27FC236}">
                <a16:creationId xmlns:a16="http://schemas.microsoft.com/office/drawing/2014/main" id="{99D6A242-A86D-71D3-F1DF-77512470FBDC}"/>
              </a:ext>
            </a:extLst>
          </p:cNvPr>
          <p:cNvSpPr/>
          <p:nvPr/>
        </p:nvSpPr>
        <p:spPr>
          <a:xfrm>
            <a:off x="-28558" y="0"/>
            <a:ext cx="7624894" cy="6857999"/>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5860BE32-A80F-6986-1305-47BB718AB2EC}"/>
              </a:ext>
            </a:extLst>
          </p:cNvPr>
          <p:cNvSpPr txBox="1"/>
          <p:nvPr/>
        </p:nvSpPr>
        <p:spPr>
          <a:xfrm>
            <a:off x="556222" y="1330310"/>
            <a:ext cx="6536058" cy="3754874"/>
          </a:xfrm>
          <a:prstGeom prst="rect">
            <a:avLst/>
          </a:prstGeom>
          <a:noFill/>
        </p:spPr>
        <p:txBody>
          <a:bodyPr wrap="square" rtlCol="0">
            <a:spAutoFit/>
          </a:bodyPr>
          <a:lstStyle/>
          <a:p>
            <a:pPr>
              <a:spcBef>
                <a:spcPts val="1200"/>
              </a:spcBef>
            </a:pPr>
            <a:r>
              <a:rPr lang="es-ES" sz="2100" dirty="0">
                <a:solidFill>
                  <a:schemeClr val="accent2">
                    <a:lumMod val="75000"/>
                  </a:schemeClr>
                </a:solidFill>
                <a:latin typeface="Univers Condensed" panose="020B0604020202020204" pitchFamily="34" charset="0"/>
              </a:rPr>
              <a:t>1.- </a:t>
            </a:r>
            <a:r>
              <a:rPr lang="es-ES" sz="2100" dirty="0">
                <a:solidFill>
                  <a:schemeClr val="bg1"/>
                </a:solidFill>
                <a:latin typeface="Univers Condensed" panose="020B0604020202020204" pitchFamily="34" charset="0"/>
              </a:rPr>
              <a:t>Preparación de la máquina virtual</a:t>
            </a:r>
          </a:p>
          <a:p>
            <a:pPr>
              <a:spcBef>
                <a:spcPts val="1200"/>
              </a:spcBef>
            </a:pPr>
            <a:r>
              <a:rPr lang="es-ES" sz="2100" dirty="0">
                <a:solidFill>
                  <a:schemeClr val="accent2">
                    <a:lumMod val="75000"/>
                  </a:schemeClr>
                </a:solidFill>
                <a:latin typeface="Univers Condensed" panose="020B0604020202020204" pitchFamily="34" charset="0"/>
              </a:rPr>
              <a:t>2.- </a:t>
            </a:r>
            <a:r>
              <a:rPr lang="es-ES" sz="2100" dirty="0">
                <a:solidFill>
                  <a:schemeClr val="bg1"/>
                </a:solidFill>
                <a:latin typeface="Univers Condensed" panose="020B0604020202020204" pitchFamily="34" charset="0"/>
              </a:rPr>
              <a:t>Instalación de Ubuntu Server</a:t>
            </a:r>
          </a:p>
          <a:p>
            <a:pPr>
              <a:spcBef>
                <a:spcPts val="1200"/>
              </a:spcBef>
            </a:pPr>
            <a:r>
              <a:rPr lang="es-ES" sz="2100" dirty="0">
                <a:solidFill>
                  <a:schemeClr val="accent2">
                    <a:lumMod val="75000"/>
                  </a:schemeClr>
                </a:solidFill>
                <a:latin typeface="Univers Condensed" panose="020B0604020202020204" pitchFamily="34" charset="0"/>
              </a:rPr>
              <a:t>3.- </a:t>
            </a:r>
            <a:r>
              <a:rPr lang="es-ES" sz="2100" dirty="0">
                <a:solidFill>
                  <a:schemeClr val="bg1"/>
                </a:solidFill>
                <a:latin typeface="Univers Condensed" panose="020B0604020202020204" pitchFamily="34" charset="0"/>
              </a:rPr>
              <a:t>Instalación de </a:t>
            </a:r>
            <a:r>
              <a:rPr lang="es-ES" sz="2100" dirty="0" err="1">
                <a:solidFill>
                  <a:schemeClr val="bg1"/>
                </a:solidFill>
                <a:latin typeface="Univers Condensed" panose="020B0604020202020204" pitchFamily="34" charset="0"/>
              </a:rPr>
              <a:t>Odoo</a:t>
            </a:r>
            <a:endParaRPr lang="es-ES" sz="2100" dirty="0">
              <a:solidFill>
                <a:schemeClr val="bg1"/>
              </a:solidFill>
              <a:latin typeface="Univers Condensed" panose="020B0604020202020204" pitchFamily="34" charset="0"/>
            </a:endParaRPr>
          </a:p>
          <a:p>
            <a:pPr>
              <a:spcBef>
                <a:spcPts val="1200"/>
              </a:spcBef>
            </a:pPr>
            <a:r>
              <a:rPr lang="es-ES" sz="2100" dirty="0">
                <a:solidFill>
                  <a:schemeClr val="accent2">
                    <a:lumMod val="75000"/>
                  </a:schemeClr>
                </a:solidFill>
                <a:latin typeface="Univers Condensed" panose="020B0604020202020204" pitchFamily="34" charset="0"/>
              </a:rPr>
              <a:t>4.- </a:t>
            </a:r>
            <a:r>
              <a:rPr lang="es-ES" sz="2100" dirty="0">
                <a:solidFill>
                  <a:schemeClr val="bg1"/>
                </a:solidFill>
                <a:latin typeface="Univers Condensed" panose="020B0604020202020204" pitchFamily="34" charset="0"/>
              </a:rPr>
              <a:t>Configuración de </a:t>
            </a:r>
            <a:r>
              <a:rPr lang="es-ES" sz="2100" dirty="0" err="1">
                <a:solidFill>
                  <a:schemeClr val="bg1"/>
                </a:solidFill>
                <a:latin typeface="Univers Condensed" panose="020B0604020202020204" pitchFamily="34" charset="0"/>
              </a:rPr>
              <a:t>Odoo</a:t>
            </a:r>
            <a:endParaRPr lang="es-ES" sz="2100" dirty="0">
              <a:solidFill>
                <a:schemeClr val="bg1"/>
              </a:solidFill>
              <a:latin typeface="Univers Condensed" panose="020B0604020202020204" pitchFamily="34" charset="0"/>
            </a:endParaRPr>
          </a:p>
          <a:p>
            <a:pPr>
              <a:spcBef>
                <a:spcPts val="1200"/>
              </a:spcBef>
            </a:pPr>
            <a:r>
              <a:rPr lang="es-ES" sz="2100" dirty="0">
                <a:solidFill>
                  <a:schemeClr val="accent2">
                    <a:lumMod val="75000"/>
                  </a:schemeClr>
                </a:solidFill>
                <a:latin typeface="Univers Condensed" panose="020B0604020202020204" pitchFamily="34" charset="0"/>
              </a:rPr>
              <a:t>5.- </a:t>
            </a:r>
            <a:r>
              <a:rPr lang="es-ES" sz="2100" dirty="0">
                <a:solidFill>
                  <a:schemeClr val="bg1"/>
                </a:solidFill>
                <a:latin typeface="Univers Condensed" panose="020B0604020202020204" pitchFamily="34" charset="0"/>
              </a:rPr>
              <a:t>Instalación con Docker para producción</a:t>
            </a:r>
          </a:p>
          <a:p>
            <a:pPr>
              <a:spcBef>
                <a:spcPts val="1200"/>
              </a:spcBef>
            </a:pPr>
            <a:r>
              <a:rPr lang="es-ES" sz="2100" dirty="0">
                <a:solidFill>
                  <a:schemeClr val="accent2">
                    <a:lumMod val="75000"/>
                  </a:schemeClr>
                </a:solidFill>
                <a:latin typeface="Univers Condensed" panose="020B0604020202020204" pitchFamily="34" charset="0"/>
              </a:rPr>
              <a:t>4.- </a:t>
            </a:r>
            <a:r>
              <a:rPr lang="es-ES" sz="2100" dirty="0">
                <a:solidFill>
                  <a:schemeClr val="bg1"/>
                </a:solidFill>
                <a:latin typeface="Univers Condensed" panose="020B0604020202020204" pitchFamily="34" charset="0"/>
              </a:rPr>
              <a:t>Instalación con Docker para desarrollo</a:t>
            </a:r>
          </a:p>
          <a:p>
            <a:pPr>
              <a:spcBef>
                <a:spcPts val="1200"/>
              </a:spcBef>
            </a:pPr>
            <a:r>
              <a:rPr lang="es-ES" sz="2100" dirty="0">
                <a:solidFill>
                  <a:schemeClr val="accent2">
                    <a:lumMod val="75000"/>
                  </a:schemeClr>
                </a:solidFill>
                <a:latin typeface="Univers Condensed" panose="020B0604020202020204" pitchFamily="34" charset="0"/>
              </a:rPr>
              <a:t>4.- </a:t>
            </a:r>
            <a:r>
              <a:rPr lang="es-ES" sz="2100" dirty="0">
                <a:solidFill>
                  <a:schemeClr val="bg1"/>
                </a:solidFill>
                <a:latin typeface="Univers Condensed" panose="020B0604020202020204" pitchFamily="34" charset="0"/>
              </a:rPr>
              <a:t>Instalación con Docker Desktop en Windows</a:t>
            </a:r>
          </a:p>
          <a:p>
            <a:pPr>
              <a:spcBef>
                <a:spcPts val="1200"/>
              </a:spcBef>
            </a:pPr>
            <a:endParaRPr lang="es-ES" sz="2100" dirty="0">
              <a:solidFill>
                <a:schemeClr val="bg1"/>
              </a:solidFill>
              <a:latin typeface="Univers Condensed" panose="020B0604020202020204" pitchFamily="34" charset="0"/>
            </a:endParaRPr>
          </a:p>
        </p:txBody>
      </p:sp>
      <p:sp>
        <p:nvSpPr>
          <p:cNvPr id="11" name="CuadroTexto 10">
            <a:extLst>
              <a:ext uri="{FF2B5EF4-FFF2-40B4-BE49-F238E27FC236}">
                <a16:creationId xmlns:a16="http://schemas.microsoft.com/office/drawing/2014/main" id="{B5893D16-115D-D0CD-A6BD-D548A2200D7F}"/>
              </a:ext>
              <a:ext uri="{C183D7F6-B498-43B3-948B-1728B52AA6E4}">
                <adec:decorative xmlns:adec="http://schemas.microsoft.com/office/drawing/2017/decorative" val="1"/>
              </a:ext>
            </a:extLst>
          </p:cNvPr>
          <p:cNvSpPr txBox="1"/>
          <p:nvPr/>
        </p:nvSpPr>
        <p:spPr>
          <a:xfrm>
            <a:off x="323528" y="476672"/>
            <a:ext cx="5095898" cy="584775"/>
          </a:xfrm>
          <a:prstGeom prst="rect">
            <a:avLst/>
          </a:prstGeom>
          <a:noFill/>
        </p:spPr>
        <p:txBody>
          <a:bodyPr wrap="square" rtlCol="0">
            <a:spAutoFit/>
          </a:bodyPr>
          <a:lstStyle/>
          <a:p>
            <a:pPr>
              <a:spcBef>
                <a:spcPts val="1200"/>
              </a:spcBef>
            </a:pPr>
            <a:r>
              <a:rPr lang="es-ES" sz="3200" b="1" dirty="0">
                <a:solidFill>
                  <a:schemeClr val="accent2">
                    <a:lumMod val="75000"/>
                  </a:schemeClr>
                </a:solidFill>
                <a:latin typeface="Univers Condensed" panose="020B0604020202020204" pitchFamily="34" charset="0"/>
              </a:rPr>
              <a:t>ÍNDICE</a:t>
            </a:r>
          </a:p>
        </p:txBody>
      </p:sp>
      <p:sp>
        <p:nvSpPr>
          <p:cNvPr id="13" name="Rectángulo 12">
            <a:extLst>
              <a:ext uri="{FF2B5EF4-FFF2-40B4-BE49-F238E27FC236}">
                <a16:creationId xmlns:a16="http://schemas.microsoft.com/office/drawing/2014/main" id="{D77E9B63-8C28-2EEB-54B4-34FF7DC71715}"/>
              </a:ext>
              <a:ext uri="{C183D7F6-B498-43B3-948B-1728B52AA6E4}">
                <adec:decorative xmlns:adec="http://schemas.microsoft.com/office/drawing/2017/decorative" val="1"/>
              </a:ext>
            </a:extLst>
          </p:cNvPr>
          <p:cNvSpPr/>
          <p:nvPr/>
        </p:nvSpPr>
        <p:spPr>
          <a:xfrm>
            <a:off x="395536" y="980728"/>
            <a:ext cx="6840760" cy="4571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497462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 Rectángulo">
            <a:extLst>
              <a:ext uri="{FF2B5EF4-FFF2-40B4-BE49-F238E27FC236}">
                <a16:creationId xmlns:a16="http://schemas.microsoft.com/office/drawing/2014/main" id="{F174CD8F-A9AE-AEFE-4F1F-78E90E3332C5}"/>
              </a:ext>
              <a:ext uri="{C183D7F6-B498-43B3-948B-1728B52AA6E4}">
                <adec:decorative xmlns:adec="http://schemas.microsoft.com/office/drawing/2017/decorative" val="1"/>
              </a:ext>
            </a:extLst>
          </p:cNvPr>
          <p:cNvSpPr/>
          <p:nvPr/>
        </p:nvSpPr>
        <p:spPr>
          <a:xfrm>
            <a:off x="-28558" y="0"/>
            <a:ext cx="4600558" cy="6857999"/>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sp>
        <p:nvSpPr>
          <p:cNvPr id="6" name="1 CuadroTexto">
            <a:extLst>
              <a:ext uri="{FF2B5EF4-FFF2-40B4-BE49-F238E27FC236}">
                <a16:creationId xmlns:a16="http://schemas.microsoft.com/office/drawing/2014/main" id="{66567521-D89E-759B-D031-78744CA50C81}"/>
              </a:ext>
            </a:extLst>
          </p:cNvPr>
          <p:cNvSpPr txBox="1"/>
          <p:nvPr/>
        </p:nvSpPr>
        <p:spPr>
          <a:xfrm>
            <a:off x="268191" y="272642"/>
            <a:ext cx="1109599" cy="2862322"/>
          </a:xfrm>
          <a:prstGeom prst="rect">
            <a:avLst/>
          </a:prstGeom>
          <a:noFill/>
        </p:spPr>
        <p:txBody>
          <a:bodyPr wrap="none" rtlCol="0">
            <a:spAutoFit/>
          </a:bodyPr>
          <a:lstStyle/>
          <a:p>
            <a:r>
              <a:rPr lang="es-ES" sz="18000" b="1" spc="50" dirty="0">
                <a:ln w="0"/>
                <a:solidFill>
                  <a:schemeClr val="bg2"/>
                </a:solidFill>
                <a:effectLst>
                  <a:innerShdw blurRad="63500" dist="50800" dir="13500000">
                    <a:srgbClr val="000000">
                      <a:alpha val="50000"/>
                    </a:srgbClr>
                  </a:innerShdw>
                </a:effectLst>
                <a:latin typeface="+mj-lt"/>
              </a:rPr>
              <a:t>1</a:t>
            </a:r>
          </a:p>
        </p:txBody>
      </p:sp>
      <p:sp>
        <p:nvSpPr>
          <p:cNvPr id="4" name="CuadroTexto 3">
            <a:extLst>
              <a:ext uri="{FF2B5EF4-FFF2-40B4-BE49-F238E27FC236}">
                <a16:creationId xmlns:a16="http://schemas.microsoft.com/office/drawing/2014/main" id="{96D28DEE-9F41-E8B9-E1CA-3B8B4DE68128}"/>
              </a:ext>
            </a:extLst>
          </p:cNvPr>
          <p:cNvSpPr txBox="1"/>
          <p:nvPr/>
        </p:nvSpPr>
        <p:spPr>
          <a:xfrm>
            <a:off x="268190" y="3789040"/>
            <a:ext cx="4303809" cy="2862322"/>
          </a:xfrm>
          <a:prstGeom prst="rect">
            <a:avLst/>
          </a:prstGeom>
          <a:noFill/>
        </p:spPr>
        <p:txBody>
          <a:bodyPr wrap="square" rtlCol="0">
            <a:spAutoFit/>
          </a:bodyPr>
          <a:lstStyle/>
          <a:p>
            <a:r>
              <a:rPr lang="es-ES" sz="4500" dirty="0">
                <a:solidFill>
                  <a:schemeClr val="bg1"/>
                </a:solidFill>
                <a:latin typeface="Univers Condensed" panose="020B0604020202020204" pitchFamily="34" charset="0"/>
              </a:rPr>
              <a:t>INSTALACIÓN CON DOCKER PARA PRODUCCIÓN</a:t>
            </a:r>
          </a:p>
        </p:txBody>
      </p:sp>
      <p:pic>
        <p:nvPicPr>
          <p:cNvPr id="5" name="Imagen 4">
            <a:extLst>
              <a:ext uri="{FF2B5EF4-FFF2-40B4-BE49-F238E27FC236}">
                <a16:creationId xmlns:a16="http://schemas.microsoft.com/office/drawing/2014/main" id="{E25C1FE3-1C2B-FCAB-A98B-0CD3BEF6EFF9}"/>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2122" r="14091"/>
          <a:stretch/>
        </p:blipFill>
        <p:spPr>
          <a:xfrm>
            <a:off x="5121120" y="1997837"/>
            <a:ext cx="3754689" cy="2862323"/>
          </a:xfrm>
          <a:prstGeom prst="rect">
            <a:avLst/>
          </a:prstGeom>
        </p:spPr>
      </p:pic>
    </p:spTree>
    <p:extLst>
      <p:ext uri="{BB962C8B-B14F-4D97-AF65-F5344CB8AC3E}">
        <p14:creationId xmlns:p14="http://schemas.microsoft.com/office/powerpoint/2010/main" val="24635723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6515E64E-68D3-5FCC-085A-375767777089}"/>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A02552AC-C6F9-EA56-5217-48A0403C8677}"/>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8 Rectángulo">
            <a:extLst>
              <a:ext uri="{FF2B5EF4-FFF2-40B4-BE49-F238E27FC236}">
                <a16:creationId xmlns:a16="http://schemas.microsoft.com/office/drawing/2014/main" id="{EE035818-C99F-8F93-B4DE-A2772459BAF5}"/>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FAF9CEF0-433A-5E3C-44F5-E23DDA117BAB}"/>
              </a:ext>
              <a:ext uri="{C183D7F6-B498-43B3-948B-1728B52AA6E4}">
                <adec:decorative xmlns:adec="http://schemas.microsoft.com/office/drawing/2017/decorative" val="1"/>
              </a:ext>
            </a:extLst>
          </p:cNvPr>
          <p:cNvSpPr txBox="1"/>
          <p:nvPr/>
        </p:nvSpPr>
        <p:spPr>
          <a:xfrm>
            <a:off x="1043608" y="7820"/>
            <a:ext cx="247324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INTRODUCCIÓN</a:t>
            </a:r>
          </a:p>
        </p:txBody>
      </p:sp>
      <p:sp>
        <p:nvSpPr>
          <p:cNvPr id="6" name="21 CuadroTexto">
            <a:extLst>
              <a:ext uri="{FF2B5EF4-FFF2-40B4-BE49-F238E27FC236}">
                <a16:creationId xmlns:a16="http://schemas.microsoft.com/office/drawing/2014/main" id="{1628769D-550F-3B2A-B4B2-9B95DF8E6FD9}"/>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INTRODUCCIÓN</a:t>
            </a:r>
          </a:p>
        </p:txBody>
      </p:sp>
      <p:sp>
        <p:nvSpPr>
          <p:cNvPr id="7" name="6 CuadroTexto">
            <a:extLst>
              <a:ext uri="{FF2B5EF4-FFF2-40B4-BE49-F238E27FC236}">
                <a16:creationId xmlns:a16="http://schemas.microsoft.com/office/drawing/2014/main" id="{DC37B2E9-9C0D-7909-6694-BF149DAB5D2D}"/>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8" name="10 CuadroTexto">
            <a:extLst>
              <a:ext uri="{FF2B5EF4-FFF2-40B4-BE49-F238E27FC236}">
                <a16:creationId xmlns:a16="http://schemas.microsoft.com/office/drawing/2014/main" id="{9A3EF1BD-2C0D-E68D-7A91-B7CE0942D7CA}"/>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9" name="3 CuadroTexto">
            <a:extLst>
              <a:ext uri="{FF2B5EF4-FFF2-40B4-BE49-F238E27FC236}">
                <a16:creationId xmlns:a16="http://schemas.microsoft.com/office/drawing/2014/main" id="{906C0DB6-B4DD-4156-7380-69DC48CA7142}"/>
              </a:ext>
            </a:extLst>
          </p:cNvPr>
          <p:cNvSpPr txBox="1"/>
          <p:nvPr/>
        </p:nvSpPr>
        <p:spPr>
          <a:xfrm>
            <a:off x="683568" y="966867"/>
            <a:ext cx="4608512" cy="28709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La forma tradicional de instalar </a:t>
            </a:r>
            <a:r>
              <a:rPr lang="es-ES" sz="2100" dirty="0" err="1">
                <a:latin typeface="Arial Nova Cond" panose="020B0604020202020204" pitchFamily="34" charset="0"/>
              </a:rPr>
              <a:t>Odoo</a:t>
            </a:r>
            <a:r>
              <a:rPr lang="es-ES" sz="2100" dirty="0">
                <a:latin typeface="Arial Nova Cond" panose="020B0604020202020204" pitchFamily="34" charset="0"/>
              </a:rPr>
              <a:t> es directamente sobre un equipo con Linux o bien en una máquina virtual.</a:t>
            </a:r>
          </a:p>
          <a:p>
            <a:pPr algn="just">
              <a:lnSpc>
                <a:spcPct val="114000"/>
              </a:lnSpc>
              <a:spcBef>
                <a:spcPts val="600"/>
              </a:spcBef>
              <a:spcAft>
                <a:spcPts val="1200"/>
              </a:spcAft>
            </a:pPr>
            <a:r>
              <a:rPr lang="es-ES" sz="2100" dirty="0">
                <a:latin typeface="Arial Nova Cond" panose="020B0604020202020204" pitchFamily="34" charset="0"/>
              </a:rPr>
              <a:t>Sin embargo, cada vez es más popular el uso de </a:t>
            </a:r>
            <a:r>
              <a:rPr lang="es-ES" sz="2100" b="1" dirty="0">
                <a:latin typeface="Arial Nova Cond" panose="020B0604020202020204" pitchFamily="34" charset="0"/>
              </a:rPr>
              <a:t>contenedores con Docker</a:t>
            </a:r>
            <a:r>
              <a:rPr lang="es-ES" sz="2100" dirty="0">
                <a:latin typeface="Arial Nova Cond" panose="020B0604020202020204" pitchFamily="34" charset="0"/>
              </a:rPr>
              <a:t>, por lo que también vamos a ver cómo podemos ejecutar </a:t>
            </a:r>
            <a:r>
              <a:rPr lang="es-ES" sz="2100" dirty="0" err="1">
                <a:latin typeface="Arial Nova Cond" panose="020B0604020202020204" pitchFamily="34" charset="0"/>
              </a:rPr>
              <a:t>Odoo</a:t>
            </a:r>
            <a:r>
              <a:rPr lang="es-ES" sz="2100" dirty="0">
                <a:latin typeface="Arial Nova Cond" panose="020B0604020202020204" pitchFamily="34" charset="0"/>
              </a:rPr>
              <a:t> desde un contenedor.</a:t>
            </a:r>
            <a:endParaRPr lang="es-ES" sz="2000" dirty="0">
              <a:latin typeface="Arial Nova Cond" panose="020B0604020202020204" pitchFamily="34" charset="0"/>
            </a:endParaRPr>
          </a:p>
        </p:txBody>
      </p:sp>
      <p:pic>
        <p:nvPicPr>
          <p:cNvPr id="11" name="Imagen 10">
            <a:extLst>
              <a:ext uri="{FF2B5EF4-FFF2-40B4-BE49-F238E27FC236}">
                <a16:creationId xmlns:a16="http://schemas.microsoft.com/office/drawing/2014/main" id="{A328C0EE-F41B-D892-76C7-D01877E4B935}"/>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80112" y="896660"/>
            <a:ext cx="2979697" cy="2502480"/>
          </a:xfrm>
          <a:prstGeom prst="rect">
            <a:avLst/>
          </a:prstGeom>
        </p:spPr>
      </p:pic>
      <p:sp>
        <p:nvSpPr>
          <p:cNvPr id="12" name="3 CuadroTexto">
            <a:extLst>
              <a:ext uri="{FF2B5EF4-FFF2-40B4-BE49-F238E27FC236}">
                <a16:creationId xmlns:a16="http://schemas.microsoft.com/office/drawing/2014/main" id="{A694BE36-E1F1-B0A2-C5AC-123AB4827082}"/>
              </a:ext>
            </a:extLst>
          </p:cNvPr>
          <p:cNvSpPr txBox="1"/>
          <p:nvPr/>
        </p:nvSpPr>
        <p:spPr>
          <a:xfrm>
            <a:off x="683567" y="4221088"/>
            <a:ext cx="7876241" cy="1765612"/>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Si no tienes muy claro qué es Docker, hay gran cantidad de información en Internet sobre qué es y cómo funciona.</a:t>
            </a:r>
          </a:p>
          <a:p>
            <a:pPr algn="just">
              <a:lnSpc>
                <a:spcPct val="114000"/>
              </a:lnSpc>
              <a:spcBef>
                <a:spcPts val="600"/>
              </a:spcBef>
              <a:spcAft>
                <a:spcPts val="1200"/>
              </a:spcAft>
            </a:pPr>
            <a:r>
              <a:rPr lang="es-ES" sz="2100" dirty="0">
                <a:latin typeface="Arial Nova Cond" panose="020B0604020202020204" pitchFamily="34" charset="0"/>
              </a:rPr>
              <a:t>En </a:t>
            </a:r>
            <a:r>
              <a:rPr lang="es-ES" sz="2100" dirty="0">
                <a:latin typeface="Arial Nova Cond" panose="020B0604020202020204" pitchFamily="34" charset="0"/>
                <a:hlinkClick r:id="rId3"/>
              </a:rPr>
              <a:t>https://kinsta.com/es/base-de-conocimiento/que-es-docker/</a:t>
            </a:r>
            <a:r>
              <a:rPr lang="es-ES" sz="2100" dirty="0">
                <a:latin typeface="Arial Nova Cond" panose="020B0604020202020204" pitchFamily="34" charset="0"/>
              </a:rPr>
              <a:t> hay una explicación bastante sencilla y completa sobre los contenedores.</a:t>
            </a:r>
            <a:endParaRPr lang="es-ES" sz="2000" dirty="0">
              <a:latin typeface="Arial Nova Cond" panose="020B0604020202020204" pitchFamily="34" charset="0"/>
            </a:endParaRPr>
          </a:p>
        </p:txBody>
      </p:sp>
    </p:spTree>
    <p:extLst>
      <p:ext uri="{BB962C8B-B14F-4D97-AF65-F5344CB8AC3E}">
        <p14:creationId xmlns:p14="http://schemas.microsoft.com/office/powerpoint/2010/main" val="637930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20A240FA-1A04-7988-6331-60D90EBDF632}"/>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7EF31017-918F-CA9D-13A2-42444019C4B8}"/>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8 Rectángulo">
            <a:extLst>
              <a:ext uri="{FF2B5EF4-FFF2-40B4-BE49-F238E27FC236}">
                <a16:creationId xmlns:a16="http://schemas.microsoft.com/office/drawing/2014/main" id="{D6CC1641-3309-9B6B-339E-C9707A949E2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42247DF3-F966-698B-8078-A9958264F3CF}"/>
              </a:ext>
              <a:ext uri="{C183D7F6-B498-43B3-948B-1728B52AA6E4}">
                <adec:decorative xmlns:adec="http://schemas.microsoft.com/office/drawing/2017/decorative" val="1"/>
              </a:ext>
            </a:extLst>
          </p:cNvPr>
          <p:cNvSpPr txBox="1"/>
          <p:nvPr/>
        </p:nvSpPr>
        <p:spPr>
          <a:xfrm>
            <a:off x="1043608" y="7820"/>
            <a:ext cx="247324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INTRODUCCIÓN</a:t>
            </a:r>
          </a:p>
        </p:txBody>
      </p:sp>
      <p:sp>
        <p:nvSpPr>
          <p:cNvPr id="6" name="21 CuadroTexto">
            <a:extLst>
              <a:ext uri="{FF2B5EF4-FFF2-40B4-BE49-F238E27FC236}">
                <a16:creationId xmlns:a16="http://schemas.microsoft.com/office/drawing/2014/main" id="{37890E9C-A41E-6CF9-1611-290F8D5F331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INTRODUCCIÓN</a:t>
            </a:r>
          </a:p>
        </p:txBody>
      </p:sp>
      <p:sp>
        <p:nvSpPr>
          <p:cNvPr id="7" name="6 CuadroTexto">
            <a:extLst>
              <a:ext uri="{FF2B5EF4-FFF2-40B4-BE49-F238E27FC236}">
                <a16:creationId xmlns:a16="http://schemas.microsoft.com/office/drawing/2014/main" id="{4D4F1AEC-A0AE-E786-9858-49080CB3983B}"/>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8" name="10 CuadroTexto">
            <a:extLst>
              <a:ext uri="{FF2B5EF4-FFF2-40B4-BE49-F238E27FC236}">
                <a16:creationId xmlns:a16="http://schemas.microsoft.com/office/drawing/2014/main" id="{7E7B8902-5D39-855C-8C02-DA36BE1D81FD}"/>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9" name="3 CuadroTexto">
            <a:extLst>
              <a:ext uri="{FF2B5EF4-FFF2-40B4-BE49-F238E27FC236}">
                <a16:creationId xmlns:a16="http://schemas.microsoft.com/office/drawing/2014/main" id="{0A43C59B-31F2-09B6-5A5C-2D5F1B662DE6}"/>
              </a:ext>
            </a:extLst>
          </p:cNvPr>
          <p:cNvSpPr txBox="1"/>
          <p:nvPr/>
        </p:nvSpPr>
        <p:spPr>
          <a:xfrm>
            <a:off x="683568" y="966867"/>
            <a:ext cx="7848872" cy="1534779"/>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Docker se ejecuta sobre Linux (también funciona en Windows mediante WSL), por lo que primero necesitaremos una </a:t>
            </a:r>
            <a:r>
              <a:rPr lang="es-ES" sz="2100" b="1" dirty="0">
                <a:latin typeface="Arial Nova Cond" panose="020B0604020202020204" pitchFamily="34" charset="0"/>
              </a:rPr>
              <a:t>máquina virtual con Ubuntu Server</a:t>
            </a:r>
            <a:r>
              <a:rPr lang="es-ES" sz="2100" dirty="0">
                <a:latin typeface="Arial Nova Cond" panose="020B0604020202020204" pitchFamily="34" charset="0"/>
              </a:rPr>
              <a:t> en la que primero instalaremos Docker y luego crearemos los contenedores necesarios para </a:t>
            </a:r>
            <a:r>
              <a:rPr lang="es-ES" sz="2100" dirty="0" err="1">
                <a:latin typeface="Arial Nova Cond" panose="020B0604020202020204" pitchFamily="34" charset="0"/>
              </a:rPr>
              <a:t>Odoo</a:t>
            </a:r>
            <a:r>
              <a:rPr lang="es-ES" sz="2100" dirty="0">
                <a:latin typeface="Arial Nova Cond" panose="020B0604020202020204" pitchFamily="34" charset="0"/>
              </a:rPr>
              <a:t>.</a:t>
            </a:r>
          </a:p>
        </p:txBody>
      </p:sp>
      <p:sp>
        <p:nvSpPr>
          <p:cNvPr id="10" name="3 CuadroTexto">
            <a:extLst>
              <a:ext uri="{FF2B5EF4-FFF2-40B4-BE49-F238E27FC236}">
                <a16:creationId xmlns:a16="http://schemas.microsoft.com/office/drawing/2014/main" id="{68A366A5-4B30-2A15-9300-62B0BC1A37B2}"/>
              </a:ext>
            </a:extLst>
          </p:cNvPr>
          <p:cNvSpPr txBox="1"/>
          <p:nvPr/>
        </p:nvSpPr>
        <p:spPr>
          <a:xfrm>
            <a:off x="683568" y="2713316"/>
            <a:ext cx="7848872" cy="310174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Comienzo creando una máquina virtual con las siguientes características:</a:t>
            </a:r>
          </a:p>
          <a:p>
            <a:pPr marL="342900" indent="-342900" algn="just">
              <a:lnSpc>
                <a:spcPct val="114000"/>
              </a:lnSpc>
              <a:spcBef>
                <a:spcPts val="600"/>
              </a:spcBef>
              <a:buFont typeface="Arial" panose="020B0604020202020204" pitchFamily="34" charset="0"/>
              <a:buChar char="•"/>
            </a:pPr>
            <a:r>
              <a:rPr lang="es-ES" sz="2100" dirty="0">
                <a:latin typeface="Arial Nova Cond" panose="020B0604020202020204" pitchFamily="34" charset="0"/>
              </a:rPr>
              <a:t>Un adaptador NAT y otro solo-anfitrión</a:t>
            </a:r>
          </a:p>
          <a:p>
            <a:pPr marL="342900" indent="-342900" algn="just">
              <a:lnSpc>
                <a:spcPct val="114000"/>
              </a:lnSpc>
              <a:spcBef>
                <a:spcPts val="600"/>
              </a:spcBef>
              <a:buFont typeface="Arial" panose="020B0604020202020204" pitchFamily="34" charset="0"/>
              <a:buChar char="•"/>
            </a:pPr>
            <a:r>
              <a:rPr lang="es-ES" sz="2100" dirty="0">
                <a:latin typeface="Arial Nova Cond" panose="020B0604020202020204" pitchFamily="34" charset="0"/>
              </a:rPr>
              <a:t>4 GB de RAM</a:t>
            </a:r>
          </a:p>
          <a:p>
            <a:pPr marL="342900" indent="-342900" algn="just">
              <a:lnSpc>
                <a:spcPct val="114000"/>
              </a:lnSpc>
              <a:spcBef>
                <a:spcPts val="600"/>
              </a:spcBef>
              <a:buFont typeface="Arial" panose="020B0604020202020204" pitchFamily="34" charset="0"/>
              <a:buChar char="•"/>
            </a:pPr>
            <a:r>
              <a:rPr lang="es-ES" sz="2100" dirty="0">
                <a:latin typeface="Arial Nova Cond" panose="020B0604020202020204" pitchFamily="34" charset="0"/>
              </a:rPr>
              <a:t>Ubuntu Server 22.04 o 24.04 LTS, en la instalación selecciono </a:t>
            </a:r>
            <a:r>
              <a:rPr lang="es-ES" sz="2100" i="1" dirty="0">
                <a:latin typeface="Arial Nova Cond" panose="020B0604020202020204" pitchFamily="34" charset="0"/>
              </a:rPr>
              <a:t>Instalar servidor </a:t>
            </a:r>
            <a:r>
              <a:rPr lang="es-ES" sz="2100" i="1" dirty="0" err="1">
                <a:latin typeface="Arial Nova Cond" panose="020B0604020202020204" pitchFamily="34" charset="0"/>
              </a:rPr>
              <a:t>OpenSSH</a:t>
            </a:r>
            <a:r>
              <a:rPr lang="es-ES" sz="2100" dirty="0">
                <a:latin typeface="Arial Nova Cond" panose="020B0604020202020204" pitchFamily="34" charset="0"/>
              </a:rPr>
              <a:t> </a:t>
            </a:r>
            <a:endParaRPr lang="es-ES" sz="2100" i="1" dirty="0">
              <a:latin typeface="Arial Nova Cond" panose="020B0604020202020204" pitchFamily="34" charset="0"/>
            </a:endParaRPr>
          </a:p>
          <a:p>
            <a:pPr marL="342900" indent="-342900" algn="just">
              <a:lnSpc>
                <a:spcPct val="114000"/>
              </a:lnSpc>
              <a:spcBef>
                <a:spcPts val="600"/>
              </a:spcBef>
              <a:buFont typeface="Arial" panose="020B0604020202020204" pitchFamily="34" charset="0"/>
              <a:buChar char="•"/>
            </a:pPr>
            <a:r>
              <a:rPr lang="es-ES" sz="2100" dirty="0">
                <a:latin typeface="Arial Nova Cond" panose="020B0604020202020204" pitchFamily="34" charset="0"/>
              </a:rPr>
              <a:t>Nombre de equipo: </a:t>
            </a:r>
            <a:r>
              <a:rPr lang="es-ES" sz="2100" dirty="0" err="1">
                <a:latin typeface="Arial Nova Cond" panose="020B0604020202020204" pitchFamily="34" charset="0"/>
              </a:rPr>
              <a:t>odoo-servervi</a:t>
            </a:r>
            <a:endParaRPr lang="es-ES" sz="2100" dirty="0">
              <a:latin typeface="Arial Nova Cond" panose="020B0604020202020204" pitchFamily="34" charset="0"/>
            </a:endParaRPr>
          </a:p>
        </p:txBody>
      </p:sp>
    </p:spTree>
    <p:extLst>
      <p:ext uri="{BB962C8B-B14F-4D97-AF65-F5344CB8AC3E}">
        <p14:creationId xmlns:p14="http://schemas.microsoft.com/office/powerpoint/2010/main" val="1348143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sudo apt update">
            <a:extLst>
              <a:ext uri="{FF2B5EF4-FFF2-40B4-BE49-F238E27FC236}">
                <a16:creationId xmlns:a16="http://schemas.microsoft.com/office/drawing/2014/main" id="{AB2129E7-2573-E9B9-88FA-30A5C09C74DE}"/>
              </a:ext>
            </a:extLst>
          </p:cNvPr>
          <p:cNvPicPr>
            <a:picLocks noChangeAspect="1"/>
          </p:cNvPicPr>
          <p:nvPr/>
        </p:nvPicPr>
        <p:blipFill>
          <a:blip r:embed="rId2"/>
          <a:stretch>
            <a:fillRect/>
          </a:stretch>
        </p:blipFill>
        <p:spPr>
          <a:xfrm>
            <a:off x="683568" y="2127247"/>
            <a:ext cx="7848872" cy="1115293"/>
          </a:xfrm>
          <a:prstGeom prst="rect">
            <a:avLst/>
          </a:prstGeom>
        </p:spPr>
      </p:pic>
      <p:pic>
        <p:nvPicPr>
          <p:cNvPr id="5" name="Imagen 4" descr="sudo apt install docker.io">
            <a:extLst>
              <a:ext uri="{FF2B5EF4-FFF2-40B4-BE49-F238E27FC236}">
                <a16:creationId xmlns:a16="http://schemas.microsoft.com/office/drawing/2014/main" id="{97605692-31FB-1079-2260-90A5B7FE0051}"/>
              </a:ext>
            </a:extLst>
          </p:cNvPr>
          <p:cNvPicPr>
            <a:picLocks noChangeAspect="1"/>
          </p:cNvPicPr>
          <p:nvPr/>
        </p:nvPicPr>
        <p:blipFill>
          <a:blip r:embed="rId3"/>
          <a:srcRect r="20616"/>
          <a:stretch>
            <a:fillRect/>
          </a:stretch>
        </p:blipFill>
        <p:spPr>
          <a:xfrm>
            <a:off x="683568" y="3386556"/>
            <a:ext cx="7848872" cy="2490716"/>
          </a:xfrm>
          <a:prstGeom prst="rect">
            <a:avLst/>
          </a:prstGeom>
        </p:spPr>
      </p:pic>
      <p:sp>
        <p:nvSpPr>
          <p:cNvPr id="6" name="3 CuadroTexto">
            <a:extLst>
              <a:ext uri="{FF2B5EF4-FFF2-40B4-BE49-F238E27FC236}">
                <a16:creationId xmlns:a16="http://schemas.microsoft.com/office/drawing/2014/main" id="{CE5CED13-8EC8-E3D3-F7FB-E47A83AF0188}"/>
              </a:ext>
            </a:extLst>
          </p:cNvPr>
          <p:cNvSpPr txBox="1"/>
          <p:nvPr/>
        </p:nvSpPr>
        <p:spPr>
          <a:xfrm>
            <a:off x="683568" y="966867"/>
            <a:ext cx="7848872"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Comenzamos actualizando los repositorios e instalando el paquete </a:t>
            </a:r>
            <a:r>
              <a:rPr lang="es-ES" sz="2100" b="1" dirty="0">
                <a:latin typeface="Arial Nova Cond" panose="020B0604020202020204" pitchFamily="34" charset="0"/>
              </a:rPr>
              <a:t>docker.io</a:t>
            </a:r>
            <a:endParaRPr lang="es-ES" sz="2100" dirty="0">
              <a:latin typeface="Arial Nova Cond" panose="020B0604020202020204" pitchFamily="34" charset="0"/>
            </a:endParaRPr>
          </a:p>
        </p:txBody>
      </p:sp>
      <p:sp>
        <p:nvSpPr>
          <p:cNvPr id="7" name="5 Rectángulo">
            <a:extLst>
              <a:ext uri="{FF2B5EF4-FFF2-40B4-BE49-F238E27FC236}">
                <a16:creationId xmlns:a16="http://schemas.microsoft.com/office/drawing/2014/main" id="{00FE4A48-407F-D93C-2B69-B24F95F6BEDF}"/>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6 Rectángulo">
            <a:extLst>
              <a:ext uri="{FF2B5EF4-FFF2-40B4-BE49-F238E27FC236}">
                <a16:creationId xmlns:a16="http://schemas.microsoft.com/office/drawing/2014/main" id="{C1047E0B-BC31-EC59-0CE8-141A804D6601}"/>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8 Rectángulo">
            <a:extLst>
              <a:ext uri="{FF2B5EF4-FFF2-40B4-BE49-F238E27FC236}">
                <a16:creationId xmlns:a16="http://schemas.microsoft.com/office/drawing/2014/main" id="{2ACDF4B9-9FE9-4268-2A25-EEBE83D7E37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0 CuadroTexto">
            <a:extLst>
              <a:ext uri="{FF2B5EF4-FFF2-40B4-BE49-F238E27FC236}">
                <a16:creationId xmlns:a16="http://schemas.microsoft.com/office/drawing/2014/main" id="{3E4C9711-670F-D8FD-19D5-7F80F07C934F}"/>
              </a:ext>
              <a:ext uri="{C183D7F6-B498-43B3-948B-1728B52AA6E4}">
                <adec:decorative xmlns:adec="http://schemas.microsoft.com/office/drawing/2017/decorative" val="1"/>
              </a:ext>
            </a:extLst>
          </p:cNvPr>
          <p:cNvSpPr txBox="1"/>
          <p:nvPr/>
        </p:nvSpPr>
        <p:spPr>
          <a:xfrm>
            <a:off x="1043608" y="7820"/>
            <a:ext cx="247324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INTRODUCCIÓN</a:t>
            </a:r>
          </a:p>
        </p:txBody>
      </p:sp>
      <p:sp>
        <p:nvSpPr>
          <p:cNvPr id="14" name="21 CuadroTexto">
            <a:extLst>
              <a:ext uri="{FF2B5EF4-FFF2-40B4-BE49-F238E27FC236}">
                <a16:creationId xmlns:a16="http://schemas.microsoft.com/office/drawing/2014/main" id="{5F70C358-5DBC-B573-A82D-49572CEBD234}"/>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INTRODUCCIÓN</a:t>
            </a:r>
          </a:p>
        </p:txBody>
      </p:sp>
      <p:sp>
        <p:nvSpPr>
          <p:cNvPr id="15" name="6 CuadroTexto">
            <a:extLst>
              <a:ext uri="{FF2B5EF4-FFF2-40B4-BE49-F238E27FC236}">
                <a16:creationId xmlns:a16="http://schemas.microsoft.com/office/drawing/2014/main" id="{58E3F656-F8AE-C640-5C83-B0A23ED24CFD}"/>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6" name="10 CuadroTexto">
            <a:extLst>
              <a:ext uri="{FF2B5EF4-FFF2-40B4-BE49-F238E27FC236}">
                <a16:creationId xmlns:a16="http://schemas.microsoft.com/office/drawing/2014/main" id="{70505512-C859-72EC-935B-39CDEC4CBE24}"/>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2546963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CuadroTexto">
            <a:extLst>
              <a:ext uri="{FF2B5EF4-FFF2-40B4-BE49-F238E27FC236}">
                <a16:creationId xmlns:a16="http://schemas.microsoft.com/office/drawing/2014/main" id="{90F44762-69DF-3533-14B0-B2F45416D1BB}"/>
              </a:ext>
            </a:extLst>
          </p:cNvPr>
          <p:cNvSpPr txBox="1"/>
          <p:nvPr/>
        </p:nvSpPr>
        <p:spPr>
          <a:xfrm>
            <a:off x="683568" y="966867"/>
            <a:ext cx="7848872" cy="42947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Comprobamos que se ha instalado ejecutando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version</a:t>
            </a:r>
            <a:endParaRPr lang="es-ES" sz="2100" b="1" dirty="0">
              <a:latin typeface="Arial Nova Cond" panose="020B0604020202020204" pitchFamily="34" charset="0"/>
            </a:endParaRPr>
          </a:p>
        </p:txBody>
      </p:sp>
      <p:pic>
        <p:nvPicPr>
          <p:cNvPr id="6" name="Imagen 5" descr="sudo docker version">
            <a:extLst>
              <a:ext uri="{FF2B5EF4-FFF2-40B4-BE49-F238E27FC236}">
                <a16:creationId xmlns:a16="http://schemas.microsoft.com/office/drawing/2014/main" id="{E6F448E6-EFD1-1E38-9C33-4267C75806E1}"/>
              </a:ext>
            </a:extLst>
          </p:cNvPr>
          <p:cNvPicPr>
            <a:picLocks noChangeAspect="1"/>
          </p:cNvPicPr>
          <p:nvPr/>
        </p:nvPicPr>
        <p:blipFill>
          <a:blip r:embed="rId2"/>
          <a:srcRect r="14163"/>
          <a:stretch>
            <a:fillRect/>
          </a:stretch>
        </p:blipFill>
        <p:spPr>
          <a:xfrm>
            <a:off x="683568" y="1700808"/>
            <a:ext cx="7848872" cy="2445099"/>
          </a:xfrm>
          <a:prstGeom prst="rect">
            <a:avLst/>
          </a:prstGeom>
        </p:spPr>
      </p:pic>
      <p:sp>
        <p:nvSpPr>
          <p:cNvPr id="7" name="5 Rectángulo">
            <a:extLst>
              <a:ext uri="{FF2B5EF4-FFF2-40B4-BE49-F238E27FC236}">
                <a16:creationId xmlns:a16="http://schemas.microsoft.com/office/drawing/2014/main" id="{3049CB2B-82F8-7B1E-67C8-5DA0327F6AAF}"/>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6 Rectángulo">
            <a:extLst>
              <a:ext uri="{FF2B5EF4-FFF2-40B4-BE49-F238E27FC236}">
                <a16:creationId xmlns:a16="http://schemas.microsoft.com/office/drawing/2014/main" id="{4A23DD66-239F-0028-1590-C7A838867DF3}"/>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a:extLst>
              <a:ext uri="{FF2B5EF4-FFF2-40B4-BE49-F238E27FC236}">
                <a16:creationId xmlns:a16="http://schemas.microsoft.com/office/drawing/2014/main" id="{55BD891B-941F-8A05-717F-01430883EC7B}"/>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10 CuadroTexto">
            <a:extLst>
              <a:ext uri="{FF2B5EF4-FFF2-40B4-BE49-F238E27FC236}">
                <a16:creationId xmlns:a16="http://schemas.microsoft.com/office/drawing/2014/main" id="{E81131B5-7EEA-7950-4D7A-B8A0D662F93E}"/>
              </a:ext>
              <a:ext uri="{C183D7F6-B498-43B3-948B-1728B52AA6E4}">
                <adec:decorative xmlns:adec="http://schemas.microsoft.com/office/drawing/2017/decorative" val="1"/>
              </a:ext>
            </a:extLst>
          </p:cNvPr>
          <p:cNvSpPr txBox="1"/>
          <p:nvPr/>
        </p:nvSpPr>
        <p:spPr>
          <a:xfrm>
            <a:off x="1043608" y="7820"/>
            <a:ext cx="2473241"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INTRODUCCIÓN</a:t>
            </a:r>
          </a:p>
        </p:txBody>
      </p:sp>
      <p:sp>
        <p:nvSpPr>
          <p:cNvPr id="11" name="21 CuadroTexto">
            <a:extLst>
              <a:ext uri="{FF2B5EF4-FFF2-40B4-BE49-F238E27FC236}">
                <a16:creationId xmlns:a16="http://schemas.microsoft.com/office/drawing/2014/main" id="{B648258E-2CFF-2440-B5CF-785DA1ECE826}"/>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INTRODUCCIÓN</a:t>
            </a:r>
          </a:p>
        </p:txBody>
      </p:sp>
      <p:sp>
        <p:nvSpPr>
          <p:cNvPr id="12" name="6 CuadroTexto">
            <a:extLst>
              <a:ext uri="{FF2B5EF4-FFF2-40B4-BE49-F238E27FC236}">
                <a16:creationId xmlns:a16="http://schemas.microsoft.com/office/drawing/2014/main" id="{F0B9F273-0495-9D35-FC0B-7B01B294411A}"/>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3" name="10 CuadroTexto">
            <a:extLst>
              <a:ext uri="{FF2B5EF4-FFF2-40B4-BE49-F238E27FC236}">
                <a16:creationId xmlns:a16="http://schemas.microsoft.com/office/drawing/2014/main" id="{4A8B2DAE-6653-0621-D1DD-9212D7F3FF44}"/>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2813449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5 Rectángulo">
            <a:extLst>
              <a:ext uri="{FF2B5EF4-FFF2-40B4-BE49-F238E27FC236}">
                <a16:creationId xmlns:a16="http://schemas.microsoft.com/office/drawing/2014/main" id="{3813D0FD-3EFC-02FC-655C-AC6FDC4F5D4F}"/>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6B0F03FD-8F6C-28B7-25ED-B55460CACB63}"/>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CA82767C-D243-FF46-2C00-143E2C5A9635}"/>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6C8D6095-2B00-3A2A-9A68-C2BE5528A52D}"/>
              </a:ext>
              <a:ext uri="{C183D7F6-B498-43B3-948B-1728B52AA6E4}">
                <adec:decorative xmlns:adec="http://schemas.microsoft.com/office/drawing/2017/decorative" val="1"/>
              </a:ext>
            </a:extLst>
          </p:cNvPr>
          <p:cNvSpPr txBox="1"/>
          <p:nvPr/>
        </p:nvSpPr>
        <p:spPr>
          <a:xfrm>
            <a:off x="1043608" y="7820"/>
            <a:ext cx="5841536"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INSTALACIÓN DE DOCKER EN UBUNTU</a:t>
            </a:r>
          </a:p>
        </p:txBody>
      </p:sp>
      <p:sp>
        <p:nvSpPr>
          <p:cNvPr id="9" name="21 CuadroTexto">
            <a:extLst>
              <a:ext uri="{FF2B5EF4-FFF2-40B4-BE49-F238E27FC236}">
                <a16:creationId xmlns:a16="http://schemas.microsoft.com/office/drawing/2014/main" id="{9BCA6EC7-B351-7874-1761-ECC66559142B}"/>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INSTALACIÓN DE DOCKER</a:t>
            </a:r>
          </a:p>
        </p:txBody>
      </p:sp>
      <p:sp>
        <p:nvSpPr>
          <p:cNvPr id="10" name="6 CuadroTexto">
            <a:extLst>
              <a:ext uri="{FF2B5EF4-FFF2-40B4-BE49-F238E27FC236}">
                <a16:creationId xmlns:a16="http://schemas.microsoft.com/office/drawing/2014/main" id="{E84C10F0-6168-0674-A936-73329BF2C7C2}"/>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80A63E9D-3A7D-1EE4-A038-F62B509C7959}"/>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2" name="3 CuadroTexto">
            <a:extLst>
              <a:ext uri="{FF2B5EF4-FFF2-40B4-BE49-F238E27FC236}">
                <a16:creationId xmlns:a16="http://schemas.microsoft.com/office/drawing/2014/main" id="{B4D4D789-ED99-70CE-48A8-01B9A1CAAD6A}"/>
              </a:ext>
            </a:extLst>
          </p:cNvPr>
          <p:cNvSpPr txBox="1"/>
          <p:nvPr/>
        </p:nvSpPr>
        <p:spPr>
          <a:xfrm>
            <a:off x="683568" y="966867"/>
            <a:ext cx="7805428" cy="1534779"/>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Ya solo queda agregar el usuario que vayamos a utilizar al grupo </a:t>
            </a:r>
            <a:r>
              <a:rPr lang="es-ES" sz="2100" b="1" dirty="0" err="1">
                <a:latin typeface="Arial Nova Cond" panose="020B0604020202020204" pitchFamily="34" charset="0"/>
              </a:rPr>
              <a:t>docker</a:t>
            </a:r>
            <a:r>
              <a:rPr lang="es-ES" sz="2100" dirty="0">
                <a:latin typeface="Arial Nova Cond" panose="020B0604020202020204" pitchFamily="34" charset="0"/>
              </a:rPr>
              <a:t>. De esta forma, no necesitaremos utilizar la orden </a:t>
            </a:r>
            <a:r>
              <a:rPr lang="es-ES" sz="2100" b="1" dirty="0">
                <a:latin typeface="Arial Nova Cond" panose="020B0604020202020204" pitchFamily="34" charset="0"/>
              </a:rPr>
              <a:t>sudo</a:t>
            </a:r>
            <a:r>
              <a:rPr lang="es-ES" sz="2100" dirty="0">
                <a:latin typeface="Arial Nova Cond" panose="020B0604020202020204" pitchFamily="34" charset="0"/>
              </a:rPr>
              <a:t> para ejecutar los comandos de Docker (en mi caso el usuario se llama </a:t>
            </a:r>
            <a:r>
              <a:rPr lang="es-ES" sz="2100" i="1" dirty="0">
                <a:latin typeface="Arial Nova Cond" panose="020B0604020202020204" pitchFamily="34" charset="0"/>
              </a:rPr>
              <a:t>victor</a:t>
            </a:r>
            <a:r>
              <a:rPr lang="es-ES" sz="2100" dirty="0">
                <a:latin typeface="Arial Nova Cond" panose="020B0604020202020204" pitchFamily="34" charset="0"/>
              </a:rPr>
              <a:t>, en el tuyo tendrías que indicar el nombre de tu usuario) </a:t>
            </a:r>
            <a:endParaRPr lang="es-ES" sz="2000" dirty="0">
              <a:latin typeface="Arial Nova Cond" panose="020B0604020202020204" pitchFamily="34" charset="0"/>
            </a:endParaRPr>
          </a:p>
        </p:txBody>
      </p:sp>
      <p:pic>
        <p:nvPicPr>
          <p:cNvPr id="13" name="Imagen 12" descr="sudo usermod -aG docker victor">
            <a:extLst>
              <a:ext uri="{FF2B5EF4-FFF2-40B4-BE49-F238E27FC236}">
                <a16:creationId xmlns:a16="http://schemas.microsoft.com/office/drawing/2014/main" id="{3815B37D-DB5A-DA15-9C30-10CD90DE3B96}"/>
              </a:ext>
            </a:extLst>
          </p:cNvPr>
          <p:cNvPicPr>
            <a:picLocks noChangeAspect="1"/>
          </p:cNvPicPr>
          <p:nvPr/>
        </p:nvPicPr>
        <p:blipFill>
          <a:blip r:embed="rId2"/>
          <a:stretch>
            <a:fillRect/>
          </a:stretch>
        </p:blipFill>
        <p:spPr>
          <a:xfrm>
            <a:off x="695772" y="2769835"/>
            <a:ext cx="7793224" cy="809685"/>
          </a:xfrm>
          <a:prstGeom prst="rect">
            <a:avLst/>
          </a:prstGeom>
        </p:spPr>
      </p:pic>
      <p:pic>
        <p:nvPicPr>
          <p:cNvPr id="14" name="Imagen 13" descr="su - victor">
            <a:extLst>
              <a:ext uri="{FF2B5EF4-FFF2-40B4-BE49-F238E27FC236}">
                <a16:creationId xmlns:a16="http://schemas.microsoft.com/office/drawing/2014/main" id="{91DAF186-060A-D400-0068-347BA91545C8}"/>
              </a:ext>
            </a:extLst>
          </p:cNvPr>
          <p:cNvPicPr>
            <a:picLocks noChangeAspect="1"/>
          </p:cNvPicPr>
          <p:nvPr/>
        </p:nvPicPr>
        <p:blipFill>
          <a:blip r:embed="rId3"/>
          <a:stretch>
            <a:fillRect/>
          </a:stretch>
        </p:blipFill>
        <p:spPr>
          <a:xfrm>
            <a:off x="2123727" y="4733894"/>
            <a:ext cx="5002453" cy="1071054"/>
          </a:xfrm>
          <a:prstGeom prst="rect">
            <a:avLst/>
          </a:prstGeom>
        </p:spPr>
      </p:pic>
      <p:sp>
        <p:nvSpPr>
          <p:cNvPr id="15" name="3 CuadroTexto">
            <a:extLst>
              <a:ext uri="{FF2B5EF4-FFF2-40B4-BE49-F238E27FC236}">
                <a16:creationId xmlns:a16="http://schemas.microsoft.com/office/drawing/2014/main" id="{1518EB68-F8F5-6EF0-5A70-1D3A3EF61DE5}"/>
              </a:ext>
            </a:extLst>
          </p:cNvPr>
          <p:cNvSpPr txBox="1"/>
          <p:nvPr/>
        </p:nvSpPr>
        <p:spPr>
          <a:xfrm>
            <a:off x="683568" y="3863619"/>
            <a:ext cx="7805428" cy="42947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Reiniciamos la sesión del usuario para que se le agregue al grupo </a:t>
            </a:r>
            <a:endParaRPr lang="es-ES" sz="2000" dirty="0">
              <a:latin typeface="Arial Nova Cond" panose="020B0604020202020204" pitchFamily="34" charset="0"/>
            </a:endParaRPr>
          </a:p>
        </p:txBody>
      </p:sp>
    </p:spTree>
    <p:extLst>
      <p:ext uri="{BB962C8B-B14F-4D97-AF65-F5344CB8AC3E}">
        <p14:creationId xmlns:p14="http://schemas.microsoft.com/office/powerpoint/2010/main" val="136834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5 Rectángulo">
            <a:extLst>
              <a:ext uri="{FF2B5EF4-FFF2-40B4-BE49-F238E27FC236}">
                <a16:creationId xmlns:a16="http://schemas.microsoft.com/office/drawing/2014/main" id="{95E1AC2A-00CA-34BD-5694-F1123BA915F4}"/>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 name="6 Rectángulo">
            <a:extLst>
              <a:ext uri="{FF2B5EF4-FFF2-40B4-BE49-F238E27FC236}">
                <a16:creationId xmlns:a16="http://schemas.microsoft.com/office/drawing/2014/main" id="{9A6FAB0D-1145-E495-61A2-E6058FE8DD34}"/>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8 Rectángulo">
            <a:extLst>
              <a:ext uri="{FF2B5EF4-FFF2-40B4-BE49-F238E27FC236}">
                <a16:creationId xmlns:a16="http://schemas.microsoft.com/office/drawing/2014/main" id="{50A2C695-FE8E-8423-4FCC-E24B8E65266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3F5679FB-E0C2-F463-7354-D677BC324310}"/>
              </a:ext>
              <a:ext uri="{C183D7F6-B498-43B3-948B-1728B52AA6E4}">
                <adec:decorative xmlns:adec="http://schemas.microsoft.com/office/drawing/2017/decorative" val="1"/>
              </a:ext>
            </a:extLst>
          </p:cNvPr>
          <p:cNvSpPr txBox="1"/>
          <p:nvPr/>
        </p:nvSpPr>
        <p:spPr>
          <a:xfrm>
            <a:off x="1043608" y="7820"/>
            <a:ext cx="641592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POSTGRESQL</a:t>
            </a:r>
          </a:p>
        </p:txBody>
      </p:sp>
      <p:sp>
        <p:nvSpPr>
          <p:cNvPr id="6" name="21 CuadroTexto">
            <a:extLst>
              <a:ext uri="{FF2B5EF4-FFF2-40B4-BE49-F238E27FC236}">
                <a16:creationId xmlns:a16="http://schemas.microsoft.com/office/drawing/2014/main" id="{442BE8E7-DB5E-7677-F38E-813C9948040A}"/>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7" name="6 CuadroTexto">
            <a:extLst>
              <a:ext uri="{FF2B5EF4-FFF2-40B4-BE49-F238E27FC236}">
                <a16:creationId xmlns:a16="http://schemas.microsoft.com/office/drawing/2014/main" id="{6C83684E-3BE7-752F-0F3D-DF9D004F807E}"/>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8" name="10 CuadroTexto">
            <a:extLst>
              <a:ext uri="{FF2B5EF4-FFF2-40B4-BE49-F238E27FC236}">
                <a16:creationId xmlns:a16="http://schemas.microsoft.com/office/drawing/2014/main" id="{1FA9AE3F-8B5B-50DD-9FF2-EECBA585D280}"/>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9" name="3 CuadroTexto">
            <a:extLst>
              <a:ext uri="{FF2B5EF4-FFF2-40B4-BE49-F238E27FC236}">
                <a16:creationId xmlns:a16="http://schemas.microsoft.com/office/drawing/2014/main" id="{3DEBDF96-9493-70BC-2338-F24E530B0A0D}"/>
              </a:ext>
            </a:extLst>
          </p:cNvPr>
          <p:cNvSpPr txBox="1"/>
          <p:nvPr/>
        </p:nvSpPr>
        <p:spPr>
          <a:xfrm>
            <a:off x="683568" y="966867"/>
            <a:ext cx="7805428" cy="1765612"/>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b="1" dirty="0" err="1">
                <a:latin typeface="Arial Nova Cond" panose="020B0604020202020204" pitchFamily="34" charset="0"/>
              </a:rPr>
              <a:t>DockerHub</a:t>
            </a:r>
            <a:r>
              <a:rPr lang="es-ES" sz="2100" dirty="0">
                <a:latin typeface="Arial Nova Cond" panose="020B0604020202020204" pitchFamily="34" charset="0"/>
              </a:rPr>
              <a:t> es el repositorio de Docker desde el que podremos acceder a multitud de imágenes de todo tipo.</a:t>
            </a:r>
          </a:p>
          <a:p>
            <a:pPr algn="just">
              <a:lnSpc>
                <a:spcPct val="114000"/>
              </a:lnSpc>
              <a:spcBef>
                <a:spcPts val="600"/>
              </a:spcBef>
              <a:spcAft>
                <a:spcPts val="1200"/>
              </a:spcAft>
            </a:pPr>
            <a:r>
              <a:rPr lang="es-ES" sz="2100" dirty="0">
                <a:latin typeface="Arial Nova Cond" panose="020B0604020202020204" pitchFamily="34" charset="0"/>
              </a:rPr>
              <a:t>Para el contenedor con la base de datos buscamos la imagen oficial de PostgreSQL </a:t>
            </a:r>
            <a:endParaRPr lang="es-ES" sz="2000" dirty="0">
              <a:latin typeface="Arial Nova Cond" panose="020B0604020202020204" pitchFamily="34" charset="0"/>
            </a:endParaRPr>
          </a:p>
        </p:txBody>
      </p:sp>
      <p:pic>
        <p:nvPicPr>
          <p:cNvPr id="10" name="Imagen 9">
            <a:extLst>
              <a:ext uri="{FF2B5EF4-FFF2-40B4-BE49-F238E27FC236}">
                <a16:creationId xmlns:a16="http://schemas.microsoft.com/office/drawing/2014/main" id="{79D3B1D5-AA7A-9719-A8CD-5395A3F5F611}"/>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3568" y="3023833"/>
            <a:ext cx="7805428" cy="2135814"/>
          </a:xfrm>
          <a:prstGeom prst="rect">
            <a:avLst/>
          </a:prstGeom>
        </p:spPr>
      </p:pic>
    </p:spTree>
    <p:extLst>
      <p:ext uri="{BB962C8B-B14F-4D97-AF65-F5344CB8AC3E}">
        <p14:creationId xmlns:p14="http://schemas.microsoft.com/office/powerpoint/2010/main" val="114466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Página del contenedor postgres en Docker Hub">
            <a:extLst>
              <a:ext uri="{FF2B5EF4-FFF2-40B4-BE49-F238E27FC236}">
                <a16:creationId xmlns:a16="http://schemas.microsoft.com/office/drawing/2014/main" id="{53A94113-1A7E-F653-4BB6-573158520A36}"/>
              </a:ext>
            </a:extLst>
          </p:cNvPr>
          <p:cNvPicPr>
            <a:picLocks noChangeAspect="1"/>
          </p:cNvPicPr>
          <p:nvPr/>
        </p:nvPicPr>
        <p:blipFill>
          <a:blip r:embed="rId2"/>
          <a:stretch>
            <a:fillRect/>
          </a:stretch>
        </p:blipFill>
        <p:spPr>
          <a:xfrm>
            <a:off x="346949" y="1196752"/>
            <a:ext cx="8594427" cy="4259939"/>
          </a:xfrm>
          <a:prstGeom prst="rect">
            <a:avLst/>
          </a:prstGeom>
        </p:spPr>
      </p:pic>
      <p:sp>
        <p:nvSpPr>
          <p:cNvPr id="11" name="5 Rectángulo">
            <a:extLst>
              <a:ext uri="{FF2B5EF4-FFF2-40B4-BE49-F238E27FC236}">
                <a16:creationId xmlns:a16="http://schemas.microsoft.com/office/drawing/2014/main" id="{DBF34262-CD71-4C6C-48E2-B1920D328DE2}"/>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6 Rectángulo">
            <a:extLst>
              <a:ext uri="{FF2B5EF4-FFF2-40B4-BE49-F238E27FC236}">
                <a16:creationId xmlns:a16="http://schemas.microsoft.com/office/drawing/2014/main" id="{8A1251F6-BAD2-6BC8-2D53-B7F71AE535CC}"/>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8 Rectángulo">
            <a:extLst>
              <a:ext uri="{FF2B5EF4-FFF2-40B4-BE49-F238E27FC236}">
                <a16:creationId xmlns:a16="http://schemas.microsoft.com/office/drawing/2014/main" id="{B58573B5-54A2-9013-02AD-7440045F5C94}"/>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10 CuadroTexto">
            <a:extLst>
              <a:ext uri="{FF2B5EF4-FFF2-40B4-BE49-F238E27FC236}">
                <a16:creationId xmlns:a16="http://schemas.microsoft.com/office/drawing/2014/main" id="{892213E0-9611-79BA-B256-2786EC10C101}"/>
              </a:ext>
              <a:ext uri="{C183D7F6-B498-43B3-948B-1728B52AA6E4}">
                <adec:decorative xmlns:adec="http://schemas.microsoft.com/office/drawing/2017/decorative" val="1"/>
              </a:ext>
            </a:extLst>
          </p:cNvPr>
          <p:cNvSpPr txBox="1"/>
          <p:nvPr/>
        </p:nvSpPr>
        <p:spPr>
          <a:xfrm>
            <a:off x="1043608" y="7820"/>
            <a:ext cx="641592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POSTGRESQL</a:t>
            </a:r>
          </a:p>
        </p:txBody>
      </p:sp>
      <p:sp>
        <p:nvSpPr>
          <p:cNvPr id="15" name="21 CuadroTexto">
            <a:extLst>
              <a:ext uri="{FF2B5EF4-FFF2-40B4-BE49-F238E27FC236}">
                <a16:creationId xmlns:a16="http://schemas.microsoft.com/office/drawing/2014/main" id="{639D24B7-B75C-A8BF-A5A4-DB1F19B14712}"/>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16" name="6 CuadroTexto">
            <a:extLst>
              <a:ext uri="{FF2B5EF4-FFF2-40B4-BE49-F238E27FC236}">
                <a16:creationId xmlns:a16="http://schemas.microsoft.com/office/drawing/2014/main" id="{0E9933F2-2B99-5971-9FEA-A87E770A4AB0}"/>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7" name="10 CuadroTexto">
            <a:extLst>
              <a:ext uri="{FF2B5EF4-FFF2-40B4-BE49-F238E27FC236}">
                <a16:creationId xmlns:a16="http://schemas.microsoft.com/office/drawing/2014/main" id="{C20ABB2F-4E1F-1570-B47E-2B627912EF6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18359108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mkdir ~/OdooDesarrollo/&#10;mkdir ~/OdooDesarrollo/dataPG">
            <a:extLst>
              <a:ext uri="{FF2B5EF4-FFF2-40B4-BE49-F238E27FC236}">
                <a16:creationId xmlns:a16="http://schemas.microsoft.com/office/drawing/2014/main" id="{9D9F8C3F-1451-9476-8987-EB3E91402080}"/>
              </a:ext>
            </a:extLst>
          </p:cNvPr>
          <p:cNvPicPr>
            <a:picLocks noChangeAspect="1"/>
          </p:cNvPicPr>
          <p:nvPr/>
        </p:nvPicPr>
        <p:blipFill>
          <a:blip r:embed="rId2"/>
          <a:stretch>
            <a:fillRect/>
          </a:stretch>
        </p:blipFill>
        <p:spPr>
          <a:xfrm>
            <a:off x="683568" y="2420887"/>
            <a:ext cx="7805428" cy="1170815"/>
          </a:xfrm>
          <a:prstGeom prst="rect">
            <a:avLst/>
          </a:prstGeom>
        </p:spPr>
      </p:pic>
      <p:sp>
        <p:nvSpPr>
          <p:cNvPr id="7" name="5 Rectángulo">
            <a:extLst>
              <a:ext uri="{FF2B5EF4-FFF2-40B4-BE49-F238E27FC236}">
                <a16:creationId xmlns:a16="http://schemas.microsoft.com/office/drawing/2014/main" id="{766D5710-4E22-B027-5F37-80806A4D8D33}"/>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6 Rectángulo">
            <a:extLst>
              <a:ext uri="{FF2B5EF4-FFF2-40B4-BE49-F238E27FC236}">
                <a16:creationId xmlns:a16="http://schemas.microsoft.com/office/drawing/2014/main" id="{A857BB7C-990E-3CBD-528B-1E3A22CFDA26}"/>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a:extLst>
              <a:ext uri="{FF2B5EF4-FFF2-40B4-BE49-F238E27FC236}">
                <a16:creationId xmlns:a16="http://schemas.microsoft.com/office/drawing/2014/main" id="{9DE6EFBD-92C1-88DE-A03B-A7F7BD5C96B3}"/>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10 CuadroTexto">
            <a:extLst>
              <a:ext uri="{FF2B5EF4-FFF2-40B4-BE49-F238E27FC236}">
                <a16:creationId xmlns:a16="http://schemas.microsoft.com/office/drawing/2014/main" id="{E61EAA14-3967-1A9E-D64C-79C396A80B24}"/>
              </a:ext>
              <a:ext uri="{C183D7F6-B498-43B3-948B-1728B52AA6E4}">
                <adec:decorative xmlns:adec="http://schemas.microsoft.com/office/drawing/2017/decorative" val="1"/>
              </a:ext>
            </a:extLst>
          </p:cNvPr>
          <p:cNvSpPr txBox="1"/>
          <p:nvPr/>
        </p:nvSpPr>
        <p:spPr>
          <a:xfrm>
            <a:off x="1043608" y="7820"/>
            <a:ext cx="641592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POSTGRESQL</a:t>
            </a:r>
          </a:p>
        </p:txBody>
      </p:sp>
      <p:sp>
        <p:nvSpPr>
          <p:cNvPr id="11" name="21 CuadroTexto">
            <a:extLst>
              <a:ext uri="{FF2B5EF4-FFF2-40B4-BE49-F238E27FC236}">
                <a16:creationId xmlns:a16="http://schemas.microsoft.com/office/drawing/2014/main" id="{3B247EEA-A8A7-E0E3-D517-C870BE6BB72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12" name="6 CuadroTexto">
            <a:extLst>
              <a:ext uri="{FF2B5EF4-FFF2-40B4-BE49-F238E27FC236}">
                <a16:creationId xmlns:a16="http://schemas.microsoft.com/office/drawing/2014/main" id="{C010A8CE-7EDB-F1EB-706B-0179085D8CF6}"/>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3" name="10 CuadroTexto">
            <a:extLst>
              <a:ext uri="{FF2B5EF4-FFF2-40B4-BE49-F238E27FC236}">
                <a16:creationId xmlns:a16="http://schemas.microsoft.com/office/drawing/2014/main" id="{8A4B4AF0-E863-E800-DCDE-B329A8B402A6}"/>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4" name="3 CuadroTexto">
            <a:extLst>
              <a:ext uri="{FF2B5EF4-FFF2-40B4-BE49-F238E27FC236}">
                <a16:creationId xmlns:a16="http://schemas.microsoft.com/office/drawing/2014/main" id="{16584E45-34CC-312D-D557-32B6364C2573}"/>
              </a:ext>
            </a:extLst>
          </p:cNvPr>
          <p:cNvSpPr txBox="1"/>
          <p:nvPr/>
        </p:nvSpPr>
        <p:spPr>
          <a:xfrm>
            <a:off x="683568" y="966867"/>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Primero creamos un directorio en el servidor que utilizaremos para acceder desde el propio servidor a los datos del contenedor.</a:t>
            </a:r>
            <a:endParaRPr lang="es-ES" sz="2000" dirty="0">
              <a:latin typeface="Arial Nova Cond" panose="020B0604020202020204" pitchFamily="34" charset="0"/>
            </a:endParaRPr>
          </a:p>
        </p:txBody>
      </p:sp>
    </p:spTree>
    <p:extLst>
      <p:ext uri="{BB962C8B-B14F-4D97-AF65-F5344CB8AC3E}">
        <p14:creationId xmlns:p14="http://schemas.microsoft.com/office/powerpoint/2010/main" val="2688758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5 Rectángulo">
            <a:extLst>
              <a:ext uri="{FF2B5EF4-FFF2-40B4-BE49-F238E27FC236}">
                <a16:creationId xmlns:a16="http://schemas.microsoft.com/office/drawing/2014/main" id="{4F86AFC6-FC1D-7716-C7EB-387431653AD1}"/>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6FA9A7C5-ED8B-0D65-8E8D-BAC2561DC5C6}"/>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30A63404-2FF2-84A1-C74A-51EE9DB01D53}"/>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1E610C70-8ADB-3311-0EB6-EEEF14B0A734}"/>
              </a:ext>
              <a:ext uri="{C183D7F6-B498-43B3-948B-1728B52AA6E4}">
                <adec:decorative xmlns:adec="http://schemas.microsoft.com/office/drawing/2017/decorative" val="1"/>
              </a:ext>
            </a:extLst>
          </p:cNvPr>
          <p:cNvSpPr txBox="1"/>
          <p:nvPr/>
        </p:nvSpPr>
        <p:spPr>
          <a:xfrm>
            <a:off x="1043608" y="7820"/>
            <a:ext cx="641592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POSTGRESQL</a:t>
            </a:r>
          </a:p>
        </p:txBody>
      </p:sp>
      <p:sp>
        <p:nvSpPr>
          <p:cNvPr id="9" name="21 CuadroTexto">
            <a:extLst>
              <a:ext uri="{FF2B5EF4-FFF2-40B4-BE49-F238E27FC236}">
                <a16:creationId xmlns:a16="http://schemas.microsoft.com/office/drawing/2014/main" id="{ABA1839C-E301-F193-8220-BF331916609D}"/>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10" name="6 CuadroTexto">
            <a:extLst>
              <a:ext uri="{FF2B5EF4-FFF2-40B4-BE49-F238E27FC236}">
                <a16:creationId xmlns:a16="http://schemas.microsoft.com/office/drawing/2014/main" id="{DA976264-96F5-1BF2-E10A-F372A76F8004}"/>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DD502C3D-F93C-2524-541C-3A0CDD11300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2" name="3 CuadroTexto">
            <a:extLst>
              <a:ext uri="{FF2B5EF4-FFF2-40B4-BE49-F238E27FC236}">
                <a16:creationId xmlns:a16="http://schemas.microsoft.com/office/drawing/2014/main" id="{BF545B21-4447-A760-4C96-55488F7B5D92}"/>
              </a:ext>
            </a:extLst>
          </p:cNvPr>
          <p:cNvSpPr txBox="1"/>
          <p:nvPr/>
        </p:nvSpPr>
        <p:spPr>
          <a:xfrm>
            <a:off x="683568" y="966867"/>
            <a:ext cx="7805428" cy="717632"/>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Creamos el contenedor para la base de datos </a:t>
            </a:r>
            <a:r>
              <a:rPr lang="es-ES" sz="1600" dirty="0">
                <a:solidFill>
                  <a:schemeClr val="tx1">
                    <a:lumMod val="65000"/>
                    <a:lumOff val="35000"/>
                  </a:schemeClr>
                </a:solidFill>
                <a:latin typeface="Arial Nova Cond" panose="020B0604020202020204" pitchFamily="34" charset="0"/>
              </a:rPr>
              <a:t>(por claridad se han puesto los parámetros en líneas aparte con el carácter \) </a:t>
            </a:r>
          </a:p>
        </p:txBody>
      </p:sp>
      <p:pic>
        <p:nvPicPr>
          <p:cNvPr id="16" name="Imagen 15" descr="docker run -d -v ~/OdooDesarrollo/dataPG:/var/lib/postgresql/data -e POSTGRES_USER=odoo -e POSTGRES_PASSWORD=odoo -e POSTGRES_DB=postgres --name db postgres:14">
            <a:extLst>
              <a:ext uri="{FF2B5EF4-FFF2-40B4-BE49-F238E27FC236}">
                <a16:creationId xmlns:a16="http://schemas.microsoft.com/office/drawing/2014/main" id="{866E385A-546C-BDD8-5DA7-589D4E78D73D}"/>
              </a:ext>
            </a:extLst>
          </p:cNvPr>
          <p:cNvPicPr>
            <a:picLocks noChangeAspect="1"/>
          </p:cNvPicPr>
          <p:nvPr/>
        </p:nvPicPr>
        <p:blipFill>
          <a:blip r:embed="rId2"/>
          <a:stretch>
            <a:fillRect/>
          </a:stretch>
        </p:blipFill>
        <p:spPr>
          <a:xfrm>
            <a:off x="683568" y="1844824"/>
            <a:ext cx="7805428" cy="2554132"/>
          </a:xfrm>
          <a:prstGeom prst="rect">
            <a:avLst/>
          </a:prstGeom>
        </p:spPr>
      </p:pic>
      <p:sp>
        <p:nvSpPr>
          <p:cNvPr id="4" name="3 CuadroTexto">
            <a:extLst>
              <a:ext uri="{FF2B5EF4-FFF2-40B4-BE49-F238E27FC236}">
                <a16:creationId xmlns:a16="http://schemas.microsoft.com/office/drawing/2014/main" id="{ABB4B679-01EC-3EE9-C146-B292065559CD}"/>
              </a:ext>
            </a:extLst>
          </p:cNvPr>
          <p:cNvSpPr txBox="1"/>
          <p:nvPr/>
        </p:nvSpPr>
        <p:spPr>
          <a:xfrm>
            <a:off x="683568" y="4553131"/>
            <a:ext cx="7805428" cy="161217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Los parámetros son:</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-d</a:t>
            </a:r>
            <a:r>
              <a:rPr lang="es-ES" dirty="0">
                <a:latin typeface="Arial Nova Cond" panose="020B0604020202020204" pitchFamily="34" charset="0"/>
              </a:rPr>
              <a:t>: ejecuta el contenedor en segundo plano. Si lo cambiáramos por </a:t>
            </a:r>
            <a:r>
              <a:rPr lang="es-ES" b="1" dirty="0">
                <a:latin typeface="Arial Nova Cond" panose="020B0604020202020204" pitchFamily="34" charset="0"/>
              </a:rPr>
              <a:t>–t</a:t>
            </a:r>
            <a:r>
              <a:rPr lang="es-ES" dirty="0">
                <a:latin typeface="Arial Nova Cond" panose="020B0604020202020204" pitchFamily="34" charset="0"/>
              </a:rPr>
              <a:t> se ejecutaría en primer plano y podríamos ver en la terminal la salida del contenedor, útil si quisiéramos ver los posibles mensajes de error.</a:t>
            </a:r>
          </a:p>
        </p:txBody>
      </p:sp>
    </p:spTree>
    <p:extLst>
      <p:ext uri="{BB962C8B-B14F-4D97-AF65-F5344CB8AC3E}">
        <p14:creationId xmlns:p14="http://schemas.microsoft.com/office/powerpoint/2010/main" val="36823507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CuadroTexto">
            <a:extLst>
              <a:ext uri="{FF2B5EF4-FFF2-40B4-BE49-F238E27FC236}">
                <a16:creationId xmlns:a16="http://schemas.microsoft.com/office/drawing/2014/main" id="{7FC7B056-886C-AB44-339A-6FF19B0FF02E}"/>
              </a:ext>
            </a:extLst>
          </p:cNvPr>
          <p:cNvSpPr txBox="1"/>
          <p:nvPr/>
        </p:nvSpPr>
        <p:spPr>
          <a:xfrm>
            <a:off x="683568" y="1008735"/>
            <a:ext cx="7805428" cy="3284361"/>
          </a:xfrm>
          <a:prstGeom prst="rect">
            <a:avLst/>
          </a:prstGeom>
          <a:solidFill>
            <a:schemeClr val="accent3">
              <a:lumMod val="20000"/>
              <a:lumOff val="80000"/>
            </a:schemeClr>
          </a:solidFill>
        </p:spPr>
        <p:txBody>
          <a:bodyPr wrap="square" rtlCol="0">
            <a:spAutoFit/>
          </a:bodyPr>
          <a:lstStyle/>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-v ~/</a:t>
            </a:r>
            <a:r>
              <a:rPr lang="es-ES" b="1" dirty="0" err="1">
                <a:latin typeface="Arial Nova Cond" panose="020B0604020202020204" pitchFamily="34" charset="0"/>
              </a:rPr>
              <a:t>OdooDesarrollo</a:t>
            </a:r>
            <a:r>
              <a:rPr lang="es-ES" b="1" dirty="0">
                <a:latin typeface="Arial Nova Cond" panose="020B0604020202020204" pitchFamily="34" charset="0"/>
              </a:rPr>
              <a:t>/</a:t>
            </a:r>
            <a:r>
              <a:rPr lang="es-ES" b="1" dirty="0" err="1">
                <a:latin typeface="Arial Nova Cond" panose="020B0604020202020204" pitchFamily="34" charset="0"/>
              </a:rPr>
              <a:t>dataPG</a:t>
            </a:r>
            <a:r>
              <a:rPr lang="es-ES" b="1" dirty="0">
                <a:latin typeface="Arial Nova Cond" panose="020B0604020202020204" pitchFamily="34" charset="0"/>
              </a:rPr>
              <a:t>:/</a:t>
            </a:r>
            <a:r>
              <a:rPr lang="es-ES" b="1" dirty="0" err="1">
                <a:latin typeface="Arial Nova Cond" panose="020B0604020202020204" pitchFamily="34" charset="0"/>
              </a:rPr>
              <a:t>var</a:t>
            </a:r>
            <a:r>
              <a:rPr lang="es-ES" b="1" dirty="0">
                <a:latin typeface="Arial Nova Cond" panose="020B0604020202020204" pitchFamily="34" charset="0"/>
              </a:rPr>
              <a:t>/</a:t>
            </a:r>
            <a:r>
              <a:rPr lang="es-ES" b="1" dirty="0" err="1">
                <a:latin typeface="Arial Nova Cond" panose="020B0604020202020204" pitchFamily="34" charset="0"/>
              </a:rPr>
              <a:t>lib</a:t>
            </a:r>
            <a:r>
              <a:rPr lang="es-ES" b="1" dirty="0">
                <a:latin typeface="Arial Nova Cond" panose="020B0604020202020204" pitchFamily="34" charset="0"/>
              </a:rPr>
              <a:t>/</a:t>
            </a:r>
            <a:r>
              <a:rPr lang="es-ES" b="1" dirty="0" err="1">
                <a:latin typeface="Arial Nova Cond" panose="020B0604020202020204" pitchFamily="34" charset="0"/>
              </a:rPr>
              <a:t>postgresql</a:t>
            </a:r>
            <a:r>
              <a:rPr lang="es-ES" b="1" dirty="0">
                <a:latin typeface="Arial Nova Cond" panose="020B0604020202020204" pitchFamily="34" charset="0"/>
              </a:rPr>
              <a:t>/data</a:t>
            </a:r>
            <a:r>
              <a:rPr lang="es-ES" dirty="0">
                <a:latin typeface="Arial Nova Cond" panose="020B0604020202020204" pitchFamily="34" charset="0"/>
              </a:rPr>
              <a:t>: monta el directorio data del contenedor en el directorio </a:t>
            </a:r>
            <a:r>
              <a:rPr lang="es-ES" dirty="0" err="1">
                <a:latin typeface="Arial Nova Cond" panose="020B0604020202020204" pitchFamily="34" charset="0"/>
              </a:rPr>
              <a:t>dataPG</a:t>
            </a:r>
            <a:r>
              <a:rPr lang="es-ES" dirty="0">
                <a:latin typeface="Arial Nova Cond" panose="020B0604020202020204" pitchFamily="34" charset="0"/>
              </a:rPr>
              <a:t> del anfitrión.</a:t>
            </a:r>
            <a:r>
              <a:rPr lang="es-ES" b="1" dirty="0">
                <a:latin typeface="Arial Nova Cond" panose="020B0604020202020204" pitchFamily="34" charset="0"/>
              </a:rPr>
              <a:t> </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-e POSTGRES_USER=</a:t>
            </a:r>
            <a:r>
              <a:rPr lang="es-ES" b="1" dirty="0" err="1">
                <a:latin typeface="Arial Nova Cond" panose="020B0604020202020204" pitchFamily="34" charset="0"/>
              </a:rPr>
              <a:t>odoo</a:t>
            </a:r>
            <a:r>
              <a:rPr lang="es-ES" b="1" dirty="0">
                <a:latin typeface="Arial Nova Cond" panose="020B0604020202020204" pitchFamily="34" charset="0"/>
              </a:rPr>
              <a:t> …</a:t>
            </a:r>
            <a:r>
              <a:rPr lang="es-ES" dirty="0">
                <a:latin typeface="Arial Nova Cond" panose="020B0604020202020204" pitchFamily="34" charset="0"/>
              </a:rPr>
              <a:t>: crea tres variables de entorno en el contenedor con el nombre de usuario, su contraseña y el nombre de la base de datos.</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a:t>
            </a:r>
            <a:r>
              <a:rPr lang="es-ES" b="1" dirty="0" err="1">
                <a:latin typeface="Arial Nova Cond" panose="020B0604020202020204" pitchFamily="34" charset="0"/>
              </a:rPr>
              <a:t>name</a:t>
            </a:r>
            <a:r>
              <a:rPr lang="es-ES" b="1" dirty="0">
                <a:latin typeface="Arial Nova Cond" panose="020B0604020202020204" pitchFamily="34" charset="0"/>
              </a:rPr>
              <a:t> </a:t>
            </a:r>
            <a:r>
              <a:rPr lang="es-ES" b="1" dirty="0" err="1">
                <a:latin typeface="Arial Nova Cond" panose="020B0604020202020204" pitchFamily="34" charset="0"/>
              </a:rPr>
              <a:t>db</a:t>
            </a:r>
            <a:r>
              <a:rPr lang="es-ES" dirty="0">
                <a:latin typeface="Arial Nova Cond" panose="020B0604020202020204" pitchFamily="34" charset="0"/>
              </a:rPr>
              <a:t>: nombre que se asigna al contenedor.</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postgres:14</a:t>
            </a:r>
            <a:r>
              <a:rPr lang="es-ES" dirty="0">
                <a:latin typeface="Arial Nova Cond" panose="020B0604020202020204" pitchFamily="34" charset="0"/>
              </a:rPr>
              <a:t>: nombre de la imagen desde la que vamos a levantar el contenedor (la que buscamos antes en </a:t>
            </a:r>
            <a:r>
              <a:rPr lang="es-ES" dirty="0" err="1">
                <a:latin typeface="Arial Nova Cond" panose="020B0604020202020204" pitchFamily="34" charset="0"/>
              </a:rPr>
              <a:t>DockerHub</a:t>
            </a:r>
            <a:r>
              <a:rPr lang="es-ES" dirty="0">
                <a:latin typeface="Arial Nova Cond" panose="020B0604020202020204" pitchFamily="34" charset="0"/>
              </a:rPr>
              <a:t>). Después de los dos puntos indicamos la versión.</a:t>
            </a:r>
            <a:endParaRPr lang="es-ES" b="1" dirty="0">
              <a:latin typeface="Arial Nova Cond" panose="020B0604020202020204" pitchFamily="34" charset="0"/>
            </a:endParaRPr>
          </a:p>
        </p:txBody>
      </p:sp>
      <p:sp>
        <p:nvSpPr>
          <p:cNvPr id="3" name="5 Rectángulo">
            <a:extLst>
              <a:ext uri="{FF2B5EF4-FFF2-40B4-BE49-F238E27FC236}">
                <a16:creationId xmlns:a16="http://schemas.microsoft.com/office/drawing/2014/main" id="{6A8EED01-EEB8-56B9-FEC3-D63E34EA4BCF}"/>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41974C2D-4BF3-C11C-8BAF-2AF6E196AB3E}"/>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8 Rectángulo">
            <a:extLst>
              <a:ext uri="{FF2B5EF4-FFF2-40B4-BE49-F238E27FC236}">
                <a16:creationId xmlns:a16="http://schemas.microsoft.com/office/drawing/2014/main" id="{AC034880-C8F9-3486-712A-20DABF9621DB}"/>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10 CuadroTexto">
            <a:extLst>
              <a:ext uri="{FF2B5EF4-FFF2-40B4-BE49-F238E27FC236}">
                <a16:creationId xmlns:a16="http://schemas.microsoft.com/office/drawing/2014/main" id="{E5AA8F6D-5C3C-4CF6-F0F8-E3CC6255E181}"/>
              </a:ext>
              <a:ext uri="{C183D7F6-B498-43B3-948B-1728B52AA6E4}">
                <adec:decorative xmlns:adec="http://schemas.microsoft.com/office/drawing/2017/decorative" val="1"/>
              </a:ext>
            </a:extLst>
          </p:cNvPr>
          <p:cNvSpPr txBox="1"/>
          <p:nvPr/>
        </p:nvSpPr>
        <p:spPr>
          <a:xfrm>
            <a:off x="1043608" y="7820"/>
            <a:ext cx="641592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POSTGRESQL</a:t>
            </a:r>
          </a:p>
        </p:txBody>
      </p:sp>
      <p:sp>
        <p:nvSpPr>
          <p:cNvPr id="7" name="21 CuadroTexto">
            <a:extLst>
              <a:ext uri="{FF2B5EF4-FFF2-40B4-BE49-F238E27FC236}">
                <a16:creationId xmlns:a16="http://schemas.microsoft.com/office/drawing/2014/main" id="{72F3276B-47DF-1B50-58F4-5EA51F18424F}"/>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8" name="6 CuadroTexto">
            <a:extLst>
              <a:ext uri="{FF2B5EF4-FFF2-40B4-BE49-F238E27FC236}">
                <a16:creationId xmlns:a16="http://schemas.microsoft.com/office/drawing/2014/main" id="{8F83AA22-7399-270A-FFE1-BA7E53022E5C}"/>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324BD06E-20E7-4534-DED8-14C65A49D82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0" name="3 CuadroTexto">
            <a:extLst>
              <a:ext uri="{FF2B5EF4-FFF2-40B4-BE49-F238E27FC236}">
                <a16:creationId xmlns:a16="http://schemas.microsoft.com/office/drawing/2014/main" id="{4DC169A0-C5EE-A254-444A-2A4319FB46A5}"/>
              </a:ext>
            </a:extLst>
          </p:cNvPr>
          <p:cNvSpPr txBox="1"/>
          <p:nvPr/>
        </p:nvSpPr>
        <p:spPr>
          <a:xfrm>
            <a:off x="683568" y="4782935"/>
            <a:ext cx="7805428" cy="1166345"/>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Si es la primera vez que utilizas la imagen verás que primero se descarga de Internet. En sucesivos contenedores que utilicen la misma imagen ese paso no será necesario.</a:t>
            </a:r>
            <a:endParaRPr lang="es-ES" sz="1600" dirty="0">
              <a:solidFill>
                <a:schemeClr val="tx1">
                  <a:lumMod val="65000"/>
                  <a:lumOff val="35000"/>
                </a:schemeClr>
              </a:solidFill>
              <a:latin typeface="Arial Nova Cond" panose="020B0604020202020204" pitchFamily="34" charset="0"/>
            </a:endParaRPr>
          </a:p>
        </p:txBody>
      </p:sp>
    </p:spTree>
    <p:extLst>
      <p:ext uri="{BB962C8B-B14F-4D97-AF65-F5344CB8AC3E}">
        <p14:creationId xmlns:p14="http://schemas.microsoft.com/office/powerpoint/2010/main" val="38391267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a:extLst>
              <a:ext uri="{FF2B5EF4-FFF2-40B4-BE49-F238E27FC236}">
                <a16:creationId xmlns:a16="http://schemas.microsoft.com/office/drawing/2014/main" id="{4EA8EDD9-F3DE-17CE-95CD-E51AA62874C7}"/>
              </a:ext>
            </a:extLst>
          </p:cNvPr>
          <p:cNvSpPr txBox="1"/>
          <p:nvPr/>
        </p:nvSpPr>
        <p:spPr>
          <a:xfrm>
            <a:off x="683568" y="908720"/>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Una vez finalice ya podríamos ver que el contenedor se está ejecutando con el comando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ps</a:t>
            </a:r>
            <a:r>
              <a:rPr lang="es-ES" sz="2100" dirty="0">
                <a:latin typeface="Arial Nova Cond" panose="020B0604020202020204" pitchFamily="34" charset="0"/>
              </a:rPr>
              <a:t>.</a:t>
            </a:r>
            <a:endParaRPr lang="es-ES" sz="2000" b="1" dirty="0">
              <a:latin typeface="Arial Nova Cond" panose="020B0604020202020204" pitchFamily="34" charset="0"/>
            </a:endParaRPr>
          </a:p>
        </p:txBody>
      </p:sp>
      <p:pic>
        <p:nvPicPr>
          <p:cNvPr id="3" name="Imagen 2" descr="docker ps">
            <a:extLst>
              <a:ext uri="{FF2B5EF4-FFF2-40B4-BE49-F238E27FC236}">
                <a16:creationId xmlns:a16="http://schemas.microsoft.com/office/drawing/2014/main" id="{0F5F4EE5-3079-79F8-8DC0-2121371BCE32}"/>
              </a:ext>
            </a:extLst>
          </p:cNvPr>
          <p:cNvPicPr>
            <a:picLocks noChangeAspect="1"/>
          </p:cNvPicPr>
          <p:nvPr/>
        </p:nvPicPr>
        <p:blipFill>
          <a:blip r:embed="rId2"/>
          <a:stretch>
            <a:fillRect/>
          </a:stretch>
        </p:blipFill>
        <p:spPr>
          <a:xfrm>
            <a:off x="683567" y="2276871"/>
            <a:ext cx="7805427" cy="1207119"/>
          </a:xfrm>
          <a:prstGeom prst="rect">
            <a:avLst/>
          </a:prstGeom>
        </p:spPr>
      </p:pic>
      <p:sp>
        <p:nvSpPr>
          <p:cNvPr id="5" name="5 Rectángulo">
            <a:extLst>
              <a:ext uri="{FF2B5EF4-FFF2-40B4-BE49-F238E27FC236}">
                <a16:creationId xmlns:a16="http://schemas.microsoft.com/office/drawing/2014/main" id="{BECDD368-7C60-CC4F-5A33-38E36D7E327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CFEEFAD8-05B0-E35F-B121-E17FE042BAE0}"/>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B7737194-F8A6-8C74-8D38-AB4C52BBF719}"/>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B77DA915-6521-0319-2674-397C25FD9C66}"/>
              </a:ext>
              <a:ext uri="{C183D7F6-B498-43B3-948B-1728B52AA6E4}">
                <adec:decorative xmlns:adec="http://schemas.microsoft.com/office/drawing/2017/decorative" val="1"/>
              </a:ext>
            </a:extLst>
          </p:cNvPr>
          <p:cNvSpPr txBox="1"/>
          <p:nvPr/>
        </p:nvSpPr>
        <p:spPr>
          <a:xfrm>
            <a:off x="1043608" y="7820"/>
            <a:ext cx="641592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POSTGRESQL</a:t>
            </a:r>
          </a:p>
        </p:txBody>
      </p:sp>
      <p:sp>
        <p:nvSpPr>
          <p:cNvPr id="9" name="21 CuadroTexto">
            <a:extLst>
              <a:ext uri="{FF2B5EF4-FFF2-40B4-BE49-F238E27FC236}">
                <a16:creationId xmlns:a16="http://schemas.microsoft.com/office/drawing/2014/main" id="{2DE3CAB5-7B8E-82E9-FCF4-38756F0D5287}"/>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10" name="6 CuadroTexto">
            <a:extLst>
              <a:ext uri="{FF2B5EF4-FFF2-40B4-BE49-F238E27FC236}">
                <a16:creationId xmlns:a16="http://schemas.microsoft.com/office/drawing/2014/main" id="{D15C9FD7-79A2-9D43-5292-5DE8E596FA23}"/>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134D155C-8853-51FA-F169-8A31CDF76BA4}"/>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3011493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3 CuadroTexto">
            <a:extLst>
              <a:ext uri="{FF2B5EF4-FFF2-40B4-BE49-F238E27FC236}">
                <a16:creationId xmlns:a16="http://schemas.microsoft.com/office/drawing/2014/main" id="{CE8AEFF3-F0A2-C4D1-3B37-2771082A3C75}"/>
              </a:ext>
            </a:extLst>
          </p:cNvPr>
          <p:cNvSpPr txBox="1"/>
          <p:nvPr/>
        </p:nvSpPr>
        <p:spPr>
          <a:xfrm>
            <a:off x="683568" y="908720"/>
            <a:ext cx="7805428" cy="1765612"/>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Los contenedores podemos pararlos y arrancarlos cuando queramos con las órdenes </a:t>
            </a:r>
            <a:r>
              <a:rPr lang="es-ES" sz="2100" b="1" dirty="0" err="1">
                <a:latin typeface="Arial Nova Cond" panose="020B0604020202020204" pitchFamily="34" charset="0"/>
              </a:rPr>
              <a:t>docker</a:t>
            </a:r>
            <a:r>
              <a:rPr lang="es-ES" sz="2100" b="1" dirty="0">
                <a:latin typeface="Arial Nova Cond" panose="020B0604020202020204" pitchFamily="34" charset="0"/>
              </a:rPr>
              <a:t> stop </a:t>
            </a:r>
            <a:r>
              <a:rPr lang="es-ES" sz="2100" dirty="0">
                <a:latin typeface="Arial Nova Cond" panose="020B0604020202020204" pitchFamily="34" charset="0"/>
              </a:rPr>
              <a:t>y</a:t>
            </a:r>
            <a:r>
              <a:rPr lang="es-ES" sz="2100" b="1" dirty="0">
                <a:latin typeface="Arial Nova Cond" panose="020B0604020202020204" pitchFamily="34" charset="0"/>
              </a:rPr>
              <a:t>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start</a:t>
            </a:r>
            <a:r>
              <a:rPr lang="es-ES" sz="2100" b="1" dirty="0">
                <a:latin typeface="Arial Nova Cond" panose="020B0604020202020204" pitchFamily="34" charset="0"/>
              </a:rPr>
              <a:t>.</a:t>
            </a:r>
            <a:endParaRPr lang="es-ES" sz="2100" dirty="0">
              <a:latin typeface="Arial Nova Cond" panose="020B0604020202020204" pitchFamily="34" charset="0"/>
            </a:endParaRPr>
          </a:p>
          <a:p>
            <a:pPr algn="just">
              <a:lnSpc>
                <a:spcPct val="114000"/>
              </a:lnSpc>
              <a:spcBef>
                <a:spcPts val="600"/>
              </a:spcBef>
              <a:spcAft>
                <a:spcPts val="1200"/>
              </a:spcAft>
            </a:pPr>
            <a:r>
              <a:rPr lang="es-ES" sz="2100" dirty="0">
                <a:latin typeface="Arial Nova Cond" panose="020B0604020202020204" pitchFamily="34" charset="0"/>
              </a:rPr>
              <a:t>Si queremos ver todos los contenedores, incluso los que no están en ejecución, debemos usar el comando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ps</a:t>
            </a:r>
            <a:r>
              <a:rPr lang="es-ES" sz="2100" b="1" dirty="0">
                <a:latin typeface="Arial Nova Cond" panose="020B0604020202020204" pitchFamily="34" charset="0"/>
              </a:rPr>
              <a:t> -a</a:t>
            </a:r>
            <a:endParaRPr lang="es-ES" sz="2000" dirty="0">
              <a:latin typeface="Arial Nova Cond" panose="020B0604020202020204" pitchFamily="34" charset="0"/>
            </a:endParaRPr>
          </a:p>
        </p:txBody>
      </p:sp>
      <p:sp>
        <p:nvSpPr>
          <p:cNvPr id="4" name="5 Rectángulo">
            <a:extLst>
              <a:ext uri="{FF2B5EF4-FFF2-40B4-BE49-F238E27FC236}">
                <a16:creationId xmlns:a16="http://schemas.microsoft.com/office/drawing/2014/main" id="{A11CD3A0-22CD-C1FB-155D-DF32214177F8}"/>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9C5DAAA1-FEA8-CE1E-F8F9-A663892CD9CE}"/>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2A2DDF9B-B8B3-8E24-A1F0-78BFA0D8EE7B}"/>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B0F11568-1F68-8BC0-AB96-8B98A3083EF2}"/>
              </a:ext>
              <a:ext uri="{C183D7F6-B498-43B3-948B-1728B52AA6E4}">
                <adec:decorative xmlns:adec="http://schemas.microsoft.com/office/drawing/2017/decorative" val="1"/>
              </a:ext>
            </a:extLst>
          </p:cNvPr>
          <p:cNvSpPr txBox="1"/>
          <p:nvPr/>
        </p:nvSpPr>
        <p:spPr>
          <a:xfrm>
            <a:off x="1043608" y="7820"/>
            <a:ext cx="641592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POSTGRESQL</a:t>
            </a:r>
          </a:p>
        </p:txBody>
      </p:sp>
      <p:sp>
        <p:nvSpPr>
          <p:cNvPr id="8" name="21 CuadroTexto">
            <a:extLst>
              <a:ext uri="{FF2B5EF4-FFF2-40B4-BE49-F238E27FC236}">
                <a16:creationId xmlns:a16="http://schemas.microsoft.com/office/drawing/2014/main" id="{3D6F218A-85F4-866B-9FBE-E6719F539213}"/>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9" name="6 CuadroTexto">
            <a:extLst>
              <a:ext uri="{FF2B5EF4-FFF2-40B4-BE49-F238E27FC236}">
                <a16:creationId xmlns:a16="http://schemas.microsoft.com/office/drawing/2014/main" id="{A132B5C5-3D6F-BFE2-CB56-9DB854B6B748}"/>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B026BF78-EDF7-68E5-6D13-97E38F481784}"/>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2" name="Imagen 11" descr="Ejemplos de salida de ejecución de docker stop, docker start y docker ps">
            <a:extLst>
              <a:ext uri="{FF2B5EF4-FFF2-40B4-BE49-F238E27FC236}">
                <a16:creationId xmlns:a16="http://schemas.microsoft.com/office/drawing/2014/main" id="{833E7E9E-9846-A0C3-9FEF-129EBE016D52}"/>
              </a:ext>
            </a:extLst>
          </p:cNvPr>
          <p:cNvPicPr>
            <a:picLocks noChangeAspect="1"/>
          </p:cNvPicPr>
          <p:nvPr/>
        </p:nvPicPr>
        <p:blipFill>
          <a:blip r:embed="rId2"/>
          <a:stretch>
            <a:fillRect/>
          </a:stretch>
        </p:blipFill>
        <p:spPr>
          <a:xfrm>
            <a:off x="715720" y="3457776"/>
            <a:ext cx="7805428" cy="2162131"/>
          </a:xfrm>
          <a:prstGeom prst="rect">
            <a:avLst/>
          </a:prstGeom>
        </p:spPr>
      </p:pic>
    </p:spTree>
    <p:extLst>
      <p:ext uri="{BB962C8B-B14F-4D97-AF65-F5344CB8AC3E}">
        <p14:creationId xmlns:p14="http://schemas.microsoft.com/office/powerpoint/2010/main" val="3517523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16E1004-4C38-EDF8-EFB3-BA4432E86D3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3568" y="2389777"/>
            <a:ext cx="7884368" cy="2199041"/>
          </a:xfrm>
          <a:prstGeom prst="rect">
            <a:avLst/>
          </a:prstGeom>
        </p:spPr>
      </p:pic>
      <p:sp>
        <p:nvSpPr>
          <p:cNvPr id="4" name="3 CuadroTexto">
            <a:extLst>
              <a:ext uri="{FF2B5EF4-FFF2-40B4-BE49-F238E27FC236}">
                <a16:creationId xmlns:a16="http://schemas.microsoft.com/office/drawing/2014/main" id="{851D0EB6-3A34-8F05-78AC-9220BD8320CD}"/>
              </a:ext>
            </a:extLst>
          </p:cNvPr>
          <p:cNvSpPr txBox="1"/>
          <p:nvPr/>
        </p:nvSpPr>
        <p:spPr>
          <a:xfrm>
            <a:off x="683568" y="908720"/>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Ahora vamos a lanzar el contenedor con </a:t>
            </a:r>
            <a:r>
              <a:rPr lang="es-ES" sz="2100" b="1" dirty="0" err="1">
                <a:latin typeface="Arial Nova Cond" panose="020B0604020202020204" pitchFamily="34" charset="0"/>
              </a:rPr>
              <a:t>Odoo</a:t>
            </a:r>
            <a:r>
              <a:rPr lang="es-ES" sz="2100" dirty="0">
                <a:latin typeface="Arial Nova Cond" panose="020B0604020202020204" pitchFamily="34" charset="0"/>
              </a:rPr>
              <a:t>. Primero buscamos el nombre de la imagen oficial de </a:t>
            </a:r>
            <a:r>
              <a:rPr lang="es-ES" sz="2100" dirty="0" err="1">
                <a:latin typeface="Arial Nova Cond" panose="020B0604020202020204" pitchFamily="34" charset="0"/>
              </a:rPr>
              <a:t>Odoo</a:t>
            </a:r>
            <a:r>
              <a:rPr lang="es-ES" sz="2100" dirty="0">
                <a:latin typeface="Arial Nova Cond" panose="020B0604020202020204" pitchFamily="34" charset="0"/>
              </a:rPr>
              <a:t> en </a:t>
            </a:r>
            <a:r>
              <a:rPr lang="es-ES" sz="2100" dirty="0" err="1">
                <a:latin typeface="Arial Nova Cond" panose="020B0604020202020204" pitchFamily="34" charset="0"/>
              </a:rPr>
              <a:t>DockerHub</a:t>
            </a:r>
            <a:r>
              <a:rPr lang="es-ES" sz="2100" dirty="0">
                <a:latin typeface="Arial Nova Cond" panose="020B0604020202020204" pitchFamily="34" charset="0"/>
              </a:rPr>
              <a:t>.</a:t>
            </a:r>
            <a:endParaRPr lang="es-ES" sz="2000" dirty="0">
              <a:latin typeface="Arial Nova Cond" panose="020B0604020202020204" pitchFamily="34" charset="0"/>
            </a:endParaRPr>
          </a:p>
        </p:txBody>
      </p:sp>
      <p:sp>
        <p:nvSpPr>
          <p:cNvPr id="5" name="5 Rectángulo">
            <a:extLst>
              <a:ext uri="{FF2B5EF4-FFF2-40B4-BE49-F238E27FC236}">
                <a16:creationId xmlns:a16="http://schemas.microsoft.com/office/drawing/2014/main" id="{0E811C5F-02A9-F23C-0A0D-B2D0A06E3B7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ACE402EE-A204-FA1C-0BD4-1DF9DBD5067D}"/>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57667418-2005-3FE8-3A1D-F8F572C22177}"/>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B8E7F035-2C38-2D7A-5B87-442036E13306}"/>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9" name="21 CuadroTexto">
            <a:extLst>
              <a:ext uri="{FF2B5EF4-FFF2-40B4-BE49-F238E27FC236}">
                <a16:creationId xmlns:a16="http://schemas.microsoft.com/office/drawing/2014/main" id="{F20ACC33-75B7-F741-B378-3C8923D883A8}"/>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0" name="6 CuadroTexto">
            <a:extLst>
              <a:ext uri="{FF2B5EF4-FFF2-40B4-BE49-F238E27FC236}">
                <a16:creationId xmlns:a16="http://schemas.microsoft.com/office/drawing/2014/main" id="{1D0CF190-64EE-8E10-FE46-BDF507F5ACC1}"/>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C8CCB2B5-C285-AE2A-D0B7-1D77A8625F80}"/>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17130635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Página del contenedor odoo en docker hub">
            <a:extLst>
              <a:ext uri="{FF2B5EF4-FFF2-40B4-BE49-F238E27FC236}">
                <a16:creationId xmlns:a16="http://schemas.microsoft.com/office/drawing/2014/main" id="{01C68026-FE29-2F5E-30EA-F63F09AF6C5B}"/>
              </a:ext>
            </a:extLst>
          </p:cNvPr>
          <p:cNvPicPr>
            <a:picLocks noChangeAspect="1"/>
          </p:cNvPicPr>
          <p:nvPr/>
        </p:nvPicPr>
        <p:blipFill>
          <a:blip r:embed="rId2"/>
          <a:stretch>
            <a:fillRect/>
          </a:stretch>
        </p:blipFill>
        <p:spPr>
          <a:xfrm>
            <a:off x="558515" y="1089451"/>
            <a:ext cx="8026970" cy="4112365"/>
          </a:xfrm>
          <a:prstGeom prst="rect">
            <a:avLst/>
          </a:prstGeom>
        </p:spPr>
      </p:pic>
      <p:sp>
        <p:nvSpPr>
          <p:cNvPr id="4" name="5 Rectángulo">
            <a:extLst>
              <a:ext uri="{FF2B5EF4-FFF2-40B4-BE49-F238E27FC236}">
                <a16:creationId xmlns:a16="http://schemas.microsoft.com/office/drawing/2014/main" id="{D0EC8C49-0C41-A520-C02E-9FFE8B6F9E78}"/>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D6D788FE-773B-8F8E-9B44-148C452EA3E9}"/>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04D81596-BC79-559F-B2D6-BC04CD19FBAF}"/>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158A6955-217A-64AD-55BB-1184270C916A}"/>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8" name="21 CuadroTexto">
            <a:extLst>
              <a:ext uri="{FF2B5EF4-FFF2-40B4-BE49-F238E27FC236}">
                <a16:creationId xmlns:a16="http://schemas.microsoft.com/office/drawing/2014/main" id="{FDE5876F-526A-6169-FAED-E34646CA069E}"/>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9" name="6 CuadroTexto">
            <a:extLst>
              <a:ext uri="{FF2B5EF4-FFF2-40B4-BE49-F238E27FC236}">
                <a16:creationId xmlns:a16="http://schemas.microsoft.com/office/drawing/2014/main" id="{32D6D6AB-8253-C7BF-13CB-819D4D5D8331}"/>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85DC9A46-93B2-F254-4858-DE3819D326C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2008664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3 CuadroTexto">
            <a:extLst>
              <a:ext uri="{FF2B5EF4-FFF2-40B4-BE49-F238E27FC236}">
                <a16:creationId xmlns:a16="http://schemas.microsoft.com/office/drawing/2014/main" id="{304A05E5-39A9-C160-7DB9-A927269EC6DA}"/>
              </a:ext>
            </a:extLst>
          </p:cNvPr>
          <p:cNvSpPr txBox="1"/>
          <p:nvPr/>
        </p:nvSpPr>
        <p:spPr>
          <a:xfrm>
            <a:off x="683568" y="908720"/>
            <a:ext cx="7805428" cy="42947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Lanzamos el contenedor con </a:t>
            </a:r>
            <a:r>
              <a:rPr lang="es-ES" sz="2100" dirty="0" err="1">
                <a:latin typeface="Arial Nova Cond" panose="020B0604020202020204" pitchFamily="34" charset="0"/>
              </a:rPr>
              <a:t>Odoo</a:t>
            </a:r>
            <a:endParaRPr lang="es-ES" sz="2000" dirty="0">
              <a:latin typeface="Arial Nova Cond" panose="020B0604020202020204" pitchFamily="34" charset="0"/>
            </a:endParaRPr>
          </a:p>
        </p:txBody>
      </p:sp>
      <p:pic>
        <p:nvPicPr>
          <p:cNvPr id="6" name="Imagen 5" descr="docker run -d -p 8069:8069 --name odooprod --user=&quot;root&quot; --link db:db odoo:16">
            <a:extLst>
              <a:ext uri="{FF2B5EF4-FFF2-40B4-BE49-F238E27FC236}">
                <a16:creationId xmlns:a16="http://schemas.microsoft.com/office/drawing/2014/main" id="{56C93691-6C86-03CA-0FDB-D825DB4F59F4}"/>
              </a:ext>
            </a:extLst>
          </p:cNvPr>
          <p:cNvPicPr>
            <a:picLocks noChangeAspect="1"/>
          </p:cNvPicPr>
          <p:nvPr/>
        </p:nvPicPr>
        <p:blipFill>
          <a:blip r:embed="rId2"/>
          <a:stretch>
            <a:fillRect/>
          </a:stretch>
        </p:blipFill>
        <p:spPr>
          <a:xfrm>
            <a:off x="713644" y="1484784"/>
            <a:ext cx="7784728" cy="2294240"/>
          </a:xfrm>
          <a:prstGeom prst="rect">
            <a:avLst/>
          </a:prstGeom>
        </p:spPr>
      </p:pic>
      <p:sp>
        <p:nvSpPr>
          <p:cNvPr id="4" name="3 CuadroTexto">
            <a:extLst>
              <a:ext uri="{FF2B5EF4-FFF2-40B4-BE49-F238E27FC236}">
                <a16:creationId xmlns:a16="http://schemas.microsoft.com/office/drawing/2014/main" id="{F510169A-92CA-347C-101C-1DE956C91033}"/>
              </a:ext>
            </a:extLst>
          </p:cNvPr>
          <p:cNvSpPr txBox="1"/>
          <p:nvPr/>
        </p:nvSpPr>
        <p:spPr>
          <a:xfrm>
            <a:off x="683568" y="3906740"/>
            <a:ext cx="7805428" cy="2474588"/>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Los parámetros que le indicamos:</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-p 8069:8069</a:t>
            </a:r>
            <a:r>
              <a:rPr lang="es-ES" dirty="0">
                <a:latin typeface="Arial Nova Cond" panose="020B0604020202020204" pitchFamily="34" charset="0"/>
              </a:rPr>
              <a:t>: Vinculamos el puerto 8069 del contenedor con el puerto 8069 de la máquina anfitrión. Es decir, cuando accedamos al puerto 8069 del servidor Ubuntu realmente estaremos accediendo al contenedor con </a:t>
            </a:r>
            <a:r>
              <a:rPr lang="es-ES" dirty="0" err="1">
                <a:latin typeface="Arial Nova Cond" panose="020B0604020202020204" pitchFamily="34" charset="0"/>
              </a:rPr>
              <a:t>Odoo</a:t>
            </a:r>
            <a:r>
              <a:rPr lang="es-ES" dirty="0">
                <a:latin typeface="Arial Nova Cond" panose="020B0604020202020204" pitchFamily="34" charset="0"/>
              </a:rPr>
              <a:t>.</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a:t>
            </a:r>
            <a:r>
              <a:rPr lang="es-ES" b="1" dirty="0" err="1">
                <a:latin typeface="Arial Nova Cond" panose="020B0604020202020204" pitchFamily="34" charset="0"/>
              </a:rPr>
              <a:t>user</a:t>
            </a:r>
            <a:r>
              <a:rPr lang="es-ES" b="1" dirty="0">
                <a:latin typeface="Arial Nova Cond" panose="020B0604020202020204" pitchFamily="34" charset="0"/>
              </a:rPr>
              <a:t> “</a:t>
            </a:r>
            <a:r>
              <a:rPr lang="es-ES" b="1" dirty="0" err="1">
                <a:latin typeface="Arial Nova Cond" panose="020B0604020202020204" pitchFamily="34" charset="0"/>
              </a:rPr>
              <a:t>root</a:t>
            </a:r>
            <a:r>
              <a:rPr lang="es-ES" b="1" dirty="0">
                <a:latin typeface="Arial Nova Cond" panose="020B0604020202020204" pitchFamily="34" charset="0"/>
              </a:rPr>
              <a:t>”</a:t>
            </a:r>
            <a:r>
              <a:rPr lang="es-ES" dirty="0">
                <a:latin typeface="Arial Nova Cond" panose="020B0604020202020204" pitchFamily="34" charset="0"/>
              </a:rPr>
              <a:t>: forzamos a que el contenedor se ejecute con el usuario </a:t>
            </a:r>
            <a:r>
              <a:rPr lang="es-ES" dirty="0" err="1">
                <a:latin typeface="Arial Nova Cond" panose="020B0604020202020204" pitchFamily="34" charset="0"/>
              </a:rPr>
              <a:t>root</a:t>
            </a:r>
            <a:r>
              <a:rPr lang="es-ES" dirty="0">
                <a:latin typeface="Arial Nova Cond" panose="020B0604020202020204" pitchFamily="34" charset="0"/>
              </a:rPr>
              <a:t> en lugar del usuario </a:t>
            </a:r>
            <a:r>
              <a:rPr lang="es-ES" dirty="0" err="1">
                <a:latin typeface="Arial Nova Cond" panose="020B0604020202020204" pitchFamily="34" charset="0"/>
              </a:rPr>
              <a:t>odoo</a:t>
            </a:r>
            <a:r>
              <a:rPr lang="es-ES" dirty="0">
                <a:latin typeface="Arial Nova Cond" panose="020B0604020202020204" pitchFamily="34" charset="0"/>
              </a:rPr>
              <a:t> que va por defecto con esa imagen.</a:t>
            </a:r>
            <a:r>
              <a:rPr lang="es-ES" b="1" dirty="0">
                <a:latin typeface="Arial Nova Cond" panose="020B0604020202020204" pitchFamily="34" charset="0"/>
              </a:rPr>
              <a:t> </a:t>
            </a:r>
          </a:p>
        </p:txBody>
      </p:sp>
      <p:sp>
        <p:nvSpPr>
          <p:cNvPr id="8" name="5 Rectángulo">
            <a:extLst>
              <a:ext uri="{FF2B5EF4-FFF2-40B4-BE49-F238E27FC236}">
                <a16:creationId xmlns:a16="http://schemas.microsoft.com/office/drawing/2014/main" id="{DC2E13B7-2B9B-10A7-F908-6D825B68143D}"/>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6 Rectángulo">
            <a:extLst>
              <a:ext uri="{FF2B5EF4-FFF2-40B4-BE49-F238E27FC236}">
                <a16:creationId xmlns:a16="http://schemas.microsoft.com/office/drawing/2014/main" id="{4999878C-BE69-C977-6D05-586D11FF883D}"/>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8 Rectángulo">
            <a:extLst>
              <a:ext uri="{FF2B5EF4-FFF2-40B4-BE49-F238E27FC236}">
                <a16:creationId xmlns:a16="http://schemas.microsoft.com/office/drawing/2014/main" id="{95408960-B45F-1F5B-D329-3A5F2CCC1BC7}"/>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CuadroTexto">
            <a:extLst>
              <a:ext uri="{FF2B5EF4-FFF2-40B4-BE49-F238E27FC236}">
                <a16:creationId xmlns:a16="http://schemas.microsoft.com/office/drawing/2014/main" id="{A1759C26-2013-4946-8A89-FB12394CBA1B}"/>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12" name="21 CuadroTexto">
            <a:extLst>
              <a:ext uri="{FF2B5EF4-FFF2-40B4-BE49-F238E27FC236}">
                <a16:creationId xmlns:a16="http://schemas.microsoft.com/office/drawing/2014/main" id="{B8D16BAB-B1AD-E90E-1472-7680C5554F68}"/>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3" name="6 CuadroTexto">
            <a:extLst>
              <a:ext uri="{FF2B5EF4-FFF2-40B4-BE49-F238E27FC236}">
                <a16:creationId xmlns:a16="http://schemas.microsoft.com/office/drawing/2014/main" id="{6F9223D0-5B24-4F6A-C732-ED319E79A539}"/>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4" name="10 CuadroTexto">
            <a:extLst>
              <a:ext uri="{FF2B5EF4-FFF2-40B4-BE49-F238E27FC236}">
                <a16:creationId xmlns:a16="http://schemas.microsoft.com/office/drawing/2014/main" id="{958B8189-22CE-72D8-92DC-6B879860219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2456116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a:extLst>
              <a:ext uri="{FF2B5EF4-FFF2-40B4-BE49-F238E27FC236}">
                <a16:creationId xmlns:a16="http://schemas.microsoft.com/office/drawing/2014/main" id="{DA09631B-2AFC-91E7-BC49-E6A029021B77}"/>
              </a:ext>
            </a:extLst>
          </p:cNvPr>
          <p:cNvSpPr txBox="1"/>
          <p:nvPr/>
        </p:nvSpPr>
        <p:spPr>
          <a:xfrm>
            <a:off x="683568" y="908720"/>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Si hacemos un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ps</a:t>
            </a:r>
            <a:r>
              <a:rPr lang="es-ES" sz="2100" dirty="0">
                <a:latin typeface="Arial Nova Cond" panose="020B0604020202020204" pitchFamily="34" charset="0"/>
              </a:rPr>
              <a:t> podemos ver que ambos contenedores se están ejecutando</a:t>
            </a:r>
            <a:endParaRPr lang="es-ES" sz="2000" dirty="0">
              <a:latin typeface="Arial Nova Cond" panose="020B0604020202020204" pitchFamily="34" charset="0"/>
            </a:endParaRPr>
          </a:p>
        </p:txBody>
      </p:sp>
      <p:pic>
        <p:nvPicPr>
          <p:cNvPr id="3" name="Imagen 2" descr="docker ps">
            <a:extLst>
              <a:ext uri="{FF2B5EF4-FFF2-40B4-BE49-F238E27FC236}">
                <a16:creationId xmlns:a16="http://schemas.microsoft.com/office/drawing/2014/main" id="{3B2CEAB8-5033-324F-C506-FEEBF33C7C3F}"/>
              </a:ext>
            </a:extLst>
          </p:cNvPr>
          <p:cNvPicPr>
            <a:picLocks noChangeAspect="1"/>
          </p:cNvPicPr>
          <p:nvPr/>
        </p:nvPicPr>
        <p:blipFill>
          <a:blip r:embed="rId2"/>
          <a:stretch>
            <a:fillRect/>
          </a:stretch>
        </p:blipFill>
        <p:spPr>
          <a:xfrm>
            <a:off x="742737" y="2121600"/>
            <a:ext cx="7746259" cy="2560065"/>
          </a:xfrm>
          <a:prstGeom prst="rect">
            <a:avLst/>
          </a:prstGeom>
        </p:spPr>
      </p:pic>
      <p:sp>
        <p:nvSpPr>
          <p:cNvPr id="5" name="5 Rectángulo">
            <a:extLst>
              <a:ext uri="{FF2B5EF4-FFF2-40B4-BE49-F238E27FC236}">
                <a16:creationId xmlns:a16="http://schemas.microsoft.com/office/drawing/2014/main" id="{47957C62-D05C-B33A-511E-6067D3912723}"/>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3C411311-04AC-B711-DADC-7CD10888D381}"/>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70F9A7D6-8C4B-C628-C898-9D7A94953DFA}"/>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05ADF192-C20E-4043-AF30-7F622A5835AC}"/>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9" name="21 CuadroTexto">
            <a:extLst>
              <a:ext uri="{FF2B5EF4-FFF2-40B4-BE49-F238E27FC236}">
                <a16:creationId xmlns:a16="http://schemas.microsoft.com/office/drawing/2014/main" id="{7A679303-DAC7-168C-4424-087CD681514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0" name="6 CuadroTexto">
            <a:extLst>
              <a:ext uri="{FF2B5EF4-FFF2-40B4-BE49-F238E27FC236}">
                <a16:creationId xmlns:a16="http://schemas.microsoft.com/office/drawing/2014/main" id="{77A654B6-88FE-3601-F37D-45A48D42EB6B}"/>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F18AE91B-125C-D437-0EC8-B2B4A9D367A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322551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Página de inicio de sesión de Odoo">
            <a:extLst>
              <a:ext uri="{FF2B5EF4-FFF2-40B4-BE49-F238E27FC236}">
                <a16:creationId xmlns:a16="http://schemas.microsoft.com/office/drawing/2014/main" id="{DEADE03F-B772-E5C5-17E2-6DEA904B0840}"/>
              </a:ext>
            </a:extLst>
          </p:cNvPr>
          <p:cNvPicPr>
            <a:picLocks noChangeAspect="1"/>
          </p:cNvPicPr>
          <p:nvPr/>
        </p:nvPicPr>
        <p:blipFill rotWithShape="1">
          <a:blip r:embed="rId2"/>
          <a:srcRect b="23699"/>
          <a:stretch/>
        </p:blipFill>
        <p:spPr>
          <a:xfrm>
            <a:off x="1053737" y="2545541"/>
            <a:ext cx="7182974" cy="3737921"/>
          </a:xfrm>
          <a:prstGeom prst="rect">
            <a:avLst/>
          </a:prstGeom>
        </p:spPr>
      </p:pic>
      <p:sp>
        <p:nvSpPr>
          <p:cNvPr id="4" name="3 CuadroTexto">
            <a:extLst>
              <a:ext uri="{FF2B5EF4-FFF2-40B4-BE49-F238E27FC236}">
                <a16:creationId xmlns:a16="http://schemas.microsoft.com/office/drawing/2014/main" id="{55E900CC-184C-2BD9-0EFB-71F0DDFE2538}"/>
              </a:ext>
            </a:extLst>
          </p:cNvPr>
          <p:cNvSpPr txBox="1"/>
          <p:nvPr/>
        </p:nvSpPr>
        <p:spPr>
          <a:xfrm>
            <a:off x="683568" y="908720"/>
            <a:ext cx="7805428" cy="1534779"/>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Ahora ya podemos conectarnos al servidor </a:t>
            </a:r>
            <a:r>
              <a:rPr lang="es-ES" sz="2100" dirty="0" err="1">
                <a:latin typeface="Arial Nova Cond" panose="020B0604020202020204" pitchFamily="34" charset="0"/>
              </a:rPr>
              <a:t>Odoo</a:t>
            </a:r>
            <a:r>
              <a:rPr lang="es-ES" sz="2100" dirty="0">
                <a:latin typeface="Arial Nova Cond" panose="020B0604020202020204" pitchFamily="34" charset="0"/>
              </a:rPr>
              <a:t>. Ten en cuenta que la IP que indicamos es la del servidor Ubuntu, el cual tiene redireccionado su puerto 8069 al puerto 8069 del contenedor que es quien está ejecutando </a:t>
            </a:r>
            <a:r>
              <a:rPr lang="es-ES" sz="2100" dirty="0" err="1">
                <a:latin typeface="Arial Nova Cond" panose="020B0604020202020204" pitchFamily="34" charset="0"/>
              </a:rPr>
              <a:t>Odoo</a:t>
            </a:r>
            <a:r>
              <a:rPr lang="es-ES" sz="2100" dirty="0">
                <a:latin typeface="Arial Nova Cond" panose="020B0604020202020204" pitchFamily="34" charset="0"/>
              </a:rPr>
              <a:t>. </a:t>
            </a:r>
            <a:endParaRPr lang="es-ES" sz="2000" dirty="0">
              <a:latin typeface="Arial Nova Cond" panose="020B0604020202020204" pitchFamily="34" charset="0"/>
            </a:endParaRPr>
          </a:p>
        </p:txBody>
      </p:sp>
      <p:sp>
        <p:nvSpPr>
          <p:cNvPr id="5" name="5 Rectángulo">
            <a:extLst>
              <a:ext uri="{FF2B5EF4-FFF2-40B4-BE49-F238E27FC236}">
                <a16:creationId xmlns:a16="http://schemas.microsoft.com/office/drawing/2014/main" id="{53411C71-0B6E-8E0B-8514-36589A33C302}"/>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5943F7E1-DD14-4B9A-9F00-BDB9F9E2A8F4}"/>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A97BA90C-8E88-AB48-98E6-414A7D2C4994}"/>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39597442-8DB1-A235-F232-21926E6E2001}"/>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9" name="21 CuadroTexto">
            <a:extLst>
              <a:ext uri="{FF2B5EF4-FFF2-40B4-BE49-F238E27FC236}">
                <a16:creationId xmlns:a16="http://schemas.microsoft.com/office/drawing/2014/main" id="{EEC998E1-0716-AF02-9E52-9573984E10C8}"/>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0" name="6 CuadroTexto">
            <a:extLst>
              <a:ext uri="{FF2B5EF4-FFF2-40B4-BE49-F238E27FC236}">
                <a16:creationId xmlns:a16="http://schemas.microsoft.com/office/drawing/2014/main" id="{A9AEFEC7-2F76-47E4-86A4-D5CAD45AC2CA}"/>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6FE32A37-BA69-4BCD-3329-716627C02F19}"/>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21649986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 Rectángulo">
            <a:extLst>
              <a:ext uri="{FF2B5EF4-FFF2-40B4-BE49-F238E27FC236}">
                <a16:creationId xmlns:a16="http://schemas.microsoft.com/office/drawing/2014/main" id="{F174CD8F-A9AE-AEFE-4F1F-78E90E3332C5}"/>
              </a:ext>
              <a:ext uri="{C183D7F6-B498-43B3-948B-1728B52AA6E4}">
                <adec:decorative xmlns:adec="http://schemas.microsoft.com/office/drawing/2017/decorative" val="1"/>
              </a:ext>
            </a:extLst>
          </p:cNvPr>
          <p:cNvSpPr/>
          <p:nvPr/>
        </p:nvSpPr>
        <p:spPr>
          <a:xfrm>
            <a:off x="-28558" y="0"/>
            <a:ext cx="4600558" cy="6857999"/>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sp>
        <p:nvSpPr>
          <p:cNvPr id="6" name="1 CuadroTexto">
            <a:extLst>
              <a:ext uri="{FF2B5EF4-FFF2-40B4-BE49-F238E27FC236}">
                <a16:creationId xmlns:a16="http://schemas.microsoft.com/office/drawing/2014/main" id="{5BA57CB5-4D58-83E7-071A-5DD539D84F5C}"/>
              </a:ext>
            </a:extLst>
          </p:cNvPr>
          <p:cNvSpPr txBox="1"/>
          <p:nvPr/>
        </p:nvSpPr>
        <p:spPr>
          <a:xfrm>
            <a:off x="268191" y="272642"/>
            <a:ext cx="1289135" cy="2862322"/>
          </a:xfrm>
          <a:prstGeom prst="rect">
            <a:avLst/>
          </a:prstGeom>
          <a:noFill/>
        </p:spPr>
        <p:txBody>
          <a:bodyPr wrap="none" rtlCol="0">
            <a:spAutoFit/>
          </a:bodyPr>
          <a:lstStyle/>
          <a:p>
            <a:r>
              <a:rPr lang="es-ES" sz="18000" b="1" spc="50" dirty="0">
                <a:ln w="0"/>
                <a:solidFill>
                  <a:schemeClr val="bg2"/>
                </a:solidFill>
                <a:effectLst>
                  <a:innerShdw blurRad="63500" dist="50800" dir="13500000">
                    <a:srgbClr val="000000">
                      <a:alpha val="50000"/>
                    </a:srgbClr>
                  </a:innerShdw>
                </a:effectLst>
                <a:latin typeface="+mj-lt"/>
              </a:rPr>
              <a:t>2</a:t>
            </a:r>
          </a:p>
        </p:txBody>
      </p:sp>
      <p:sp>
        <p:nvSpPr>
          <p:cNvPr id="4" name="CuadroTexto 3">
            <a:extLst>
              <a:ext uri="{FF2B5EF4-FFF2-40B4-BE49-F238E27FC236}">
                <a16:creationId xmlns:a16="http://schemas.microsoft.com/office/drawing/2014/main" id="{96D28DEE-9F41-E8B9-E1CA-3B8B4DE68128}"/>
              </a:ext>
            </a:extLst>
          </p:cNvPr>
          <p:cNvSpPr txBox="1"/>
          <p:nvPr/>
        </p:nvSpPr>
        <p:spPr>
          <a:xfrm>
            <a:off x="268190" y="3789040"/>
            <a:ext cx="4303809" cy="2862322"/>
          </a:xfrm>
          <a:prstGeom prst="rect">
            <a:avLst/>
          </a:prstGeom>
          <a:noFill/>
        </p:spPr>
        <p:txBody>
          <a:bodyPr wrap="square" rtlCol="0">
            <a:spAutoFit/>
          </a:bodyPr>
          <a:lstStyle/>
          <a:p>
            <a:r>
              <a:rPr lang="es-ES" sz="4500" dirty="0">
                <a:solidFill>
                  <a:schemeClr val="bg1"/>
                </a:solidFill>
                <a:latin typeface="Univers Condensed" panose="020B0604020202020204" pitchFamily="34" charset="0"/>
              </a:rPr>
              <a:t>INSTALACIÓN CON DOCKER PARA DESARROLLO</a:t>
            </a:r>
          </a:p>
        </p:txBody>
      </p:sp>
      <p:pic>
        <p:nvPicPr>
          <p:cNvPr id="5" name="Imagen 4">
            <a:extLst>
              <a:ext uri="{FF2B5EF4-FFF2-40B4-BE49-F238E27FC236}">
                <a16:creationId xmlns:a16="http://schemas.microsoft.com/office/drawing/2014/main" id="{E25C1FE3-1C2B-FCAB-A98B-0CD3BEF6EFF9}"/>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2122" r="14091"/>
          <a:stretch/>
        </p:blipFill>
        <p:spPr>
          <a:xfrm>
            <a:off x="5121120" y="1997837"/>
            <a:ext cx="3754689" cy="2862323"/>
          </a:xfrm>
          <a:prstGeom prst="rect">
            <a:avLst/>
          </a:prstGeom>
        </p:spPr>
      </p:pic>
    </p:spTree>
    <p:extLst>
      <p:ext uri="{BB962C8B-B14F-4D97-AF65-F5344CB8AC3E}">
        <p14:creationId xmlns:p14="http://schemas.microsoft.com/office/powerpoint/2010/main" val="16890914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3 CuadroTexto">
            <a:extLst>
              <a:ext uri="{FF2B5EF4-FFF2-40B4-BE49-F238E27FC236}">
                <a16:creationId xmlns:a16="http://schemas.microsoft.com/office/drawing/2014/main" id="{3D2D82B7-3B9A-C2D2-C6BA-14C6190CE6CD}"/>
              </a:ext>
            </a:extLst>
          </p:cNvPr>
          <p:cNvSpPr txBox="1"/>
          <p:nvPr/>
        </p:nvSpPr>
        <p:spPr>
          <a:xfrm>
            <a:off x="683568" y="908720"/>
            <a:ext cx="7805428" cy="28709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Mientras que un contenedor para producción está pensado para que esté continuamente en ejecución, en </a:t>
            </a:r>
            <a:r>
              <a:rPr lang="es-ES" sz="2100" b="1" dirty="0">
                <a:latin typeface="Arial Nova Cond" panose="020B0604020202020204" pitchFamily="34" charset="0"/>
              </a:rPr>
              <a:t>desarrollo</a:t>
            </a:r>
            <a:r>
              <a:rPr lang="es-ES" sz="2100" dirty="0">
                <a:latin typeface="Arial Nova Cond" panose="020B0604020202020204" pitchFamily="34" charset="0"/>
              </a:rPr>
              <a:t> es más habitual que los servidores requieran paradas, reinicios o incluso sea necesario borrarlos y construirlos de nuevo.</a:t>
            </a:r>
          </a:p>
          <a:p>
            <a:pPr algn="just">
              <a:lnSpc>
                <a:spcPct val="114000"/>
              </a:lnSpc>
              <a:spcBef>
                <a:spcPts val="600"/>
              </a:spcBef>
              <a:spcAft>
                <a:spcPts val="1200"/>
              </a:spcAft>
            </a:pPr>
            <a:r>
              <a:rPr lang="es-ES" sz="2100" dirty="0">
                <a:latin typeface="Arial Nova Cond" panose="020B0604020202020204" pitchFamily="34" charset="0"/>
              </a:rPr>
              <a:t>Por ello será necesario implementar la </a:t>
            </a:r>
            <a:r>
              <a:rPr lang="es-ES" sz="2100" b="1" dirty="0">
                <a:latin typeface="Arial Nova Cond" panose="020B0604020202020204" pitchFamily="34" charset="0"/>
              </a:rPr>
              <a:t>persistencia</a:t>
            </a:r>
            <a:r>
              <a:rPr lang="es-ES" sz="2100" dirty="0">
                <a:latin typeface="Arial Nova Cond" panose="020B0604020202020204" pitchFamily="34" charset="0"/>
              </a:rPr>
              <a:t> del contenedor que ejecute </a:t>
            </a:r>
            <a:r>
              <a:rPr lang="es-ES" sz="2100" dirty="0" err="1">
                <a:latin typeface="Arial Nova Cond" panose="020B0604020202020204" pitchFamily="34" charset="0"/>
              </a:rPr>
              <a:t>Odoo</a:t>
            </a:r>
            <a:r>
              <a:rPr lang="es-ES" sz="2100" dirty="0">
                <a:latin typeface="Arial Nova Cond" panose="020B0604020202020204" pitchFamily="34" charset="0"/>
              </a:rPr>
              <a:t> para que los datos se mantengan incluso aunque  eliminemos el contenedor.</a:t>
            </a:r>
            <a:endParaRPr lang="es-ES" sz="2000" dirty="0">
              <a:latin typeface="Arial Nova Cond" panose="020B0604020202020204" pitchFamily="34" charset="0"/>
            </a:endParaRPr>
          </a:p>
        </p:txBody>
      </p:sp>
      <p:sp>
        <p:nvSpPr>
          <p:cNvPr id="6" name="5 Rectángulo">
            <a:extLst>
              <a:ext uri="{FF2B5EF4-FFF2-40B4-BE49-F238E27FC236}">
                <a16:creationId xmlns:a16="http://schemas.microsoft.com/office/drawing/2014/main" id="{7CFD889B-9121-241C-3814-FE83DB232E7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a:extLst>
              <a:ext uri="{FF2B5EF4-FFF2-40B4-BE49-F238E27FC236}">
                <a16:creationId xmlns:a16="http://schemas.microsoft.com/office/drawing/2014/main" id="{EC76DD25-2F38-93E3-6A1B-8425F6F22464}"/>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8 Rectángulo">
            <a:extLst>
              <a:ext uri="{FF2B5EF4-FFF2-40B4-BE49-F238E27FC236}">
                <a16:creationId xmlns:a16="http://schemas.microsoft.com/office/drawing/2014/main" id="{379BB13B-C459-DDB9-2AAC-6F5EA2A3446F}"/>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10 CuadroTexto">
            <a:extLst>
              <a:ext uri="{FF2B5EF4-FFF2-40B4-BE49-F238E27FC236}">
                <a16:creationId xmlns:a16="http://schemas.microsoft.com/office/drawing/2014/main" id="{42156158-13EF-BE05-EB8B-4DAB4491299D}"/>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10" name="21 CuadroTexto">
            <a:extLst>
              <a:ext uri="{FF2B5EF4-FFF2-40B4-BE49-F238E27FC236}">
                <a16:creationId xmlns:a16="http://schemas.microsoft.com/office/drawing/2014/main" id="{84B1E1D5-DE83-E03E-847E-A71D35BFAEF3}"/>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1" name="6 CuadroTexto">
            <a:extLst>
              <a:ext uri="{FF2B5EF4-FFF2-40B4-BE49-F238E27FC236}">
                <a16:creationId xmlns:a16="http://schemas.microsoft.com/office/drawing/2014/main" id="{E10B79A2-426D-FA72-DFB8-75453C514C1F}"/>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2" name="10 CuadroTexto">
            <a:extLst>
              <a:ext uri="{FF2B5EF4-FFF2-40B4-BE49-F238E27FC236}">
                <a16:creationId xmlns:a16="http://schemas.microsoft.com/office/drawing/2014/main" id="{617F76DA-DEBD-3153-5B29-E66EBC5A44FB}"/>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1182830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3 CuadroTexto">
            <a:extLst>
              <a:ext uri="{FF2B5EF4-FFF2-40B4-BE49-F238E27FC236}">
                <a16:creationId xmlns:a16="http://schemas.microsoft.com/office/drawing/2014/main" id="{D66C3390-F0FB-77C0-4C91-BD6886C7A7D7}"/>
              </a:ext>
            </a:extLst>
          </p:cNvPr>
          <p:cNvSpPr txBox="1"/>
          <p:nvPr/>
        </p:nvSpPr>
        <p:spPr>
          <a:xfrm>
            <a:off x="683568" y="908720"/>
            <a:ext cx="7805428" cy="1765612"/>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Vamos a empezar creando un contenedor para la base de datos de forma análoga al que creamos en el entorno de producción.</a:t>
            </a:r>
          </a:p>
          <a:p>
            <a:pPr algn="just">
              <a:lnSpc>
                <a:spcPct val="114000"/>
              </a:lnSpc>
              <a:spcBef>
                <a:spcPts val="600"/>
              </a:spcBef>
              <a:spcAft>
                <a:spcPts val="1200"/>
              </a:spcAft>
            </a:pPr>
            <a:r>
              <a:rPr lang="es-ES" sz="2100" dirty="0">
                <a:latin typeface="Arial Nova Cond" panose="020B0604020202020204" pitchFamily="34" charset="0"/>
              </a:rPr>
              <a:t>Creamos el directorio </a:t>
            </a:r>
            <a:r>
              <a:rPr lang="es-ES" sz="2100" b="1" dirty="0" err="1">
                <a:latin typeface="Arial Nova Cond" panose="020B0604020202020204" pitchFamily="34" charset="0"/>
              </a:rPr>
              <a:t>dataPGdev</a:t>
            </a:r>
            <a:r>
              <a:rPr lang="es-ES" sz="2100" dirty="0">
                <a:latin typeface="Arial Nova Cond" panose="020B0604020202020204" pitchFamily="34" charset="0"/>
              </a:rPr>
              <a:t> para los datos de </a:t>
            </a:r>
            <a:r>
              <a:rPr lang="es-ES" sz="2100" dirty="0" err="1">
                <a:latin typeface="Arial Nova Cond" panose="020B0604020202020204" pitchFamily="34" charset="0"/>
              </a:rPr>
              <a:t>Postgres</a:t>
            </a:r>
            <a:r>
              <a:rPr lang="es-ES" sz="2100" dirty="0">
                <a:latin typeface="Arial Nova Cond" panose="020B0604020202020204" pitchFamily="34" charset="0"/>
              </a:rPr>
              <a:t> y, para distinguir el contenedor, lo llamamos </a:t>
            </a:r>
            <a:r>
              <a:rPr lang="es-ES" sz="2100" b="1" dirty="0" err="1">
                <a:latin typeface="Arial Nova Cond" panose="020B0604020202020204" pitchFamily="34" charset="0"/>
              </a:rPr>
              <a:t>dbdev</a:t>
            </a:r>
            <a:endParaRPr lang="es-ES" sz="2100" b="1" dirty="0">
              <a:latin typeface="Arial Nova Cond" panose="020B0604020202020204" pitchFamily="34" charset="0"/>
            </a:endParaRPr>
          </a:p>
        </p:txBody>
      </p:sp>
      <p:sp>
        <p:nvSpPr>
          <p:cNvPr id="4" name="5 Rectángulo">
            <a:extLst>
              <a:ext uri="{FF2B5EF4-FFF2-40B4-BE49-F238E27FC236}">
                <a16:creationId xmlns:a16="http://schemas.microsoft.com/office/drawing/2014/main" id="{EF7138FD-865D-5AA5-4ED9-C598E8F66475}"/>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5FBD0FDE-19E2-AF00-9F02-53DA0B5D323F}"/>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57310DD6-E3E5-CFF4-C7CE-B4320DE83D28}"/>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BF3A0C59-719E-AF4B-B111-338EB04A8E30}"/>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8" name="21 CuadroTexto">
            <a:extLst>
              <a:ext uri="{FF2B5EF4-FFF2-40B4-BE49-F238E27FC236}">
                <a16:creationId xmlns:a16="http://schemas.microsoft.com/office/drawing/2014/main" id="{BE857567-48B6-9AB4-8123-E4B729749A97}"/>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9" name="6 CuadroTexto">
            <a:extLst>
              <a:ext uri="{FF2B5EF4-FFF2-40B4-BE49-F238E27FC236}">
                <a16:creationId xmlns:a16="http://schemas.microsoft.com/office/drawing/2014/main" id="{806C0B11-9F7E-744A-5221-C7B43D633DE7}"/>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FA00A900-CD85-C7D1-3045-4B30CEC6263C}"/>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4" name="Imagen 13" descr="docker run -d -v ~/OdooDesarrollo/dataPG:/var/lib/postgresql/data -e POSTGRES_USER=odoo -e POSTGRES_PASSWORD=odoo -e POSTGRES_DB=postgres --name db postgres:14">
            <a:extLst>
              <a:ext uri="{FF2B5EF4-FFF2-40B4-BE49-F238E27FC236}">
                <a16:creationId xmlns:a16="http://schemas.microsoft.com/office/drawing/2014/main" id="{0D99FD1A-4964-BE47-3D93-D8BF3AE3EB62}"/>
              </a:ext>
            </a:extLst>
          </p:cNvPr>
          <p:cNvPicPr>
            <a:picLocks noChangeAspect="1"/>
          </p:cNvPicPr>
          <p:nvPr/>
        </p:nvPicPr>
        <p:blipFill>
          <a:blip r:embed="rId2"/>
          <a:stretch>
            <a:fillRect/>
          </a:stretch>
        </p:blipFill>
        <p:spPr>
          <a:xfrm>
            <a:off x="683568" y="3054885"/>
            <a:ext cx="7805428" cy="2534355"/>
          </a:xfrm>
          <a:prstGeom prst="rect">
            <a:avLst/>
          </a:prstGeom>
        </p:spPr>
      </p:pic>
    </p:spTree>
    <p:extLst>
      <p:ext uri="{BB962C8B-B14F-4D97-AF65-F5344CB8AC3E}">
        <p14:creationId xmlns:p14="http://schemas.microsoft.com/office/powerpoint/2010/main" val="13033734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a:extLst>
              <a:ext uri="{FF2B5EF4-FFF2-40B4-BE49-F238E27FC236}">
                <a16:creationId xmlns:a16="http://schemas.microsoft.com/office/drawing/2014/main" id="{288DD1B5-4422-2963-549D-83DA25737AE6}"/>
              </a:ext>
            </a:extLst>
          </p:cNvPr>
          <p:cNvSpPr txBox="1"/>
          <p:nvPr/>
        </p:nvSpPr>
        <p:spPr>
          <a:xfrm>
            <a:off x="683568" y="908720"/>
            <a:ext cx="7805428" cy="1166345"/>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Ahora vamos a levantar el contenedor de </a:t>
            </a:r>
            <a:r>
              <a:rPr lang="es-ES" sz="2100" dirty="0" err="1">
                <a:latin typeface="Arial Nova Cond" panose="020B0604020202020204" pitchFamily="34" charset="0"/>
              </a:rPr>
              <a:t>Odoo</a:t>
            </a:r>
            <a:r>
              <a:rPr lang="es-ES" sz="2100" dirty="0">
                <a:latin typeface="Arial Nova Cond" panose="020B0604020202020204" pitchFamily="34" charset="0"/>
              </a:rPr>
              <a:t>. Primero creamos los directorios donde se almacenarán los datos de </a:t>
            </a:r>
            <a:r>
              <a:rPr lang="es-ES" sz="2100" dirty="0" err="1">
                <a:latin typeface="Arial Nova Cond" panose="020B0604020202020204" pitchFamily="34" charset="0"/>
              </a:rPr>
              <a:t>Odoo</a:t>
            </a:r>
            <a:r>
              <a:rPr lang="es-ES" sz="2100" dirty="0">
                <a:latin typeface="Arial Nova Cond" panose="020B0604020202020204" pitchFamily="34" charset="0"/>
              </a:rPr>
              <a:t> con objeto de garantizar la persistencia del contenedor.</a:t>
            </a:r>
            <a:endParaRPr lang="es-ES" sz="2100" b="1" dirty="0">
              <a:latin typeface="Arial Nova Cond" panose="020B0604020202020204" pitchFamily="34" charset="0"/>
            </a:endParaRPr>
          </a:p>
        </p:txBody>
      </p:sp>
      <p:pic>
        <p:nvPicPr>
          <p:cNvPr id="3" name="Imagen 2" descr="mkdir ~/OdooDesarrollo/volumesOdoo&#10;mkdir ~/OdooDesarrollo/volumesOdoo/addons&#10;mkdir ~/OdooDesarrollo/volumesOdoo/filestore&#10;mkdir ~/OdooDesarrollo/volumesOdoo/sessions">
            <a:extLst>
              <a:ext uri="{FF2B5EF4-FFF2-40B4-BE49-F238E27FC236}">
                <a16:creationId xmlns:a16="http://schemas.microsoft.com/office/drawing/2014/main" id="{ED96C17A-8B1B-1D09-D49F-E7C9A8BEEE0D}"/>
              </a:ext>
            </a:extLst>
          </p:cNvPr>
          <p:cNvPicPr>
            <a:picLocks noChangeAspect="1"/>
          </p:cNvPicPr>
          <p:nvPr/>
        </p:nvPicPr>
        <p:blipFill>
          <a:blip r:embed="rId2"/>
          <a:stretch>
            <a:fillRect/>
          </a:stretch>
        </p:blipFill>
        <p:spPr>
          <a:xfrm>
            <a:off x="702504" y="2636912"/>
            <a:ext cx="7786492" cy="1443118"/>
          </a:xfrm>
          <a:prstGeom prst="rect">
            <a:avLst/>
          </a:prstGeom>
        </p:spPr>
      </p:pic>
      <p:sp>
        <p:nvSpPr>
          <p:cNvPr id="5" name="5 Rectángulo">
            <a:extLst>
              <a:ext uri="{FF2B5EF4-FFF2-40B4-BE49-F238E27FC236}">
                <a16:creationId xmlns:a16="http://schemas.microsoft.com/office/drawing/2014/main" id="{D2314A9E-3406-E43E-070D-E66381244EA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38175A66-774A-CB98-BCF8-26BD2021923C}"/>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3A1C2C3B-5B46-4C6C-24C8-24A00D62202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9E5DF47C-694F-2535-DC74-5560B60F1800}"/>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9" name="21 CuadroTexto">
            <a:extLst>
              <a:ext uri="{FF2B5EF4-FFF2-40B4-BE49-F238E27FC236}">
                <a16:creationId xmlns:a16="http://schemas.microsoft.com/office/drawing/2014/main" id="{BEA94E83-1791-6294-479D-33D28BBEF5A9}"/>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0" name="6 CuadroTexto">
            <a:extLst>
              <a:ext uri="{FF2B5EF4-FFF2-40B4-BE49-F238E27FC236}">
                <a16:creationId xmlns:a16="http://schemas.microsoft.com/office/drawing/2014/main" id="{ED34BB6A-4CA3-C278-2AFA-C185AAE2EEE1}"/>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A9DF29F8-B65B-7268-794C-6AD25CFCA57C}"/>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3589586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a:extLst>
              <a:ext uri="{FF2B5EF4-FFF2-40B4-BE49-F238E27FC236}">
                <a16:creationId xmlns:a16="http://schemas.microsoft.com/office/drawing/2014/main" id="{A45A2F67-F6EB-446A-7731-9258CCB969DE}"/>
              </a:ext>
            </a:extLst>
          </p:cNvPr>
          <p:cNvSpPr txBox="1"/>
          <p:nvPr/>
        </p:nvSpPr>
        <p:spPr>
          <a:xfrm>
            <a:off x="683568" y="908720"/>
            <a:ext cx="7805428" cy="42947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Y levantamos el contenedor</a:t>
            </a:r>
            <a:endParaRPr lang="es-ES" sz="2100" b="1" dirty="0">
              <a:latin typeface="Arial Nova Cond" panose="020B0604020202020204" pitchFamily="34" charset="0"/>
            </a:endParaRPr>
          </a:p>
        </p:txBody>
      </p:sp>
      <p:pic>
        <p:nvPicPr>
          <p:cNvPr id="3" name="Imagen 2">
            <a:extLst>
              <a:ext uri="{FF2B5EF4-FFF2-40B4-BE49-F238E27FC236}">
                <a16:creationId xmlns:a16="http://schemas.microsoft.com/office/drawing/2014/main" id="{E396F362-5175-5560-9A87-0AB35D3E825A}"/>
              </a:ext>
            </a:extLst>
          </p:cNvPr>
          <p:cNvPicPr>
            <a:picLocks noChangeAspect="1"/>
          </p:cNvPicPr>
          <p:nvPr/>
        </p:nvPicPr>
        <p:blipFill>
          <a:blip r:embed="rId2"/>
          <a:stretch>
            <a:fillRect/>
          </a:stretch>
        </p:blipFill>
        <p:spPr>
          <a:xfrm>
            <a:off x="683568" y="1606559"/>
            <a:ext cx="7805428" cy="2447039"/>
          </a:xfrm>
          <a:prstGeom prst="rect">
            <a:avLst/>
          </a:prstGeom>
        </p:spPr>
      </p:pic>
      <p:sp>
        <p:nvSpPr>
          <p:cNvPr id="5" name="5 Rectángulo">
            <a:extLst>
              <a:ext uri="{FF2B5EF4-FFF2-40B4-BE49-F238E27FC236}">
                <a16:creationId xmlns:a16="http://schemas.microsoft.com/office/drawing/2014/main" id="{1196EC2D-70C3-2C2E-E3F3-D6784079B0EB}"/>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88205273-453B-4101-DB49-5702FE740F36}"/>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C30C1F7E-1ADA-5C61-4A90-F8968B778ABB}"/>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C7B6042D-51EC-2070-233D-2124A34FDFEA}"/>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9" name="21 CuadroTexto">
            <a:extLst>
              <a:ext uri="{FF2B5EF4-FFF2-40B4-BE49-F238E27FC236}">
                <a16:creationId xmlns:a16="http://schemas.microsoft.com/office/drawing/2014/main" id="{5FB972AD-280E-8E89-D216-60ABB5E59353}"/>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0" name="6 CuadroTexto">
            <a:extLst>
              <a:ext uri="{FF2B5EF4-FFF2-40B4-BE49-F238E27FC236}">
                <a16:creationId xmlns:a16="http://schemas.microsoft.com/office/drawing/2014/main" id="{0A9B37B2-482D-19C3-E7E2-928C140E9A06}"/>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2F852B9E-72C2-69BC-296C-F32DE4AF17D5}"/>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2" name="3 CuadroTexto">
            <a:extLst>
              <a:ext uri="{FF2B5EF4-FFF2-40B4-BE49-F238E27FC236}">
                <a16:creationId xmlns:a16="http://schemas.microsoft.com/office/drawing/2014/main" id="{DF6C5E0F-42A6-A0D6-9F15-9115AA9CEC67}"/>
              </a:ext>
            </a:extLst>
          </p:cNvPr>
          <p:cNvSpPr txBox="1"/>
          <p:nvPr/>
        </p:nvSpPr>
        <p:spPr>
          <a:xfrm>
            <a:off x="683568" y="4266780"/>
            <a:ext cx="7805428" cy="129638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Parámetros destacables:</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-v …</a:t>
            </a:r>
            <a:r>
              <a:rPr lang="es-ES" dirty="0">
                <a:latin typeface="Arial Nova Cond" panose="020B0604020202020204" pitchFamily="34" charset="0"/>
              </a:rPr>
              <a:t>: montamos una serie de directorios del contenedor (</a:t>
            </a:r>
            <a:r>
              <a:rPr lang="es-ES" dirty="0" err="1">
                <a:latin typeface="Arial Nova Cond" panose="020B0604020202020204" pitchFamily="34" charset="0"/>
              </a:rPr>
              <a:t>addons</a:t>
            </a:r>
            <a:r>
              <a:rPr lang="es-ES" dirty="0">
                <a:latin typeface="Arial Nova Cond" panose="020B0604020202020204" pitchFamily="34" charset="0"/>
              </a:rPr>
              <a:t>, </a:t>
            </a:r>
            <a:r>
              <a:rPr lang="es-ES" dirty="0" err="1">
                <a:latin typeface="Arial Nova Cond" panose="020B0604020202020204" pitchFamily="34" charset="0"/>
              </a:rPr>
              <a:t>firestore</a:t>
            </a:r>
            <a:r>
              <a:rPr lang="es-ES" dirty="0">
                <a:latin typeface="Arial Nova Cond" panose="020B0604020202020204" pitchFamily="34" charset="0"/>
              </a:rPr>
              <a:t> y </a:t>
            </a:r>
            <a:r>
              <a:rPr lang="es-ES" dirty="0" err="1">
                <a:latin typeface="Arial Nova Cond" panose="020B0604020202020204" pitchFamily="34" charset="0"/>
              </a:rPr>
              <a:t>sessions</a:t>
            </a:r>
            <a:r>
              <a:rPr lang="es-ES" dirty="0">
                <a:latin typeface="Arial Nova Cond" panose="020B0604020202020204" pitchFamily="34" charset="0"/>
              </a:rPr>
              <a:t>) en los directorios que hemos creado en la máquina anfitrión.</a:t>
            </a:r>
            <a:endParaRPr lang="es-ES" b="1" dirty="0">
              <a:latin typeface="Arial Nova Cond" panose="020B0604020202020204" pitchFamily="34" charset="0"/>
            </a:endParaRPr>
          </a:p>
        </p:txBody>
      </p:sp>
    </p:spTree>
    <p:extLst>
      <p:ext uri="{BB962C8B-B14F-4D97-AF65-F5344CB8AC3E}">
        <p14:creationId xmlns:p14="http://schemas.microsoft.com/office/powerpoint/2010/main" val="39705429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5 Rectángulo">
            <a:extLst>
              <a:ext uri="{FF2B5EF4-FFF2-40B4-BE49-F238E27FC236}">
                <a16:creationId xmlns:a16="http://schemas.microsoft.com/office/drawing/2014/main" id="{627ED8CA-38C6-F6A0-9068-30DEC3CBF778}"/>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313BD6F6-D0BC-B348-D423-6191F1AC1359}"/>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EFF71478-6652-35BD-D3FD-BAE0B88C6261}"/>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94F6F747-91B5-148D-00CC-21F7839A1022}"/>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8" name="21 CuadroTexto">
            <a:extLst>
              <a:ext uri="{FF2B5EF4-FFF2-40B4-BE49-F238E27FC236}">
                <a16:creationId xmlns:a16="http://schemas.microsoft.com/office/drawing/2014/main" id="{E60B6C57-CAFA-E7DD-C39E-8CB30262480C}"/>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9" name="6 CuadroTexto">
            <a:extLst>
              <a:ext uri="{FF2B5EF4-FFF2-40B4-BE49-F238E27FC236}">
                <a16:creationId xmlns:a16="http://schemas.microsoft.com/office/drawing/2014/main" id="{79D60765-5B55-E232-7B70-8721143AB5D0}"/>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C74AFC06-BAAE-654E-5D71-CFD0135DBD59}"/>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1" name="3 CuadroTexto">
            <a:extLst>
              <a:ext uri="{FF2B5EF4-FFF2-40B4-BE49-F238E27FC236}">
                <a16:creationId xmlns:a16="http://schemas.microsoft.com/office/drawing/2014/main" id="{578D9E5C-2F2A-982E-933D-93F1C4E2504F}"/>
              </a:ext>
            </a:extLst>
          </p:cNvPr>
          <p:cNvSpPr txBox="1"/>
          <p:nvPr/>
        </p:nvSpPr>
        <p:spPr>
          <a:xfrm>
            <a:off x="683568" y="980728"/>
            <a:ext cx="7805428" cy="4146776"/>
          </a:xfrm>
          <a:prstGeom prst="rect">
            <a:avLst/>
          </a:prstGeom>
          <a:solidFill>
            <a:schemeClr val="accent3">
              <a:lumMod val="20000"/>
              <a:lumOff val="80000"/>
            </a:schemeClr>
          </a:solidFill>
        </p:spPr>
        <p:txBody>
          <a:bodyPr wrap="square" rtlCol="0">
            <a:spAutoFit/>
          </a:bodyPr>
          <a:lstStyle/>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-p 8070:8069</a:t>
            </a:r>
            <a:r>
              <a:rPr lang="es-ES" dirty="0">
                <a:latin typeface="Arial Nova Cond" panose="020B0604020202020204" pitchFamily="34" charset="0"/>
              </a:rPr>
              <a:t>: como el puerto 8069 del anfitrión ya lo tenemos reservado por el servidor de producción, redireccionamos el puerto 8069 del contenedor de desarrollo al puerto 8070 del anfitrión. Es decir, accederemos a este servidor por el puerto 8070 del servidor Ubuntu.</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--link </a:t>
            </a:r>
            <a:r>
              <a:rPr lang="es-ES" b="1" dirty="0" err="1">
                <a:latin typeface="Arial Nova Cond" panose="020B0604020202020204" pitchFamily="34" charset="0"/>
              </a:rPr>
              <a:t>dbdev:db</a:t>
            </a:r>
            <a:r>
              <a:rPr lang="es-ES" dirty="0">
                <a:latin typeface="Arial Nova Cond" panose="020B0604020202020204" pitchFamily="34" charset="0"/>
              </a:rPr>
              <a:t>: enlaza el contenedor con el contenedor llamado </a:t>
            </a:r>
            <a:r>
              <a:rPr lang="es-ES" dirty="0" err="1">
                <a:latin typeface="Arial Nova Cond" panose="020B0604020202020204" pitchFamily="34" charset="0"/>
              </a:rPr>
              <a:t>dbdev</a:t>
            </a:r>
            <a:r>
              <a:rPr lang="es-ES" dirty="0">
                <a:latin typeface="Arial Nova Cond" panose="020B0604020202020204" pitchFamily="34" charset="0"/>
              </a:rPr>
              <a:t> como base de datos. En la documentación del contenedor de </a:t>
            </a:r>
            <a:r>
              <a:rPr lang="es-ES" dirty="0" err="1">
                <a:latin typeface="Arial Nova Cond" panose="020B0604020202020204" pitchFamily="34" charset="0"/>
              </a:rPr>
              <a:t>Odoo</a:t>
            </a:r>
            <a:r>
              <a:rPr lang="es-ES" dirty="0">
                <a:latin typeface="Arial Nova Cond" panose="020B0604020202020204" pitchFamily="34" charset="0"/>
              </a:rPr>
              <a:t> se especifica este nombre en la lista de variables de entorno. </a:t>
            </a:r>
          </a:p>
          <a:p>
            <a:pPr marL="342900" indent="-342900" algn="just">
              <a:lnSpc>
                <a:spcPct val="114000"/>
              </a:lnSpc>
              <a:spcBef>
                <a:spcPts val="600"/>
              </a:spcBef>
              <a:spcAft>
                <a:spcPts val="1200"/>
              </a:spcAft>
              <a:buFont typeface="Arial" panose="020B0604020202020204" pitchFamily="34" charset="0"/>
              <a:buChar char="•"/>
            </a:pPr>
            <a:endParaRPr lang="es-ES" dirty="0">
              <a:latin typeface="Arial Nova Cond" panose="020B0604020202020204" pitchFamily="34" charset="0"/>
            </a:endParaRPr>
          </a:p>
          <a:p>
            <a:pPr marL="342900" indent="-342900" algn="just">
              <a:lnSpc>
                <a:spcPct val="114000"/>
              </a:lnSpc>
              <a:spcBef>
                <a:spcPts val="600"/>
              </a:spcBef>
              <a:spcAft>
                <a:spcPts val="1200"/>
              </a:spcAft>
              <a:buFont typeface="Arial" panose="020B0604020202020204" pitchFamily="34" charset="0"/>
              <a:buChar char="•"/>
            </a:pPr>
            <a:endParaRPr lang="es-ES" dirty="0">
              <a:latin typeface="Arial Nova Cond" panose="020B0604020202020204" pitchFamily="34" charset="0"/>
            </a:endParaRP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a:t>
            </a:r>
            <a:r>
              <a:rPr lang="es-ES" b="1" dirty="0" err="1">
                <a:latin typeface="Arial Nova Cond" panose="020B0604020202020204" pitchFamily="34" charset="0"/>
              </a:rPr>
              <a:t>dev</a:t>
            </a:r>
            <a:r>
              <a:rPr lang="es-ES" b="1" dirty="0">
                <a:latin typeface="Arial Nova Cond" panose="020B0604020202020204" pitchFamily="34" charset="0"/>
              </a:rPr>
              <a:t>=</a:t>
            </a:r>
            <a:r>
              <a:rPr lang="es-ES" b="1" dirty="0" err="1">
                <a:latin typeface="Arial Nova Cond" panose="020B0604020202020204" pitchFamily="34" charset="0"/>
              </a:rPr>
              <a:t>all</a:t>
            </a:r>
            <a:r>
              <a:rPr lang="es-ES" dirty="0">
                <a:latin typeface="Arial Nova Cond" panose="020B0604020202020204" pitchFamily="34" charset="0"/>
              </a:rPr>
              <a:t>: le pasa ese parámetro a </a:t>
            </a:r>
            <a:r>
              <a:rPr lang="es-ES" dirty="0" err="1">
                <a:latin typeface="Arial Nova Cond" panose="020B0604020202020204" pitchFamily="34" charset="0"/>
              </a:rPr>
              <a:t>Odoo</a:t>
            </a:r>
            <a:r>
              <a:rPr lang="es-ES" dirty="0">
                <a:latin typeface="Arial Nova Cond" panose="020B0604020202020204" pitchFamily="34" charset="0"/>
              </a:rPr>
              <a:t> para facilitar tareas de desarrollo.</a:t>
            </a:r>
            <a:endParaRPr lang="es-ES" b="1" dirty="0">
              <a:latin typeface="Arial Nova Cond" panose="020B0604020202020204" pitchFamily="34" charset="0"/>
            </a:endParaRPr>
          </a:p>
        </p:txBody>
      </p:sp>
      <p:pic>
        <p:nvPicPr>
          <p:cNvPr id="3" name="Imagen 2">
            <a:extLst>
              <a:ext uri="{FF2B5EF4-FFF2-40B4-BE49-F238E27FC236}">
                <a16:creationId xmlns:a16="http://schemas.microsoft.com/office/drawing/2014/main" id="{BDF395B9-7157-70FA-3604-A2D2596A09D8}"/>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475656" y="3429000"/>
            <a:ext cx="5936109" cy="1154073"/>
          </a:xfrm>
          <a:prstGeom prst="rect">
            <a:avLst/>
          </a:prstGeom>
        </p:spPr>
      </p:pic>
    </p:spTree>
    <p:extLst>
      <p:ext uri="{BB962C8B-B14F-4D97-AF65-F5344CB8AC3E}">
        <p14:creationId xmlns:p14="http://schemas.microsoft.com/office/powerpoint/2010/main" val="27936679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CF709A3B-EB9B-0498-C3A3-60A9DE425AF6}"/>
              </a:ext>
            </a:extLst>
          </p:cNvPr>
          <p:cNvPicPr>
            <a:picLocks noChangeAspect="1"/>
          </p:cNvPicPr>
          <p:nvPr/>
        </p:nvPicPr>
        <p:blipFill>
          <a:blip r:embed="rId2"/>
          <a:stretch>
            <a:fillRect/>
          </a:stretch>
        </p:blipFill>
        <p:spPr>
          <a:xfrm>
            <a:off x="1397414" y="1980461"/>
            <a:ext cx="6126914" cy="4322981"/>
          </a:xfrm>
          <a:prstGeom prst="rect">
            <a:avLst/>
          </a:prstGeom>
        </p:spPr>
      </p:pic>
      <p:sp>
        <p:nvSpPr>
          <p:cNvPr id="4" name="5 Rectángulo">
            <a:extLst>
              <a:ext uri="{FF2B5EF4-FFF2-40B4-BE49-F238E27FC236}">
                <a16:creationId xmlns:a16="http://schemas.microsoft.com/office/drawing/2014/main" id="{71D67171-1DF6-DAC8-589A-75946345EBFC}"/>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33452448-FC85-BF7E-5BFA-F178AF34D80D}"/>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CF4BA627-0D7E-C7D1-4055-9D5BB0E6FD97}"/>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C7845A34-53AF-ED80-BAD2-438F41D0CD9F}"/>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8" name="21 CuadroTexto">
            <a:extLst>
              <a:ext uri="{FF2B5EF4-FFF2-40B4-BE49-F238E27FC236}">
                <a16:creationId xmlns:a16="http://schemas.microsoft.com/office/drawing/2014/main" id="{2671C69A-20EA-70E1-4928-1FA4271D1DF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DESARROLLO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9" name="6 CuadroTexto">
            <a:extLst>
              <a:ext uri="{FF2B5EF4-FFF2-40B4-BE49-F238E27FC236}">
                <a16:creationId xmlns:a16="http://schemas.microsoft.com/office/drawing/2014/main" id="{D86754BE-233C-A535-8670-4AE4C34AA9A6}"/>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257ED8B5-E89F-EAC1-FCFB-C289690FA801}"/>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1" name="3 CuadroTexto">
            <a:extLst>
              <a:ext uri="{FF2B5EF4-FFF2-40B4-BE49-F238E27FC236}">
                <a16:creationId xmlns:a16="http://schemas.microsoft.com/office/drawing/2014/main" id="{87A7D31B-EE25-3DE5-55D8-C47880E72A34}"/>
              </a:ext>
              <a:ext uri="{C183D7F6-B498-43B3-948B-1728B52AA6E4}">
                <adec:decorative xmlns:adec="http://schemas.microsoft.com/office/drawing/2017/decorative" val="1"/>
              </a:ext>
            </a:extLst>
          </p:cNvPr>
          <p:cNvSpPr txBox="1"/>
          <p:nvPr/>
        </p:nvSpPr>
        <p:spPr>
          <a:xfrm>
            <a:off x="683568" y="980728"/>
            <a:ext cx="7805428" cy="38132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Y ya podríamos acceder a nuestro servidor de desarrollo</a:t>
            </a:r>
          </a:p>
        </p:txBody>
      </p:sp>
      <p:pic>
        <p:nvPicPr>
          <p:cNvPr id="12" name="Imagen 11">
            <a:extLst>
              <a:ext uri="{FF2B5EF4-FFF2-40B4-BE49-F238E27FC236}">
                <a16:creationId xmlns:a16="http://schemas.microsoft.com/office/drawing/2014/main" id="{B58C7738-3878-CF66-93DD-6D8B0266E77F}"/>
              </a:ext>
              <a:ext uri="{C183D7F6-B498-43B3-948B-1728B52AA6E4}">
                <adec:decorative xmlns:adec="http://schemas.microsoft.com/office/drawing/2017/decorative" val="1"/>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t="-17"/>
          <a:stretch/>
        </p:blipFill>
        <p:spPr>
          <a:xfrm>
            <a:off x="2987824" y="1570816"/>
            <a:ext cx="3528393" cy="781725"/>
          </a:xfrm>
          <a:prstGeom prst="rect">
            <a:avLst/>
          </a:prstGeom>
        </p:spPr>
      </p:pic>
    </p:spTree>
    <p:extLst>
      <p:ext uri="{BB962C8B-B14F-4D97-AF65-F5344CB8AC3E}">
        <p14:creationId xmlns:p14="http://schemas.microsoft.com/office/powerpoint/2010/main" val="37450475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 Rectángulo">
            <a:extLst>
              <a:ext uri="{FF2B5EF4-FFF2-40B4-BE49-F238E27FC236}">
                <a16:creationId xmlns:a16="http://schemas.microsoft.com/office/drawing/2014/main" id="{F174CD8F-A9AE-AEFE-4F1F-78E90E3332C5}"/>
              </a:ext>
              <a:ext uri="{C183D7F6-B498-43B3-948B-1728B52AA6E4}">
                <adec:decorative xmlns:adec="http://schemas.microsoft.com/office/drawing/2017/decorative" val="1"/>
              </a:ext>
            </a:extLst>
          </p:cNvPr>
          <p:cNvSpPr/>
          <p:nvPr/>
        </p:nvSpPr>
        <p:spPr>
          <a:xfrm>
            <a:off x="-28558" y="0"/>
            <a:ext cx="4600558" cy="6857999"/>
          </a:xfrm>
          <a:prstGeom prst="rect">
            <a:avLst/>
          </a:prstGeom>
          <a:solidFill>
            <a:schemeClr val="tx2">
              <a:lumMod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s-ES"/>
          </a:p>
        </p:txBody>
      </p:sp>
      <p:sp>
        <p:nvSpPr>
          <p:cNvPr id="4" name="CuadroTexto 3">
            <a:extLst>
              <a:ext uri="{FF2B5EF4-FFF2-40B4-BE49-F238E27FC236}">
                <a16:creationId xmlns:a16="http://schemas.microsoft.com/office/drawing/2014/main" id="{96D28DEE-9F41-E8B9-E1CA-3B8B4DE68128}"/>
              </a:ext>
            </a:extLst>
          </p:cNvPr>
          <p:cNvSpPr txBox="1"/>
          <p:nvPr/>
        </p:nvSpPr>
        <p:spPr>
          <a:xfrm>
            <a:off x="268190" y="3789040"/>
            <a:ext cx="4303809" cy="2031325"/>
          </a:xfrm>
          <a:prstGeom prst="rect">
            <a:avLst/>
          </a:prstGeom>
          <a:noFill/>
        </p:spPr>
        <p:txBody>
          <a:bodyPr wrap="square" rtlCol="0">
            <a:spAutoFit/>
          </a:bodyPr>
          <a:lstStyle/>
          <a:p>
            <a:r>
              <a:rPr lang="es-ES" sz="4200" dirty="0">
                <a:solidFill>
                  <a:schemeClr val="bg1"/>
                </a:solidFill>
                <a:latin typeface="Univers Condensed" panose="020B0604020202020204" pitchFamily="34" charset="0"/>
              </a:rPr>
              <a:t>INSTALACIÓN EN WINDOWS CON DOCKER DESKTOP</a:t>
            </a:r>
          </a:p>
        </p:txBody>
      </p:sp>
      <p:pic>
        <p:nvPicPr>
          <p:cNvPr id="5" name="Imagen 4">
            <a:extLst>
              <a:ext uri="{FF2B5EF4-FFF2-40B4-BE49-F238E27FC236}">
                <a16:creationId xmlns:a16="http://schemas.microsoft.com/office/drawing/2014/main" id="{E25C1FE3-1C2B-FCAB-A98B-0CD3BEF6EFF9}"/>
              </a:ext>
              <a:ext uri="{C183D7F6-B498-43B3-948B-1728B52AA6E4}">
                <adec:decorative xmlns:adec="http://schemas.microsoft.com/office/drawing/2017/decorative" val="1"/>
              </a:ext>
            </a:extLst>
          </p:cNvPr>
          <p:cNvPicPr>
            <a:picLocks noChangeAspect="1"/>
          </p:cNvPicPr>
          <p:nvPr/>
        </p:nvPicPr>
        <p:blipFill rotWithShape="1">
          <a:blip r:embed="rId2">
            <a:extLst>
              <a:ext uri="{28A0092B-C50C-407E-A947-70E740481C1C}">
                <a14:useLocalDpi xmlns:a14="http://schemas.microsoft.com/office/drawing/2010/main" val="0"/>
              </a:ext>
            </a:extLst>
          </a:blip>
          <a:srcRect l="12122" r="14091"/>
          <a:stretch/>
        </p:blipFill>
        <p:spPr>
          <a:xfrm>
            <a:off x="5121120" y="1997837"/>
            <a:ext cx="3754689" cy="2862323"/>
          </a:xfrm>
          <a:prstGeom prst="rect">
            <a:avLst/>
          </a:prstGeom>
        </p:spPr>
      </p:pic>
      <p:sp>
        <p:nvSpPr>
          <p:cNvPr id="6" name="1 CuadroTexto">
            <a:extLst>
              <a:ext uri="{FF2B5EF4-FFF2-40B4-BE49-F238E27FC236}">
                <a16:creationId xmlns:a16="http://schemas.microsoft.com/office/drawing/2014/main" id="{C17A3A90-4593-6649-2D35-1C930E27F202}"/>
              </a:ext>
            </a:extLst>
          </p:cNvPr>
          <p:cNvSpPr txBox="1"/>
          <p:nvPr/>
        </p:nvSpPr>
        <p:spPr>
          <a:xfrm>
            <a:off x="268191" y="272642"/>
            <a:ext cx="1335622" cy="2862322"/>
          </a:xfrm>
          <a:prstGeom prst="rect">
            <a:avLst/>
          </a:prstGeom>
          <a:noFill/>
        </p:spPr>
        <p:txBody>
          <a:bodyPr wrap="none" rtlCol="0">
            <a:spAutoFit/>
          </a:bodyPr>
          <a:lstStyle/>
          <a:p>
            <a:r>
              <a:rPr lang="es-ES" sz="18000" b="1" spc="50" dirty="0">
                <a:ln w="0"/>
                <a:solidFill>
                  <a:schemeClr val="bg2"/>
                </a:solidFill>
                <a:effectLst>
                  <a:innerShdw blurRad="63500" dist="50800" dir="13500000">
                    <a:srgbClr val="000000">
                      <a:alpha val="50000"/>
                    </a:srgbClr>
                  </a:innerShdw>
                </a:effectLst>
                <a:latin typeface="+mj-lt"/>
              </a:rPr>
              <a:t>3</a:t>
            </a:r>
          </a:p>
        </p:txBody>
      </p:sp>
    </p:spTree>
    <p:extLst>
      <p:ext uri="{BB962C8B-B14F-4D97-AF65-F5344CB8AC3E}">
        <p14:creationId xmlns:p14="http://schemas.microsoft.com/office/powerpoint/2010/main" val="4503181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5 Rectángulo">
            <a:extLst>
              <a:ext uri="{FF2B5EF4-FFF2-40B4-BE49-F238E27FC236}">
                <a16:creationId xmlns:a16="http://schemas.microsoft.com/office/drawing/2014/main" id="{5F79E38B-9F21-1979-A684-E87EB863D6BD}"/>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C5164B3E-72E9-219A-69E8-AD9949E41EB1}"/>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6076AF4C-6017-15A1-50DE-B2D2720B1906}"/>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F4A561A1-A509-E9AF-C717-BFAAC79753E3}"/>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8" name="21 CuadroTexto">
            <a:extLst>
              <a:ext uri="{FF2B5EF4-FFF2-40B4-BE49-F238E27FC236}">
                <a16:creationId xmlns:a16="http://schemas.microsoft.com/office/drawing/2014/main" id="{72A005D9-7A01-D119-6539-CAEE96C8A896}"/>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DOCKER EN WINDOWS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 EN WINDOWS</a:t>
            </a:r>
          </a:p>
        </p:txBody>
      </p:sp>
      <p:sp>
        <p:nvSpPr>
          <p:cNvPr id="9" name="6 CuadroTexto">
            <a:extLst>
              <a:ext uri="{FF2B5EF4-FFF2-40B4-BE49-F238E27FC236}">
                <a16:creationId xmlns:a16="http://schemas.microsoft.com/office/drawing/2014/main" id="{2259A8CD-F221-6AB0-033C-341EA49DB92C}"/>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491905FF-919B-3AAF-46C4-546226C52613}"/>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1" name="3 CuadroTexto">
            <a:extLst>
              <a:ext uri="{FF2B5EF4-FFF2-40B4-BE49-F238E27FC236}">
                <a16:creationId xmlns:a16="http://schemas.microsoft.com/office/drawing/2014/main" id="{545D48A6-0CAD-7BFD-2624-8D62CA64FE8B}"/>
              </a:ext>
            </a:extLst>
          </p:cNvPr>
          <p:cNvSpPr txBox="1"/>
          <p:nvPr/>
        </p:nvSpPr>
        <p:spPr>
          <a:xfrm>
            <a:off x="683568" y="980728"/>
            <a:ext cx="7805428" cy="2134046"/>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Aunque el origen de Docker está en Linux, y los contenedores son siempre máquinas Linux, es posible instalar Docker en Windows gracias a </a:t>
            </a:r>
            <a:r>
              <a:rPr lang="es-ES" sz="2100" b="1" dirty="0">
                <a:latin typeface="Arial Nova Cond" panose="020B0604020202020204" pitchFamily="34" charset="0"/>
              </a:rPr>
              <a:t>WSL (Windows </a:t>
            </a:r>
            <a:r>
              <a:rPr lang="es-ES" sz="2100" b="1" dirty="0" err="1">
                <a:latin typeface="Arial Nova Cond" panose="020B0604020202020204" pitchFamily="34" charset="0"/>
              </a:rPr>
              <a:t>Subsystem</a:t>
            </a:r>
            <a:r>
              <a:rPr lang="es-ES" sz="2100" b="1" dirty="0">
                <a:latin typeface="Arial Nova Cond" panose="020B0604020202020204" pitchFamily="34" charset="0"/>
              </a:rPr>
              <a:t> </a:t>
            </a:r>
            <a:r>
              <a:rPr lang="es-ES" sz="2100" b="1" dirty="0" err="1">
                <a:latin typeface="Arial Nova Cond" panose="020B0604020202020204" pitchFamily="34" charset="0"/>
              </a:rPr>
              <a:t>for</a:t>
            </a:r>
            <a:r>
              <a:rPr lang="es-ES" sz="2100" b="1" dirty="0">
                <a:latin typeface="Arial Nova Cond" panose="020B0604020202020204" pitchFamily="34" charset="0"/>
              </a:rPr>
              <a:t> Linux).</a:t>
            </a:r>
          </a:p>
          <a:p>
            <a:pPr algn="just">
              <a:lnSpc>
                <a:spcPct val="114000"/>
              </a:lnSpc>
              <a:spcBef>
                <a:spcPts val="600"/>
              </a:spcBef>
              <a:spcAft>
                <a:spcPts val="1200"/>
              </a:spcAft>
            </a:pPr>
            <a:r>
              <a:rPr lang="es-ES" sz="2100" dirty="0">
                <a:latin typeface="Arial Nova Cond" panose="020B0604020202020204" pitchFamily="34" charset="0"/>
              </a:rPr>
              <a:t>Si no tienes instalado WSL en tu sistema solamente debes ejecutar la orden </a:t>
            </a:r>
            <a:r>
              <a:rPr lang="es-ES" sz="2100" b="1" dirty="0" err="1">
                <a:latin typeface="Arial Nova Cond" panose="020B0604020202020204" pitchFamily="34" charset="0"/>
              </a:rPr>
              <a:t>wsl</a:t>
            </a:r>
            <a:r>
              <a:rPr lang="es-ES" sz="2100" b="1" dirty="0">
                <a:latin typeface="Arial Nova Cond" panose="020B0604020202020204" pitchFamily="34" charset="0"/>
              </a:rPr>
              <a:t> –</a:t>
            </a:r>
            <a:r>
              <a:rPr lang="es-ES" sz="2100" b="1" dirty="0" err="1">
                <a:latin typeface="Arial Nova Cond" panose="020B0604020202020204" pitchFamily="34" charset="0"/>
              </a:rPr>
              <a:t>install</a:t>
            </a:r>
            <a:r>
              <a:rPr lang="es-ES" sz="2100" b="1" dirty="0">
                <a:latin typeface="Arial Nova Cond" panose="020B0604020202020204" pitchFamily="34" charset="0"/>
              </a:rPr>
              <a:t> </a:t>
            </a:r>
            <a:r>
              <a:rPr lang="es-ES" sz="2100" dirty="0">
                <a:latin typeface="Arial Nova Cond" panose="020B0604020202020204" pitchFamily="34" charset="0"/>
              </a:rPr>
              <a:t>en una terminal del sistema.</a:t>
            </a:r>
          </a:p>
        </p:txBody>
      </p:sp>
      <p:pic>
        <p:nvPicPr>
          <p:cNvPr id="13" name="Imagen 12">
            <a:extLst>
              <a:ext uri="{FF2B5EF4-FFF2-40B4-BE49-F238E27FC236}">
                <a16:creationId xmlns:a16="http://schemas.microsoft.com/office/drawing/2014/main" id="{860E297C-9D6D-F5CA-80C9-CA19529225AB}"/>
              </a:ext>
            </a:extLst>
          </p:cNvPr>
          <p:cNvPicPr>
            <a:picLocks noChangeAspect="1"/>
          </p:cNvPicPr>
          <p:nvPr/>
        </p:nvPicPr>
        <p:blipFill>
          <a:blip r:embed="rId2"/>
          <a:stretch>
            <a:fillRect/>
          </a:stretch>
        </p:blipFill>
        <p:spPr>
          <a:xfrm>
            <a:off x="1118138" y="3669893"/>
            <a:ext cx="6936288" cy="767219"/>
          </a:xfrm>
          <a:prstGeom prst="rect">
            <a:avLst/>
          </a:prstGeom>
        </p:spPr>
      </p:pic>
    </p:spTree>
    <p:extLst>
      <p:ext uri="{BB962C8B-B14F-4D97-AF65-F5344CB8AC3E}">
        <p14:creationId xmlns:p14="http://schemas.microsoft.com/office/powerpoint/2010/main" val="4668461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B9B2207A-E918-3526-5FA3-0A91F8D05F2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43608" y="1988840"/>
            <a:ext cx="7272808" cy="4223356"/>
          </a:xfrm>
          <a:prstGeom prst="rect">
            <a:avLst/>
          </a:prstGeom>
        </p:spPr>
      </p:pic>
      <p:sp>
        <p:nvSpPr>
          <p:cNvPr id="3" name="5 Rectángulo">
            <a:extLst>
              <a:ext uri="{FF2B5EF4-FFF2-40B4-BE49-F238E27FC236}">
                <a16:creationId xmlns:a16="http://schemas.microsoft.com/office/drawing/2014/main" id="{686A8E40-DB53-5B6B-8155-17247DD23671}"/>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861C6924-B70C-5B4D-5E46-1955A9965305}"/>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8 Rectángulo">
            <a:extLst>
              <a:ext uri="{FF2B5EF4-FFF2-40B4-BE49-F238E27FC236}">
                <a16:creationId xmlns:a16="http://schemas.microsoft.com/office/drawing/2014/main" id="{EC0F6C4A-556F-F58E-BB8F-9B038EEEA37D}"/>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10 CuadroTexto">
            <a:extLst>
              <a:ext uri="{FF2B5EF4-FFF2-40B4-BE49-F238E27FC236}">
                <a16:creationId xmlns:a16="http://schemas.microsoft.com/office/drawing/2014/main" id="{4CEDA370-4E34-30AD-DA89-270D5E88A35C}"/>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7" name="21 CuadroTexto">
            <a:extLst>
              <a:ext uri="{FF2B5EF4-FFF2-40B4-BE49-F238E27FC236}">
                <a16:creationId xmlns:a16="http://schemas.microsoft.com/office/drawing/2014/main" id="{9AC6D6E2-5D06-1EAE-1CD3-CFC6F6221EAD}"/>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DOCKER EN WINDOWS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 EN WINDOWS</a:t>
            </a:r>
          </a:p>
        </p:txBody>
      </p:sp>
      <p:sp>
        <p:nvSpPr>
          <p:cNvPr id="8" name="6 CuadroTexto">
            <a:extLst>
              <a:ext uri="{FF2B5EF4-FFF2-40B4-BE49-F238E27FC236}">
                <a16:creationId xmlns:a16="http://schemas.microsoft.com/office/drawing/2014/main" id="{C932B043-224C-8543-AFE1-D213B73A613C}"/>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2E825E98-360E-C2F4-F01C-5AA025084764}"/>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0" name="3 CuadroTexto">
            <a:extLst>
              <a:ext uri="{FF2B5EF4-FFF2-40B4-BE49-F238E27FC236}">
                <a16:creationId xmlns:a16="http://schemas.microsoft.com/office/drawing/2014/main" id="{C1B235C5-2F3E-A580-39E3-C8A5A4E8800E}"/>
              </a:ext>
            </a:extLst>
          </p:cNvPr>
          <p:cNvSpPr txBox="1"/>
          <p:nvPr/>
        </p:nvSpPr>
        <p:spPr>
          <a:xfrm>
            <a:off x="683568" y="980728"/>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Podemos descargar el cliente de Docker desde </a:t>
            </a:r>
            <a:r>
              <a:rPr lang="es-ES" sz="2100" dirty="0">
                <a:latin typeface="Arial Nova Cond" panose="020B0604020202020204" pitchFamily="34" charset="0"/>
                <a:hlinkClick r:id="rId3"/>
              </a:rPr>
              <a:t>https://www.docker.com/products/docker-desktop/</a:t>
            </a:r>
            <a:r>
              <a:rPr lang="es-ES" sz="2100" dirty="0">
                <a:latin typeface="Arial Nova Cond" panose="020B0604020202020204" pitchFamily="34" charset="0"/>
              </a:rPr>
              <a:t> </a:t>
            </a:r>
          </a:p>
        </p:txBody>
      </p:sp>
    </p:spTree>
    <p:extLst>
      <p:ext uri="{BB962C8B-B14F-4D97-AF65-F5344CB8AC3E}">
        <p14:creationId xmlns:p14="http://schemas.microsoft.com/office/powerpoint/2010/main" val="11052479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F0B6C6E-3646-8293-49EC-F09575D0C7E4}"/>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810482" y="2013727"/>
            <a:ext cx="5523035" cy="3825445"/>
          </a:xfrm>
          <a:prstGeom prst="rect">
            <a:avLst/>
          </a:prstGeom>
        </p:spPr>
      </p:pic>
      <p:sp>
        <p:nvSpPr>
          <p:cNvPr id="12" name="5 Rectángulo">
            <a:extLst>
              <a:ext uri="{FF2B5EF4-FFF2-40B4-BE49-F238E27FC236}">
                <a16:creationId xmlns:a16="http://schemas.microsoft.com/office/drawing/2014/main" id="{B7F3EC6C-F27F-889A-CC03-637754EE7898}"/>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6 Rectángulo">
            <a:extLst>
              <a:ext uri="{FF2B5EF4-FFF2-40B4-BE49-F238E27FC236}">
                <a16:creationId xmlns:a16="http://schemas.microsoft.com/office/drawing/2014/main" id="{28F1509C-2180-C4DB-9A59-DCB2A10F41E2}"/>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8 Rectángulo">
            <a:extLst>
              <a:ext uri="{FF2B5EF4-FFF2-40B4-BE49-F238E27FC236}">
                <a16:creationId xmlns:a16="http://schemas.microsoft.com/office/drawing/2014/main" id="{29376165-CBC7-FB0E-887A-773C1CBF4CBC}"/>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10 CuadroTexto">
            <a:extLst>
              <a:ext uri="{FF2B5EF4-FFF2-40B4-BE49-F238E27FC236}">
                <a16:creationId xmlns:a16="http://schemas.microsoft.com/office/drawing/2014/main" id="{02F65C1E-A917-9BA4-A7E9-FD962892F8F9}"/>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16" name="21 CuadroTexto">
            <a:extLst>
              <a:ext uri="{FF2B5EF4-FFF2-40B4-BE49-F238E27FC236}">
                <a16:creationId xmlns:a16="http://schemas.microsoft.com/office/drawing/2014/main" id="{DD351D1F-CE98-5603-AF6D-A1FFF8EF9F4D}"/>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DOCKER EN WINDOWS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 EN WINDOWS</a:t>
            </a:r>
          </a:p>
        </p:txBody>
      </p:sp>
      <p:sp>
        <p:nvSpPr>
          <p:cNvPr id="17" name="6 CuadroTexto">
            <a:extLst>
              <a:ext uri="{FF2B5EF4-FFF2-40B4-BE49-F238E27FC236}">
                <a16:creationId xmlns:a16="http://schemas.microsoft.com/office/drawing/2014/main" id="{B0ED348C-6544-221C-F52D-613011C78DB7}"/>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8" name="10 CuadroTexto">
            <a:extLst>
              <a:ext uri="{FF2B5EF4-FFF2-40B4-BE49-F238E27FC236}">
                <a16:creationId xmlns:a16="http://schemas.microsoft.com/office/drawing/2014/main" id="{A45EC886-5427-CD26-FB98-1CC70A11212A}"/>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9" name="3 CuadroTexto">
            <a:extLst>
              <a:ext uri="{FF2B5EF4-FFF2-40B4-BE49-F238E27FC236}">
                <a16:creationId xmlns:a16="http://schemas.microsoft.com/office/drawing/2014/main" id="{27FE0EDF-602E-7C3B-F368-9A66A806BCF2}"/>
              </a:ext>
            </a:extLst>
          </p:cNvPr>
          <p:cNvSpPr txBox="1"/>
          <p:nvPr/>
        </p:nvSpPr>
        <p:spPr>
          <a:xfrm>
            <a:off x="683568" y="980728"/>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La instalación es muy sencilla, únicamente debemos preocuparnos de dejar seleccionada la casilla de </a:t>
            </a:r>
            <a:r>
              <a:rPr lang="es-ES" sz="2100" i="1" dirty="0">
                <a:latin typeface="Arial Nova Cond" panose="020B0604020202020204" pitchFamily="34" charset="0"/>
              </a:rPr>
              <a:t>Use WSL 2 </a:t>
            </a:r>
            <a:r>
              <a:rPr lang="es-ES" sz="2100" i="1" dirty="0" err="1">
                <a:latin typeface="Arial Nova Cond" panose="020B0604020202020204" pitchFamily="34" charset="0"/>
              </a:rPr>
              <a:t>instead</a:t>
            </a:r>
            <a:r>
              <a:rPr lang="es-ES" sz="2100" i="1" dirty="0">
                <a:latin typeface="Arial Nova Cond" panose="020B0604020202020204" pitchFamily="34" charset="0"/>
              </a:rPr>
              <a:t> </a:t>
            </a:r>
            <a:r>
              <a:rPr lang="es-ES" sz="2100" i="1" dirty="0" err="1">
                <a:latin typeface="Arial Nova Cond" panose="020B0604020202020204" pitchFamily="34" charset="0"/>
              </a:rPr>
              <a:t>of</a:t>
            </a:r>
            <a:r>
              <a:rPr lang="es-ES" sz="2100" i="1" dirty="0">
                <a:latin typeface="Arial Nova Cond" panose="020B0604020202020204" pitchFamily="34" charset="0"/>
              </a:rPr>
              <a:t> Hyper-V</a:t>
            </a:r>
            <a:endParaRPr lang="es-ES" sz="2100" dirty="0">
              <a:latin typeface="Arial Nova Cond" panose="020B0604020202020204" pitchFamily="34" charset="0"/>
            </a:endParaRPr>
          </a:p>
        </p:txBody>
      </p:sp>
    </p:spTree>
    <p:extLst>
      <p:ext uri="{BB962C8B-B14F-4D97-AF65-F5344CB8AC3E}">
        <p14:creationId xmlns:p14="http://schemas.microsoft.com/office/powerpoint/2010/main" val="25884438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4404D57D-479E-B77A-3141-2DEA96506D02}"/>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98582" y="2127530"/>
            <a:ext cx="6546836" cy="4091773"/>
          </a:xfrm>
          <a:prstGeom prst="rect">
            <a:avLst/>
          </a:prstGeom>
        </p:spPr>
      </p:pic>
      <p:sp>
        <p:nvSpPr>
          <p:cNvPr id="4" name="5 Rectángulo">
            <a:extLst>
              <a:ext uri="{FF2B5EF4-FFF2-40B4-BE49-F238E27FC236}">
                <a16:creationId xmlns:a16="http://schemas.microsoft.com/office/drawing/2014/main" id="{FDB3B8F9-496D-0AD1-0113-A66774184EA8}"/>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1BED515B-7E9E-FC9A-EEA5-0361F6635219}"/>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8B10465B-83E7-BF49-64A3-71AF7304745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58973A14-BCB6-F2F7-AB92-81D179C187EF}"/>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8" name="21 CuadroTexto">
            <a:extLst>
              <a:ext uri="{FF2B5EF4-FFF2-40B4-BE49-F238E27FC236}">
                <a16:creationId xmlns:a16="http://schemas.microsoft.com/office/drawing/2014/main" id="{CF3FAFAE-3618-6736-4591-588D54AA3BE4}"/>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DOCKER EN WINDOWS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 EN WINDOWS</a:t>
            </a:r>
          </a:p>
        </p:txBody>
      </p:sp>
      <p:sp>
        <p:nvSpPr>
          <p:cNvPr id="9" name="6 CuadroTexto">
            <a:extLst>
              <a:ext uri="{FF2B5EF4-FFF2-40B4-BE49-F238E27FC236}">
                <a16:creationId xmlns:a16="http://schemas.microsoft.com/office/drawing/2014/main" id="{13429F3C-B1B9-A2B3-D51E-0D830FC43DCD}"/>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AC04D151-7469-9CA9-1AD5-0AE3B65FB3AC}"/>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1" name="3 CuadroTexto">
            <a:extLst>
              <a:ext uri="{FF2B5EF4-FFF2-40B4-BE49-F238E27FC236}">
                <a16:creationId xmlns:a16="http://schemas.microsoft.com/office/drawing/2014/main" id="{0FBFB531-4D99-EF5A-C455-A72DE16DA9B6}"/>
              </a:ext>
            </a:extLst>
          </p:cNvPr>
          <p:cNvSpPr txBox="1"/>
          <p:nvPr/>
        </p:nvSpPr>
        <p:spPr>
          <a:xfrm>
            <a:off x="683568" y="980728"/>
            <a:ext cx="7805428" cy="42947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Aceptamos los términos de uso e iniciamos sesión</a:t>
            </a:r>
          </a:p>
        </p:txBody>
      </p:sp>
    </p:spTree>
    <p:extLst>
      <p:ext uri="{BB962C8B-B14F-4D97-AF65-F5344CB8AC3E}">
        <p14:creationId xmlns:p14="http://schemas.microsoft.com/office/powerpoint/2010/main" val="30827666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8FB9FDC1-2CBD-5AC6-7141-9DD458695C9C}"/>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92660" y="1948301"/>
            <a:ext cx="7596336" cy="4306584"/>
          </a:xfrm>
          <a:prstGeom prst="rect">
            <a:avLst/>
          </a:prstGeom>
        </p:spPr>
      </p:pic>
      <p:sp>
        <p:nvSpPr>
          <p:cNvPr id="12" name="5 Rectángulo">
            <a:extLst>
              <a:ext uri="{FF2B5EF4-FFF2-40B4-BE49-F238E27FC236}">
                <a16:creationId xmlns:a16="http://schemas.microsoft.com/office/drawing/2014/main" id="{90FD4AB6-5398-460D-44CE-5FE08FE71DC1}"/>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6 Rectángulo">
            <a:extLst>
              <a:ext uri="{FF2B5EF4-FFF2-40B4-BE49-F238E27FC236}">
                <a16:creationId xmlns:a16="http://schemas.microsoft.com/office/drawing/2014/main" id="{B634DEB8-5D33-205C-6F98-94FDE07AC9FE}"/>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8 Rectángulo">
            <a:extLst>
              <a:ext uri="{FF2B5EF4-FFF2-40B4-BE49-F238E27FC236}">
                <a16:creationId xmlns:a16="http://schemas.microsoft.com/office/drawing/2014/main" id="{438AF9D3-F30D-79EA-9977-EB179B402D4F}"/>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10 CuadroTexto">
            <a:extLst>
              <a:ext uri="{FF2B5EF4-FFF2-40B4-BE49-F238E27FC236}">
                <a16:creationId xmlns:a16="http://schemas.microsoft.com/office/drawing/2014/main" id="{28BEB503-6C81-C063-79D6-7E13FE6EBA6D}"/>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16" name="21 CuadroTexto">
            <a:extLst>
              <a:ext uri="{FF2B5EF4-FFF2-40B4-BE49-F238E27FC236}">
                <a16:creationId xmlns:a16="http://schemas.microsoft.com/office/drawing/2014/main" id="{8B7099CD-80AD-58A0-05DC-B12FF2D5C448}"/>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DOCKER EN WINDOWS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 EN WINDOWS</a:t>
            </a:r>
          </a:p>
        </p:txBody>
      </p:sp>
      <p:sp>
        <p:nvSpPr>
          <p:cNvPr id="17" name="6 CuadroTexto">
            <a:extLst>
              <a:ext uri="{FF2B5EF4-FFF2-40B4-BE49-F238E27FC236}">
                <a16:creationId xmlns:a16="http://schemas.microsoft.com/office/drawing/2014/main" id="{2E1BE6A7-0834-9A82-6286-D5D820138C62}"/>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8" name="10 CuadroTexto">
            <a:extLst>
              <a:ext uri="{FF2B5EF4-FFF2-40B4-BE49-F238E27FC236}">
                <a16:creationId xmlns:a16="http://schemas.microsoft.com/office/drawing/2014/main" id="{D31C9FFE-FC47-705E-3904-6635C6EB0640}"/>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9" name="3 CuadroTexto">
            <a:extLst>
              <a:ext uri="{FF2B5EF4-FFF2-40B4-BE49-F238E27FC236}">
                <a16:creationId xmlns:a16="http://schemas.microsoft.com/office/drawing/2014/main" id="{E2FE3740-8061-DA51-74A9-95F27FA9FBB6}"/>
              </a:ext>
            </a:extLst>
          </p:cNvPr>
          <p:cNvSpPr txBox="1"/>
          <p:nvPr/>
        </p:nvSpPr>
        <p:spPr>
          <a:xfrm>
            <a:off x="683568" y="980728"/>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Y ya podremos acceder a Docker Desktop, que nos permite interactuar con Docker a través de una interfaz gráfica.</a:t>
            </a:r>
          </a:p>
        </p:txBody>
      </p:sp>
    </p:spTree>
    <p:extLst>
      <p:ext uri="{BB962C8B-B14F-4D97-AF65-F5344CB8AC3E}">
        <p14:creationId xmlns:p14="http://schemas.microsoft.com/office/powerpoint/2010/main" val="24497573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5 Rectángulo">
            <a:extLst>
              <a:ext uri="{FF2B5EF4-FFF2-40B4-BE49-F238E27FC236}">
                <a16:creationId xmlns:a16="http://schemas.microsoft.com/office/drawing/2014/main" id="{99A4B92B-5B03-5B4B-8085-FEC6A8D61FE9}"/>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E3BE1666-425A-F746-48DA-E7725D46B4F8}"/>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8 Rectángulo">
            <a:extLst>
              <a:ext uri="{FF2B5EF4-FFF2-40B4-BE49-F238E27FC236}">
                <a16:creationId xmlns:a16="http://schemas.microsoft.com/office/drawing/2014/main" id="{9E19031C-D939-2726-0D69-66044E9D211A}"/>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10 CuadroTexto">
            <a:extLst>
              <a:ext uri="{FF2B5EF4-FFF2-40B4-BE49-F238E27FC236}">
                <a16:creationId xmlns:a16="http://schemas.microsoft.com/office/drawing/2014/main" id="{60796B1F-59F0-A74A-C411-D2618E029867}"/>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7" name="21 CuadroTexto">
            <a:extLst>
              <a:ext uri="{FF2B5EF4-FFF2-40B4-BE49-F238E27FC236}">
                <a16:creationId xmlns:a16="http://schemas.microsoft.com/office/drawing/2014/main" id="{1FEAA92D-234A-C2B7-5B7E-684BCAEC586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DOCKER EN WINDOWS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 EN WINDOWS</a:t>
            </a:r>
          </a:p>
        </p:txBody>
      </p:sp>
      <p:sp>
        <p:nvSpPr>
          <p:cNvPr id="8" name="6 CuadroTexto">
            <a:extLst>
              <a:ext uri="{FF2B5EF4-FFF2-40B4-BE49-F238E27FC236}">
                <a16:creationId xmlns:a16="http://schemas.microsoft.com/office/drawing/2014/main" id="{2646040B-F3E6-38B5-2325-0129EAA74EBF}"/>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5C499313-184B-09BC-425E-698F819A12F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0" name="3 CuadroTexto">
            <a:extLst>
              <a:ext uri="{FF2B5EF4-FFF2-40B4-BE49-F238E27FC236}">
                <a16:creationId xmlns:a16="http://schemas.microsoft.com/office/drawing/2014/main" id="{65F8ADA5-8482-6DF6-291F-346365C819AA}"/>
              </a:ext>
            </a:extLst>
          </p:cNvPr>
          <p:cNvSpPr txBox="1"/>
          <p:nvPr/>
        </p:nvSpPr>
        <p:spPr>
          <a:xfrm>
            <a:off x="683568" y="980728"/>
            <a:ext cx="7805428" cy="1765612"/>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Por norma general, podremos realizar todas las acciones tanto a través de la interfaz gráfica como mediante la línea de comandos, aunque esta última será mucho más versátil.</a:t>
            </a:r>
          </a:p>
          <a:p>
            <a:pPr algn="just">
              <a:lnSpc>
                <a:spcPct val="114000"/>
              </a:lnSpc>
              <a:spcBef>
                <a:spcPts val="600"/>
              </a:spcBef>
              <a:spcAft>
                <a:spcPts val="1200"/>
              </a:spcAft>
            </a:pPr>
            <a:r>
              <a:rPr lang="es-ES" sz="2100" dirty="0">
                <a:latin typeface="Arial Nova Cond" panose="020B0604020202020204" pitchFamily="34" charset="0"/>
              </a:rPr>
              <a:t>Comprobamos que tenemos el comando accesible desde la terminal.</a:t>
            </a:r>
          </a:p>
        </p:txBody>
      </p:sp>
      <p:pic>
        <p:nvPicPr>
          <p:cNvPr id="12" name="Imagen 11" descr="docker version">
            <a:extLst>
              <a:ext uri="{FF2B5EF4-FFF2-40B4-BE49-F238E27FC236}">
                <a16:creationId xmlns:a16="http://schemas.microsoft.com/office/drawing/2014/main" id="{C9AC344A-30BC-72D8-564A-A667128DE644}"/>
              </a:ext>
            </a:extLst>
          </p:cNvPr>
          <p:cNvPicPr>
            <a:picLocks noChangeAspect="1"/>
          </p:cNvPicPr>
          <p:nvPr/>
        </p:nvPicPr>
        <p:blipFill>
          <a:blip r:embed="rId2"/>
          <a:stretch>
            <a:fillRect/>
          </a:stretch>
        </p:blipFill>
        <p:spPr>
          <a:xfrm>
            <a:off x="1136939" y="3435678"/>
            <a:ext cx="6870122" cy="975943"/>
          </a:xfrm>
          <a:prstGeom prst="rect">
            <a:avLst/>
          </a:prstGeom>
        </p:spPr>
      </p:pic>
    </p:spTree>
    <p:extLst>
      <p:ext uri="{BB962C8B-B14F-4D97-AF65-F5344CB8AC3E}">
        <p14:creationId xmlns:p14="http://schemas.microsoft.com/office/powerpoint/2010/main" val="35511904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Rectángulo">
            <a:extLst>
              <a:ext uri="{FF2B5EF4-FFF2-40B4-BE49-F238E27FC236}">
                <a16:creationId xmlns:a16="http://schemas.microsoft.com/office/drawing/2014/main" id="{368AB227-7F2F-BFD9-E775-63BF8424AA3D}"/>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6 Rectángulo">
            <a:extLst>
              <a:ext uri="{FF2B5EF4-FFF2-40B4-BE49-F238E27FC236}">
                <a16:creationId xmlns:a16="http://schemas.microsoft.com/office/drawing/2014/main" id="{26EEAE5E-A5F5-033A-D58A-CA63083A0CFC}"/>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8 Rectángulo">
            <a:extLst>
              <a:ext uri="{FF2B5EF4-FFF2-40B4-BE49-F238E27FC236}">
                <a16:creationId xmlns:a16="http://schemas.microsoft.com/office/drawing/2014/main" id="{23EFFA38-6C82-BD6A-D919-7BC1C548F9F9}"/>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10 CuadroTexto">
            <a:extLst>
              <a:ext uri="{FF2B5EF4-FFF2-40B4-BE49-F238E27FC236}">
                <a16:creationId xmlns:a16="http://schemas.microsoft.com/office/drawing/2014/main" id="{5D66D445-0ED1-ACE5-9173-BA70D4DFC4F9}"/>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10" name="21 CuadroTexto">
            <a:extLst>
              <a:ext uri="{FF2B5EF4-FFF2-40B4-BE49-F238E27FC236}">
                <a16:creationId xmlns:a16="http://schemas.microsoft.com/office/drawing/2014/main" id="{545A90DB-44DE-2DDA-83DF-3F23A0FFF65F}"/>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DOCKER EN WINDOWS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 EN WINDOWS</a:t>
            </a:r>
          </a:p>
        </p:txBody>
      </p:sp>
      <p:sp>
        <p:nvSpPr>
          <p:cNvPr id="11" name="6 CuadroTexto">
            <a:extLst>
              <a:ext uri="{FF2B5EF4-FFF2-40B4-BE49-F238E27FC236}">
                <a16:creationId xmlns:a16="http://schemas.microsoft.com/office/drawing/2014/main" id="{AA17FF59-9CD8-1231-D722-231AF8B1F261}"/>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2" name="10 CuadroTexto">
            <a:extLst>
              <a:ext uri="{FF2B5EF4-FFF2-40B4-BE49-F238E27FC236}">
                <a16:creationId xmlns:a16="http://schemas.microsoft.com/office/drawing/2014/main" id="{CF134431-0C7A-D53E-A404-D6BCC6F5763B}"/>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3" name="3 CuadroTexto">
            <a:extLst>
              <a:ext uri="{FF2B5EF4-FFF2-40B4-BE49-F238E27FC236}">
                <a16:creationId xmlns:a16="http://schemas.microsoft.com/office/drawing/2014/main" id="{24C9D93F-F847-B960-FA12-47941180543C}"/>
              </a:ext>
            </a:extLst>
          </p:cNvPr>
          <p:cNvSpPr txBox="1"/>
          <p:nvPr/>
        </p:nvSpPr>
        <p:spPr>
          <a:xfrm>
            <a:off x="683568" y="980728"/>
            <a:ext cx="7805428" cy="139717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Vamos a levantar primero el </a:t>
            </a:r>
            <a:r>
              <a:rPr lang="es-ES" sz="2100" b="1" dirty="0">
                <a:latin typeface="Arial Nova Cond" panose="020B0604020202020204" pitchFamily="34" charset="0"/>
              </a:rPr>
              <a:t>contenedor para la base de datos,</a:t>
            </a:r>
            <a:r>
              <a:rPr lang="es-ES" sz="2100" dirty="0">
                <a:latin typeface="Arial Nova Cond" panose="020B0604020202020204" pitchFamily="34" charset="0"/>
              </a:rPr>
              <a:t> ya que  en Docker lo normal es tener un contenedor para cada servicio.</a:t>
            </a:r>
          </a:p>
          <a:p>
            <a:pPr algn="just">
              <a:lnSpc>
                <a:spcPct val="114000"/>
              </a:lnSpc>
              <a:spcBef>
                <a:spcPts val="600"/>
              </a:spcBef>
              <a:spcAft>
                <a:spcPts val="1200"/>
              </a:spcAft>
            </a:pPr>
            <a:r>
              <a:rPr lang="es-ES" sz="2100" dirty="0">
                <a:latin typeface="Arial Nova Cond" panose="020B0604020202020204" pitchFamily="34" charset="0"/>
              </a:rPr>
              <a:t>Vamos a buscarlo en Docker Hub (</a:t>
            </a:r>
            <a:r>
              <a:rPr lang="es-ES" sz="2100" dirty="0">
                <a:latin typeface="Arial Nova Cond" panose="020B0604020202020204" pitchFamily="34" charset="0"/>
                <a:hlinkClick r:id="rId2"/>
              </a:rPr>
              <a:t>https://hub.docker.com/</a:t>
            </a:r>
            <a:r>
              <a:rPr lang="es-ES" sz="2100" dirty="0">
                <a:latin typeface="Arial Nova Cond" panose="020B0604020202020204" pitchFamily="34" charset="0"/>
              </a:rPr>
              <a:t>)</a:t>
            </a:r>
          </a:p>
        </p:txBody>
      </p:sp>
      <p:pic>
        <p:nvPicPr>
          <p:cNvPr id="3" name="Imagen 2">
            <a:extLst>
              <a:ext uri="{FF2B5EF4-FFF2-40B4-BE49-F238E27FC236}">
                <a16:creationId xmlns:a16="http://schemas.microsoft.com/office/drawing/2014/main" id="{0023B736-F0F4-C97D-F699-913E880A095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3568" y="2824885"/>
            <a:ext cx="7805428" cy="2980379"/>
          </a:xfrm>
          <a:prstGeom prst="rect">
            <a:avLst/>
          </a:prstGeom>
        </p:spPr>
      </p:pic>
    </p:spTree>
    <p:extLst>
      <p:ext uri="{BB962C8B-B14F-4D97-AF65-F5344CB8AC3E}">
        <p14:creationId xmlns:p14="http://schemas.microsoft.com/office/powerpoint/2010/main" val="13088743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Pantalla del contenedor postgres en Docker Hub">
            <a:extLst>
              <a:ext uri="{FF2B5EF4-FFF2-40B4-BE49-F238E27FC236}">
                <a16:creationId xmlns:a16="http://schemas.microsoft.com/office/drawing/2014/main" id="{65EEF187-5D93-C3B7-97DA-11584916593B}"/>
              </a:ext>
            </a:extLst>
          </p:cNvPr>
          <p:cNvPicPr>
            <a:picLocks noChangeAspect="1"/>
          </p:cNvPicPr>
          <p:nvPr/>
        </p:nvPicPr>
        <p:blipFill>
          <a:blip r:embed="rId2"/>
          <a:stretch>
            <a:fillRect/>
          </a:stretch>
        </p:blipFill>
        <p:spPr>
          <a:xfrm>
            <a:off x="216882" y="1190789"/>
            <a:ext cx="8710236" cy="4317340"/>
          </a:xfrm>
          <a:prstGeom prst="rect">
            <a:avLst/>
          </a:prstGeom>
        </p:spPr>
      </p:pic>
      <p:sp>
        <p:nvSpPr>
          <p:cNvPr id="3" name="5 Rectángulo">
            <a:extLst>
              <a:ext uri="{FF2B5EF4-FFF2-40B4-BE49-F238E27FC236}">
                <a16:creationId xmlns:a16="http://schemas.microsoft.com/office/drawing/2014/main" id="{475039F5-0D22-6E84-1A2E-F0EB956F463D}"/>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8FDEA1E2-F009-D536-3AFB-7E170F5A2579}"/>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8 Rectángulo">
            <a:extLst>
              <a:ext uri="{FF2B5EF4-FFF2-40B4-BE49-F238E27FC236}">
                <a16:creationId xmlns:a16="http://schemas.microsoft.com/office/drawing/2014/main" id="{1EBB8F4B-4F17-4701-A162-3AF7B0FA4385}"/>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10 CuadroTexto">
            <a:extLst>
              <a:ext uri="{FF2B5EF4-FFF2-40B4-BE49-F238E27FC236}">
                <a16:creationId xmlns:a16="http://schemas.microsoft.com/office/drawing/2014/main" id="{B565C228-2476-F9B7-0F8A-7FF3B604AF28}"/>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7" name="21 CuadroTexto">
            <a:extLst>
              <a:ext uri="{FF2B5EF4-FFF2-40B4-BE49-F238E27FC236}">
                <a16:creationId xmlns:a16="http://schemas.microsoft.com/office/drawing/2014/main" id="{175E7F23-0A31-8126-D168-597A2726DE8C}"/>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DOCKER EN WINDOWS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 EN WINDOWS</a:t>
            </a:r>
          </a:p>
        </p:txBody>
      </p:sp>
      <p:sp>
        <p:nvSpPr>
          <p:cNvPr id="8" name="6 CuadroTexto">
            <a:extLst>
              <a:ext uri="{FF2B5EF4-FFF2-40B4-BE49-F238E27FC236}">
                <a16:creationId xmlns:a16="http://schemas.microsoft.com/office/drawing/2014/main" id="{2777F6E4-8A5B-18BD-217C-DF7D450ADFAC}"/>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A813EB4D-7AD3-572B-2A21-CEDB0BADF5F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31786480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5 Rectángulo">
            <a:extLst>
              <a:ext uri="{FF2B5EF4-FFF2-40B4-BE49-F238E27FC236}">
                <a16:creationId xmlns:a16="http://schemas.microsoft.com/office/drawing/2014/main" id="{766D5710-4E22-B027-5F37-80806A4D8D33}"/>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6 Rectángulo">
            <a:extLst>
              <a:ext uri="{FF2B5EF4-FFF2-40B4-BE49-F238E27FC236}">
                <a16:creationId xmlns:a16="http://schemas.microsoft.com/office/drawing/2014/main" id="{A857BB7C-990E-3CBD-528B-1E3A22CFDA26}"/>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a:extLst>
              <a:ext uri="{FF2B5EF4-FFF2-40B4-BE49-F238E27FC236}">
                <a16:creationId xmlns:a16="http://schemas.microsoft.com/office/drawing/2014/main" id="{9DE6EFBD-92C1-88DE-A03B-A7F7BD5C96B3}"/>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10 CuadroTexto">
            <a:extLst>
              <a:ext uri="{FF2B5EF4-FFF2-40B4-BE49-F238E27FC236}">
                <a16:creationId xmlns:a16="http://schemas.microsoft.com/office/drawing/2014/main" id="{E61EAA14-3967-1A9E-D64C-79C396A80B24}"/>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11" name="21 CuadroTexto">
            <a:extLst>
              <a:ext uri="{FF2B5EF4-FFF2-40B4-BE49-F238E27FC236}">
                <a16:creationId xmlns:a16="http://schemas.microsoft.com/office/drawing/2014/main" id="{3B247EEA-A8A7-E0E3-D517-C870BE6BB72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12" name="6 CuadroTexto">
            <a:extLst>
              <a:ext uri="{FF2B5EF4-FFF2-40B4-BE49-F238E27FC236}">
                <a16:creationId xmlns:a16="http://schemas.microsoft.com/office/drawing/2014/main" id="{C010A8CE-7EDB-F1EB-706B-0179085D8CF6}"/>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3" name="10 CuadroTexto">
            <a:extLst>
              <a:ext uri="{FF2B5EF4-FFF2-40B4-BE49-F238E27FC236}">
                <a16:creationId xmlns:a16="http://schemas.microsoft.com/office/drawing/2014/main" id="{8A4B4AF0-E863-E800-DCDE-B329A8B402A6}"/>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4" name="3 CuadroTexto">
            <a:extLst>
              <a:ext uri="{FF2B5EF4-FFF2-40B4-BE49-F238E27FC236}">
                <a16:creationId xmlns:a16="http://schemas.microsoft.com/office/drawing/2014/main" id="{16584E45-34CC-312D-D557-32B6364C2573}"/>
              </a:ext>
            </a:extLst>
          </p:cNvPr>
          <p:cNvSpPr txBox="1"/>
          <p:nvPr/>
        </p:nvSpPr>
        <p:spPr>
          <a:xfrm>
            <a:off x="683568" y="966867"/>
            <a:ext cx="7805428" cy="1166345"/>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Antes de descargar la imagen, vamos a crear un directorio desde el que vamos a trabajar y creamos también un subdirectorio que alojará los datos de la base de datos.</a:t>
            </a:r>
            <a:endParaRPr lang="es-ES" sz="2000" dirty="0">
              <a:latin typeface="Arial Nova Cond" panose="020B0604020202020204" pitchFamily="34" charset="0"/>
            </a:endParaRPr>
          </a:p>
        </p:txBody>
      </p:sp>
      <p:pic>
        <p:nvPicPr>
          <p:cNvPr id="6" name="Imagen 5" descr="mkdir OdooDesarrollo&#10;mkdir OdooDesarrollo/dataPG">
            <a:extLst>
              <a:ext uri="{FF2B5EF4-FFF2-40B4-BE49-F238E27FC236}">
                <a16:creationId xmlns:a16="http://schemas.microsoft.com/office/drawing/2014/main" id="{69172BDC-1EFA-F8C9-4FFD-E8D3A0D4BB69}"/>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971600" y="2219196"/>
            <a:ext cx="6389925" cy="4038141"/>
          </a:xfrm>
          <a:prstGeom prst="rect">
            <a:avLst/>
          </a:prstGeom>
        </p:spPr>
      </p:pic>
      <p:pic>
        <p:nvPicPr>
          <p:cNvPr id="16" name="Imagen 15">
            <a:extLst>
              <a:ext uri="{FF2B5EF4-FFF2-40B4-BE49-F238E27FC236}">
                <a16:creationId xmlns:a16="http://schemas.microsoft.com/office/drawing/2014/main" id="{0A5CE9E3-B264-4285-4C11-5283D34D1BF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220072" y="2348881"/>
            <a:ext cx="2912323" cy="2880320"/>
          </a:xfrm>
          <a:prstGeom prst="rect">
            <a:avLst/>
          </a:prstGeom>
        </p:spPr>
      </p:pic>
    </p:spTree>
    <p:extLst>
      <p:ext uri="{BB962C8B-B14F-4D97-AF65-F5344CB8AC3E}">
        <p14:creationId xmlns:p14="http://schemas.microsoft.com/office/powerpoint/2010/main" val="1603092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5 Rectángulo">
            <a:extLst>
              <a:ext uri="{FF2B5EF4-FFF2-40B4-BE49-F238E27FC236}">
                <a16:creationId xmlns:a16="http://schemas.microsoft.com/office/drawing/2014/main" id="{766D5710-4E22-B027-5F37-80806A4D8D33}"/>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6 Rectángulo">
            <a:extLst>
              <a:ext uri="{FF2B5EF4-FFF2-40B4-BE49-F238E27FC236}">
                <a16:creationId xmlns:a16="http://schemas.microsoft.com/office/drawing/2014/main" id="{A857BB7C-990E-3CBD-528B-1E3A22CFDA26}"/>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a:extLst>
              <a:ext uri="{FF2B5EF4-FFF2-40B4-BE49-F238E27FC236}">
                <a16:creationId xmlns:a16="http://schemas.microsoft.com/office/drawing/2014/main" id="{9DE6EFBD-92C1-88DE-A03B-A7F7BD5C96B3}"/>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10 CuadroTexto">
            <a:extLst>
              <a:ext uri="{FF2B5EF4-FFF2-40B4-BE49-F238E27FC236}">
                <a16:creationId xmlns:a16="http://schemas.microsoft.com/office/drawing/2014/main" id="{E61EAA14-3967-1A9E-D64C-79C396A80B24}"/>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11" name="21 CuadroTexto">
            <a:extLst>
              <a:ext uri="{FF2B5EF4-FFF2-40B4-BE49-F238E27FC236}">
                <a16:creationId xmlns:a16="http://schemas.microsoft.com/office/drawing/2014/main" id="{3B247EEA-A8A7-E0E3-D517-C870BE6BB72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12" name="6 CuadroTexto">
            <a:extLst>
              <a:ext uri="{FF2B5EF4-FFF2-40B4-BE49-F238E27FC236}">
                <a16:creationId xmlns:a16="http://schemas.microsoft.com/office/drawing/2014/main" id="{C010A8CE-7EDB-F1EB-706B-0179085D8CF6}"/>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3" name="10 CuadroTexto">
            <a:extLst>
              <a:ext uri="{FF2B5EF4-FFF2-40B4-BE49-F238E27FC236}">
                <a16:creationId xmlns:a16="http://schemas.microsoft.com/office/drawing/2014/main" id="{8A4B4AF0-E863-E800-DCDE-B329A8B402A6}"/>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4" name="3 CuadroTexto">
            <a:extLst>
              <a:ext uri="{FF2B5EF4-FFF2-40B4-BE49-F238E27FC236}">
                <a16:creationId xmlns:a16="http://schemas.microsoft.com/office/drawing/2014/main" id="{16584E45-34CC-312D-D557-32B6364C2573}"/>
              </a:ext>
            </a:extLst>
          </p:cNvPr>
          <p:cNvSpPr txBox="1"/>
          <p:nvPr/>
        </p:nvSpPr>
        <p:spPr>
          <a:xfrm>
            <a:off x="683568" y="966867"/>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Para descargar la imagen utilizamos la orden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pull</a:t>
            </a:r>
            <a:r>
              <a:rPr lang="es-ES" sz="2100" b="1" dirty="0">
                <a:latin typeface="Arial Nova Cond" panose="020B0604020202020204" pitchFamily="34" charset="0"/>
              </a:rPr>
              <a:t> {</a:t>
            </a:r>
            <a:r>
              <a:rPr lang="es-ES" sz="2100" b="1" dirty="0" err="1">
                <a:latin typeface="Arial Nova Cond" panose="020B0604020202020204" pitchFamily="34" charset="0"/>
              </a:rPr>
              <a:t>image_name</a:t>
            </a:r>
            <a:r>
              <a:rPr lang="es-ES" sz="2100" b="1" dirty="0">
                <a:latin typeface="Arial Nova Cond" panose="020B0604020202020204" pitchFamily="34" charset="0"/>
              </a:rPr>
              <a:t>}</a:t>
            </a:r>
            <a:endParaRPr lang="es-ES" sz="2000" dirty="0">
              <a:latin typeface="Arial Nova Cond" panose="020B0604020202020204" pitchFamily="34" charset="0"/>
            </a:endParaRPr>
          </a:p>
        </p:txBody>
      </p:sp>
      <p:pic>
        <p:nvPicPr>
          <p:cNvPr id="18" name="Imagen 17" descr="docker pull postgres">
            <a:extLst>
              <a:ext uri="{FF2B5EF4-FFF2-40B4-BE49-F238E27FC236}">
                <a16:creationId xmlns:a16="http://schemas.microsoft.com/office/drawing/2014/main" id="{AB114D0A-EB47-E11F-0CF3-9F5F8FE45660}"/>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743743" y="2334783"/>
            <a:ext cx="7800839" cy="2461648"/>
          </a:xfrm>
          <a:prstGeom prst="rect">
            <a:avLst/>
          </a:prstGeom>
        </p:spPr>
      </p:pic>
      <p:pic>
        <p:nvPicPr>
          <p:cNvPr id="20" name="Imagen 19">
            <a:extLst>
              <a:ext uri="{FF2B5EF4-FFF2-40B4-BE49-F238E27FC236}">
                <a16:creationId xmlns:a16="http://schemas.microsoft.com/office/drawing/2014/main" id="{427ABA7A-C724-A802-C8A6-2E3D12CFE0F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2195736" y="4385869"/>
            <a:ext cx="6010686" cy="1203371"/>
          </a:xfrm>
          <a:prstGeom prst="rect">
            <a:avLst/>
          </a:prstGeom>
        </p:spPr>
      </p:pic>
    </p:spTree>
    <p:extLst>
      <p:ext uri="{BB962C8B-B14F-4D97-AF65-F5344CB8AC3E}">
        <p14:creationId xmlns:p14="http://schemas.microsoft.com/office/powerpoint/2010/main" val="8306959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5 Rectángulo">
            <a:extLst>
              <a:ext uri="{FF2B5EF4-FFF2-40B4-BE49-F238E27FC236}">
                <a16:creationId xmlns:a16="http://schemas.microsoft.com/office/drawing/2014/main" id="{F103705B-E0A7-46F5-A950-1888CBEF7760}"/>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026C17A8-78F3-D4E5-C76A-F3B2CEB358A2}"/>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CAF99564-8CFF-3567-1F70-571A11E157AF}"/>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E714A210-0177-F706-3F3B-B98DE32B211C}"/>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8" name="21 CuadroTexto">
            <a:extLst>
              <a:ext uri="{FF2B5EF4-FFF2-40B4-BE49-F238E27FC236}">
                <a16:creationId xmlns:a16="http://schemas.microsoft.com/office/drawing/2014/main" id="{EDFAF0F3-D9E2-CA76-4722-FA0BCB9D94CC}"/>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9" name="6 CuadroTexto">
            <a:extLst>
              <a:ext uri="{FF2B5EF4-FFF2-40B4-BE49-F238E27FC236}">
                <a16:creationId xmlns:a16="http://schemas.microsoft.com/office/drawing/2014/main" id="{42B47FB0-3D88-CA0D-AE90-BC1D835B250D}"/>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4273551C-AA64-F1AB-6DF4-3DF021006991}"/>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1" name="3 CuadroTexto">
            <a:extLst>
              <a:ext uri="{FF2B5EF4-FFF2-40B4-BE49-F238E27FC236}">
                <a16:creationId xmlns:a16="http://schemas.microsoft.com/office/drawing/2014/main" id="{7EB7B3C9-CB45-112E-A9B6-5132E0827D73}"/>
              </a:ext>
            </a:extLst>
          </p:cNvPr>
          <p:cNvSpPr txBox="1"/>
          <p:nvPr/>
        </p:nvSpPr>
        <p:spPr>
          <a:xfrm>
            <a:off x="683568" y="966867"/>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Podemos ver qué imágenes tenemos descargadas con la orden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images</a:t>
            </a:r>
            <a:endParaRPr lang="es-ES" sz="2000" dirty="0">
              <a:latin typeface="Arial Nova Cond" panose="020B0604020202020204" pitchFamily="34" charset="0"/>
            </a:endParaRPr>
          </a:p>
        </p:txBody>
      </p:sp>
      <p:pic>
        <p:nvPicPr>
          <p:cNvPr id="3" name="Imagen 2" descr="docker images">
            <a:extLst>
              <a:ext uri="{FF2B5EF4-FFF2-40B4-BE49-F238E27FC236}">
                <a16:creationId xmlns:a16="http://schemas.microsoft.com/office/drawing/2014/main" id="{29279439-7D57-9B95-DE80-5C9B869CA078}"/>
              </a:ext>
            </a:extLst>
          </p:cNvPr>
          <p:cNvPicPr>
            <a:picLocks noChangeAspect="1"/>
          </p:cNvPicPr>
          <p:nvPr/>
        </p:nvPicPr>
        <p:blipFill>
          <a:blip r:embed="rId2"/>
          <a:stretch>
            <a:fillRect/>
          </a:stretch>
        </p:blipFill>
        <p:spPr>
          <a:xfrm>
            <a:off x="898733" y="2492896"/>
            <a:ext cx="7346534" cy="1252803"/>
          </a:xfrm>
          <a:prstGeom prst="rect">
            <a:avLst/>
          </a:prstGeom>
        </p:spPr>
      </p:pic>
    </p:spTree>
    <p:extLst>
      <p:ext uri="{BB962C8B-B14F-4D97-AF65-F5344CB8AC3E}">
        <p14:creationId xmlns:p14="http://schemas.microsoft.com/office/powerpoint/2010/main" val="3156003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upo 13" descr="docker run -d -v  ~/OdooDesarrollo/dataPG:/var/lib/postgresql/data -e POSTGRES_USER=odoo -e POSTGRES_PASSWORD=odoo -e POSTGRES_DB=postgres --name db postgres:14">
            <a:extLst>
              <a:ext uri="{FF2B5EF4-FFF2-40B4-BE49-F238E27FC236}">
                <a16:creationId xmlns:a16="http://schemas.microsoft.com/office/drawing/2014/main" id="{FF9ECA1C-FEC1-2C11-1D43-B345A944A326}"/>
              </a:ext>
            </a:extLst>
          </p:cNvPr>
          <p:cNvGrpSpPr/>
          <p:nvPr/>
        </p:nvGrpSpPr>
        <p:grpSpPr>
          <a:xfrm>
            <a:off x="781612" y="2101730"/>
            <a:ext cx="7580776" cy="3919558"/>
            <a:chOff x="1094890" y="2065644"/>
            <a:chExt cx="6954220" cy="3595604"/>
          </a:xfrm>
        </p:grpSpPr>
        <p:pic>
          <p:nvPicPr>
            <p:cNvPr id="3" name="Imagen 2">
              <a:extLst>
                <a:ext uri="{FF2B5EF4-FFF2-40B4-BE49-F238E27FC236}">
                  <a16:creationId xmlns:a16="http://schemas.microsoft.com/office/drawing/2014/main" id="{4043449F-4674-CA5C-FE87-8F2F177077B8}"/>
                </a:ext>
              </a:extLst>
            </p:cNvPr>
            <p:cNvPicPr>
              <a:picLocks noChangeAspect="1"/>
            </p:cNvPicPr>
            <p:nvPr/>
          </p:nvPicPr>
          <p:blipFill>
            <a:blip r:embed="rId2"/>
            <a:stretch>
              <a:fillRect/>
            </a:stretch>
          </p:blipFill>
          <p:spPr>
            <a:xfrm>
              <a:off x="1094890" y="2065644"/>
              <a:ext cx="6954220" cy="2448267"/>
            </a:xfrm>
            <a:prstGeom prst="rect">
              <a:avLst/>
            </a:prstGeom>
          </p:spPr>
        </p:pic>
        <p:pic>
          <p:nvPicPr>
            <p:cNvPr id="5" name="Imagen 4">
              <a:extLst>
                <a:ext uri="{FF2B5EF4-FFF2-40B4-BE49-F238E27FC236}">
                  <a16:creationId xmlns:a16="http://schemas.microsoft.com/office/drawing/2014/main" id="{1A087606-AF8A-73B1-6CDC-A3A2C2EC4D3F}"/>
                </a:ext>
              </a:extLst>
            </p:cNvPr>
            <p:cNvPicPr>
              <a:picLocks noChangeAspect="1"/>
            </p:cNvPicPr>
            <p:nvPr/>
          </p:nvPicPr>
          <p:blipFill>
            <a:blip r:embed="rId3"/>
            <a:srcRect r="7595"/>
            <a:stretch/>
          </p:blipFill>
          <p:spPr>
            <a:xfrm>
              <a:off x="1094890" y="4622878"/>
              <a:ext cx="6954220" cy="1038370"/>
            </a:xfrm>
            <a:prstGeom prst="rect">
              <a:avLst/>
            </a:prstGeom>
          </p:spPr>
        </p:pic>
      </p:grpSp>
      <p:sp>
        <p:nvSpPr>
          <p:cNvPr id="6" name="3 CuadroTexto">
            <a:extLst>
              <a:ext uri="{FF2B5EF4-FFF2-40B4-BE49-F238E27FC236}">
                <a16:creationId xmlns:a16="http://schemas.microsoft.com/office/drawing/2014/main" id="{395A7897-3BA4-1B74-70EC-7AC557C7898D}"/>
              </a:ext>
            </a:extLst>
          </p:cNvPr>
          <p:cNvSpPr txBox="1"/>
          <p:nvPr/>
        </p:nvSpPr>
        <p:spPr>
          <a:xfrm>
            <a:off x="683568" y="966867"/>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Ya podemos lanzar el contenedor con </a:t>
            </a:r>
            <a:r>
              <a:rPr lang="es-ES" sz="2100" b="1" dirty="0" err="1">
                <a:latin typeface="Arial Nova Cond" panose="020B0604020202020204" pitchFamily="34" charset="0"/>
              </a:rPr>
              <a:t>docker</a:t>
            </a:r>
            <a:r>
              <a:rPr lang="es-ES" sz="2100" b="1" dirty="0">
                <a:latin typeface="Arial Nova Cond" panose="020B0604020202020204" pitchFamily="34" charset="0"/>
              </a:rPr>
              <a:t> run</a:t>
            </a:r>
            <a:r>
              <a:rPr lang="es-ES" sz="2100" dirty="0">
                <a:latin typeface="Arial Nova Cond" panose="020B0604020202020204" pitchFamily="34" charset="0"/>
              </a:rPr>
              <a:t>, le pasamos los parámetros que se ven en la imagen.</a:t>
            </a:r>
            <a:endParaRPr lang="es-ES" sz="2000" dirty="0">
              <a:latin typeface="Arial Nova Cond" panose="020B0604020202020204" pitchFamily="34" charset="0"/>
            </a:endParaRPr>
          </a:p>
        </p:txBody>
      </p:sp>
      <p:sp>
        <p:nvSpPr>
          <p:cNvPr id="7" name="5 Rectángulo">
            <a:extLst>
              <a:ext uri="{FF2B5EF4-FFF2-40B4-BE49-F238E27FC236}">
                <a16:creationId xmlns:a16="http://schemas.microsoft.com/office/drawing/2014/main" id="{E2192518-9499-E2C4-10BD-42D033E6C9F2}"/>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6 Rectángulo">
            <a:extLst>
              <a:ext uri="{FF2B5EF4-FFF2-40B4-BE49-F238E27FC236}">
                <a16:creationId xmlns:a16="http://schemas.microsoft.com/office/drawing/2014/main" id="{001041E1-81C6-4C89-2F54-B4F584858237}"/>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Rectángulo">
            <a:extLst>
              <a:ext uri="{FF2B5EF4-FFF2-40B4-BE49-F238E27FC236}">
                <a16:creationId xmlns:a16="http://schemas.microsoft.com/office/drawing/2014/main" id="{EAE00CC8-EB20-F2C3-FC09-2B2ED92949F2}"/>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10 CuadroTexto">
            <a:extLst>
              <a:ext uri="{FF2B5EF4-FFF2-40B4-BE49-F238E27FC236}">
                <a16:creationId xmlns:a16="http://schemas.microsoft.com/office/drawing/2014/main" id="{D131818D-378C-23CF-CCF7-3372CF6C6A5D}"/>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11" name="21 CuadroTexto">
            <a:extLst>
              <a:ext uri="{FF2B5EF4-FFF2-40B4-BE49-F238E27FC236}">
                <a16:creationId xmlns:a16="http://schemas.microsoft.com/office/drawing/2014/main" id="{6C7044CC-7EE6-84F3-82D5-2381647AAAAC}"/>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12" name="6 CuadroTexto">
            <a:extLst>
              <a:ext uri="{FF2B5EF4-FFF2-40B4-BE49-F238E27FC236}">
                <a16:creationId xmlns:a16="http://schemas.microsoft.com/office/drawing/2014/main" id="{BEFFE0F6-3C8C-00C3-76DE-5F03C4460082}"/>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3" name="10 CuadroTexto">
            <a:extLst>
              <a:ext uri="{FF2B5EF4-FFF2-40B4-BE49-F238E27FC236}">
                <a16:creationId xmlns:a16="http://schemas.microsoft.com/office/drawing/2014/main" id="{73C7CB03-1E3F-4543-B70C-A9E258BBF3E7}"/>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26107835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CuadroTexto">
            <a:extLst>
              <a:ext uri="{FF2B5EF4-FFF2-40B4-BE49-F238E27FC236}">
                <a16:creationId xmlns:a16="http://schemas.microsoft.com/office/drawing/2014/main" id="{492FA2D0-6EF2-40B5-E9AD-5963986EDFC5}"/>
              </a:ext>
            </a:extLst>
          </p:cNvPr>
          <p:cNvSpPr txBox="1"/>
          <p:nvPr/>
        </p:nvSpPr>
        <p:spPr>
          <a:xfrm>
            <a:off x="683568" y="1008735"/>
            <a:ext cx="7805428" cy="5061835"/>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Los parámetros son:</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-d</a:t>
            </a:r>
            <a:r>
              <a:rPr lang="es-ES" dirty="0">
                <a:latin typeface="Arial Nova Cond" panose="020B0604020202020204" pitchFamily="34" charset="0"/>
              </a:rPr>
              <a:t>: ejecuta el contenedor en segundo plano. Si lo cambiáramos por </a:t>
            </a:r>
            <a:r>
              <a:rPr lang="es-ES" b="1" dirty="0">
                <a:latin typeface="Arial Nova Cond" panose="020B0604020202020204" pitchFamily="34" charset="0"/>
              </a:rPr>
              <a:t>–t</a:t>
            </a:r>
            <a:r>
              <a:rPr lang="es-ES" dirty="0">
                <a:latin typeface="Arial Nova Cond" panose="020B0604020202020204" pitchFamily="34" charset="0"/>
              </a:rPr>
              <a:t> se ejecutaría en primer plano y podríamos ver en la terminal la salida del contenedor, útil si quisiéramos ver los posibles mensajes de error.</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-v ~/</a:t>
            </a:r>
            <a:r>
              <a:rPr lang="es-ES" b="1" dirty="0" err="1">
                <a:latin typeface="Arial Nova Cond" panose="020B0604020202020204" pitchFamily="34" charset="0"/>
              </a:rPr>
              <a:t>OdooDesarrollo</a:t>
            </a:r>
            <a:r>
              <a:rPr lang="es-ES" b="1" dirty="0">
                <a:latin typeface="Arial Nova Cond" panose="020B0604020202020204" pitchFamily="34" charset="0"/>
              </a:rPr>
              <a:t>/</a:t>
            </a:r>
            <a:r>
              <a:rPr lang="es-ES" b="1" dirty="0" err="1">
                <a:latin typeface="Arial Nova Cond" panose="020B0604020202020204" pitchFamily="34" charset="0"/>
              </a:rPr>
              <a:t>dataPG</a:t>
            </a:r>
            <a:r>
              <a:rPr lang="es-ES" b="1" dirty="0">
                <a:latin typeface="Arial Nova Cond" panose="020B0604020202020204" pitchFamily="34" charset="0"/>
              </a:rPr>
              <a:t>:/</a:t>
            </a:r>
            <a:r>
              <a:rPr lang="es-ES" b="1" dirty="0" err="1">
                <a:latin typeface="Arial Nova Cond" panose="020B0604020202020204" pitchFamily="34" charset="0"/>
              </a:rPr>
              <a:t>var</a:t>
            </a:r>
            <a:r>
              <a:rPr lang="es-ES" b="1" dirty="0">
                <a:latin typeface="Arial Nova Cond" panose="020B0604020202020204" pitchFamily="34" charset="0"/>
              </a:rPr>
              <a:t>/</a:t>
            </a:r>
            <a:r>
              <a:rPr lang="es-ES" b="1" dirty="0" err="1">
                <a:latin typeface="Arial Nova Cond" panose="020B0604020202020204" pitchFamily="34" charset="0"/>
              </a:rPr>
              <a:t>lib</a:t>
            </a:r>
            <a:r>
              <a:rPr lang="es-ES" b="1" dirty="0">
                <a:latin typeface="Arial Nova Cond" panose="020B0604020202020204" pitchFamily="34" charset="0"/>
              </a:rPr>
              <a:t>/</a:t>
            </a:r>
            <a:r>
              <a:rPr lang="es-ES" b="1" dirty="0" err="1">
                <a:latin typeface="Arial Nova Cond" panose="020B0604020202020204" pitchFamily="34" charset="0"/>
              </a:rPr>
              <a:t>postgresql</a:t>
            </a:r>
            <a:r>
              <a:rPr lang="es-ES" b="1" dirty="0">
                <a:latin typeface="Arial Nova Cond" panose="020B0604020202020204" pitchFamily="34" charset="0"/>
              </a:rPr>
              <a:t>/data</a:t>
            </a:r>
            <a:r>
              <a:rPr lang="es-ES" dirty="0">
                <a:latin typeface="Arial Nova Cond" panose="020B0604020202020204" pitchFamily="34" charset="0"/>
              </a:rPr>
              <a:t>: monta el directorio data del contenedor en el directorio </a:t>
            </a:r>
            <a:r>
              <a:rPr lang="es-ES" dirty="0" err="1">
                <a:latin typeface="Arial Nova Cond" panose="020B0604020202020204" pitchFamily="34" charset="0"/>
              </a:rPr>
              <a:t>dataPG</a:t>
            </a:r>
            <a:r>
              <a:rPr lang="es-ES" dirty="0">
                <a:latin typeface="Arial Nova Cond" panose="020B0604020202020204" pitchFamily="34" charset="0"/>
              </a:rPr>
              <a:t> del anfitrión.</a:t>
            </a:r>
            <a:r>
              <a:rPr lang="es-ES" b="1" dirty="0">
                <a:latin typeface="Arial Nova Cond" panose="020B0604020202020204" pitchFamily="34" charset="0"/>
              </a:rPr>
              <a:t> </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-e POSTGRES_USER=</a:t>
            </a:r>
            <a:r>
              <a:rPr lang="es-ES" b="1" dirty="0" err="1">
                <a:latin typeface="Arial Nova Cond" panose="020B0604020202020204" pitchFamily="34" charset="0"/>
              </a:rPr>
              <a:t>odoo</a:t>
            </a:r>
            <a:r>
              <a:rPr lang="es-ES" b="1" dirty="0">
                <a:latin typeface="Arial Nova Cond" panose="020B0604020202020204" pitchFamily="34" charset="0"/>
              </a:rPr>
              <a:t> …</a:t>
            </a:r>
            <a:r>
              <a:rPr lang="es-ES" dirty="0">
                <a:latin typeface="Arial Nova Cond" panose="020B0604020202020204" pitchFamily="34" charset="0"/>
              </a:rPr>
              <a:t>: crea tres variables de entorno en el contenedor con el nombre de usuario, su contraseña y el nombre de la base de datos.</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a:t>
            </a:r>
            <a:r>
              <a:rPr lang="es-ES" b="1" dirty="0" err="1">
                <a:latin typeface="Arial Nova Cond" panose="020B0604020202020204" pitchFamily="34" charset="0"/>
              </a:rPr>
              <a:t>name</a:t>
            </a:r>
            <a:r>
              <a:rPr lang="es-ES" b="1" dirty="0">
                <a:latin typeface="Arial Nova Cond" panose="020B0604020202020204" pitchFamily="34" charset="0"/>
              </a:rPr>
              <a:t> </a:t>
            </a:r>
            <a:r>
              <a:rPr lang="es-ES" b="1" dirty="0" err="1">
                <a:latin typeface="Arial Nova Cond" panose="020B0604020202020204" pitchFamily="34" charset="0"/>
              </a:rPr>
              <a:t>db</a:t>
            </a:r>
            <a:r>
              <a:rPr lang="es-ES" dirty="0">
                <a:latin typeface="Arial Nova Cond" panose="020B0604020202020204" pitchFamily="34" charset="0"/>
              </a:rPr>
              <a:t>: nombre que se asigna al contenedor.</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postgres:14</a:t>
            </a:r>
            <a:r>
              <a:rPr lang="es-ES" dirty="0">
                <a:latin typeface="Arial Nova Cond" panose="020B0604020202020204" pitchFamily="34" charset="0"/>
              </a:rPr>
              <a:t>: nombre de la imagen desde la que vamos a levantar el contenedor (la que buscamos antes en </a:t>
            </a:r>
            <a:r>
              <a:rPr lang="es-ES" dirty="0" err="1">
                <a:latin typeface="Arial Nova Cond" panose="020B0604020202020204" pitchFamily="34" charset="0"/>
              </a:rPr>
              <a:t>DockerHub</a:t>
            </a:r>
            <a:r>
              <a:rPr lang="es-ES" dirty="0">
                <a:latin typeface="Arial Nova Cond" panose="020B0604020202020204" pitchFamily="34" charset="0"/>
              </a:rPr>
              <a:t>). Después de los dos puntos indicamos la versión.</a:t>
            </a:r>
            <a:endParaRPr lang="es-ES" b="1" dirty="0">
              <a:latin typeface="Arial Nova Cond" panose="020B0604020202020204" pitchFamily="34" charset="0"/>
            </a:endParaRPr>
          </a:p>
        </p:txBody>
      </p:sp>
      <p:sp>
        <p:nvSpPr>
          <p:cNvPr id="3" name="5 Rectángulo">
            <a:extLst>
              <a:ext uri="{FF2B5EF4-FFF2-40B4-BE49-F238E27FC236}">
                <a16:creationId xmlns:a16="http://schemas.microsoft.com/office/drawing/2014/main" id="{7565BA41-AED3-83AD-33B5-40C7B178E738}"/>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56FF42F6-D67A-9287-16BA-89ADD13B2AB0}"/>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8 Rectángulo">
            <a:extLst>
              <a:ext uri="{FF2B5EF4-FFF2-40B4-BE49-F238E27FC236}">
                <a16:creationId xmlns:a16="http://schemas.microsoft.com/office/drawing/2014/main" id="{F89BDBA6-3668-6020-0C3C-CBD5F7A3D981}"/>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10 CuadroTexto">
            <a:extLst>
              <a:ext uri="{FF2B5EF4-FFF2-40B4-BE49-F238E27FC236}">
                <a16:creationId xmlns:a16="http://schemas.microsoft.com/office/drawing/2014/main" id="{1ED6B513-DE54-4B09-2EE8-42C4442ED2CB}"/>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7" name="21 CuadroTexto">
            <a:extLst>
              <a:ext uri="{FF2B5EF4-FFF2-40B4-BE49-F238E27FC236}">
                <a16:creationId xmlns:a16="http://schemas.microsoft.com/office/drawing/2014/main" id="{F2E13EA7-75FC-2DE2-1D92-D890AED79132}"/>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8" name="6 CuadroTexto">
            <a:extLst>
              <a:ext uri="{FF2B5EF4-FFF2-40B4-BE49-F238E27FC236}">
                <a16:creationId xmlns:a16="http://schemas.microsoft.com/office/drawing/2014/main" id="{24BA1FDD-FBBD-4D3E-F3B5-DB10C1A552B4}"/>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0F382E77-01C2-89F8-E0F6-3644949C3B0B}"/>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38602717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a:extLst>
              <a:ext uri="{FF2B5EF4-FFF2-40B4-BE49-F238E27FC236}">
                <a16:creationId xmlns:a16="http://schemas.microsoft.com/office/drawing/2014/main" id="{4EA8EDD9-F3DE-17CE-95CD-E51AA62874C7}"/>
              </a:ext>
            </a:extLst>
          </p:cNvPr>
          <p:cNvSpPr txBox="1"/>
          <p:nvPr/>
        </p:nvSpPr>
        <p:spPr>
          <a:xfrm>
            <a:off x="683568" y="908720"/>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Una vez finalice ya podríamos ver que el contenedor se está ejecutando con el comando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ps</a:t>
            </a:r>
            <a:r>
              <a:rPr lang="es-ES" sz="2100" dirty="0">
                <a:latin typeface="Arial Nova Cond" panose="020B0604020202020204" pitchFamily="34" charset="0"/>
              </a:rPr>
              <a:t>.</a:t>
            </a:r>
            <a:endParaRPr lang="es-ES" sz="2000" b="1" dirty="0">
              <a:latin typeface="Arial Nova Cond" panose="020B0604020202020204" pitchFamily="34" charset="0"/>
            </a:endParaRPr>
          </a:p>
        </p:txBody>
      </p:sp>
      <p:sp>
        <p:nvSpPr>
          <p:cNvPr id="5" name="5 Rectángulo">
            <a:extLst>
              <a:ext uri="{FF2B5EF4-FFF2-40B4-BE49-F238E27FC236}">
                <a16:creationId xmlns:a16="http://schemas.microsoft.com/office/drawing/2014/main" id="{BECDD368-7C60-CC4F-5A33-38E36D7E327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CFEEFAD8-05B0-E35F-B121-E17FE042BAE0}"/>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B7737194-F8A6-8C74-8D38-AB4C52BBF719}"/>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B77DA915-6521-0319-2674-397C25FD9C66}"/>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9" name="21 CuadroTexto">
            <a:extLst>
              <a:ext uri="{FF2B5EF4-FFF2-40B4-BE49-F238E27FC236}">
                <a16:creationId xmlns:a16="http://schemas.microsoft.com/office/drawing/2014/main" id="{2DE3CAB5-7B8E-82E9-FCF4-38756F0D5287}"/>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10" name="6 CuadroTexto">
            <a:extLst>
              <a:ext uri="{FF2B5EF4-FFF2-40B4-BE49-F238E27FC236}">
                <a16:creationId xmlns:a16="http://schemas.microsoft.com/office/drawing/2014/main" id="{D15C9FD7-79A2-9D43-5292-5DE8E596FA23}"/>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134D155C-8853-51FA-F169-8A31CDF76BA4}"/>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2" name="Imagen 11" descr="docker ps">
            <a:extLst>
              <a:ext uri="{FF2B5EF4-FFF2-40B4-BE49-F238E27FC236}">
                <a16:creationId xmlns:a16="http://schemas.microsoft.com/office/drawing/2014/main" id="{714115E2-34A2-E059-CC0A-86521A3DBCEB}"/>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683569" y="1966278"/>
            <a:ext cx="7805428" cy="822490"/>
          </a:xfrm>
          <a:prstGeom prst="rect">
            <a:avLst/>
          </a:prstGeom>
        </p:spPr>
      </p:pic>
      <p:sp>
        <p:nvSpPr>
          <p:cNvPr id="13" name="3 CuadroTexto">
            <a:extLst>
              <a:ext uri="{FF2B5EF4-FFF2-40B4-BE49-F238E27FC236}">
                <a16:creationId xmlns:a16="http://schemas.microsoft.com/office/drawing/2014/main" id="{CB66C9E1-72C1-2932-87B2-B1CBFA4F7776}"/>
              </a:ext>
            </a:extLst>
          </p:cNvPr>
          <p:cNvSpPr txBox="1"/>
          <p:nvPr/>
        </p:nvSpPr>
        <p:spPr>
          <a:xfrm>
            <a:off x="683568" y="3048415"/>
            <a:ext cx="7805428" cy="42947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Y también lo podemos ver en la interfaz gráfica</a:t>
            </a:r>
            <a:endParaRPr lang="es-ES" sz="2000" b="1" dirty="0">
              <a:latin typeface="Arial Nova Cond" panose="020B0604020202020204" pitchFamily="34" charset="0"/>
            </a:endParaRPr>
          </a:p>
        </p:txBody>
      </p:sp>
      <p:pic>
        <p:nvPicPr>
          <p:cNvPr id="15" name="Imagen 14">
            <a:extLst>
              <a:ext uri="{FF2B5EF4-FFF2-40B4-BE49-F238E27FC236}">
                <a16:creationId xmlns:a16="http://schemas.microsoft.com/office/drawing/2014/main" id="{7E381ACC-F988-8F25-546B-D10AF57AAAE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55004" y="3785254"/>
            <a:ext cx="7833992" cy="2236034"/>
          </a:xfrm>
          <a:prstGeom prst="rect">
            <a:avLst/>
          </a:prstGeom>
        </p:spPr>
      </p:pic>
    </p:spTree>
    <p:extLst>
      <p:ext uri="{BB962C8B-B14F-4D97-AF65-F5344CB8AC3E}">
        <p14:creationId xmlns:p14="http://schemas.microsoft.com/office/powerpoint/2010/main" val="42229339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3 CuadroTexto">
            <a:extLst>
              <a:ext uri="{FF2B5EF4-FFF2-40B4-BE49-F238E27FC236}">
                <a16:creationId xmlns:a16="http://schemas.microsoft.com/office/drawing/2014/main" id="{CE8AEFF3-F0A2-C4D1-3B37-2771082A3C75}"/>
              </a:ext>
            </a:extLst>
          </p:cNvPr>
          <p:cNvSpPr txBox="1"/>
          <p:nvPr/>
        </p:nvSpPr>
        <p:spPr>
          <a:xfrm>
            <a:off x="683568" y="908720"/>
            <a:ext cx="7805428" cy="1765612"/>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Los contenedores podemos pararlos y arrancarlos cuando queramos con las órdenes </a:t>
            </a:r>
            <a:r>
              <a:rPr lang="es-ES" sz="2100" b="1" dirty="0" err="1">
                <a:latin typeface="Arial Nova Cond" panose="020B0604020202020204" pitchFamily="34" charset="0"/>
              </a:rPr>
              <a:t>docker</a:t>
            </a:r>
            <a:r>
              <a:rPr lang="es-ES" sz="2100" b="1" dirty="0">
                <a:latin typeface="Arial Nova Cond" panose="020B0604020202020204" pitchFamily="34" charset="0"/>
              </a:rPr>
              <a:t> stop </a:t>
            </a:r>
            <a:r>
              <a:rPr lang="es-ES" sz="2100" dirty="0">
                <a:latin typeface="Arial Nova Cond" panose="020B0604020202020204" pitchFamily="34" charset="0"/>
              </a:rPr>
              <a:t>y</a:t>
            </a:r>
            <a:r>
              <a:rPr lang="es-ES" sz="2100" b="1" dirty="0">
                <a:latin typeface="Arial Nova Cond" panose="020B0604020202020204" pitchFamily="34" charset="0"/>
              </a:rPr>
              <a:t>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start</a:t>
            </a:r>
            <a:r>
              <a:rPr lang="es-ES" sz="2100" b="1" dirty="0">
                <a:latin typeface="Arial Nova Cond" panose="020B0604020202020204" pitchFamily="34" charset="0"/>
              </a:rPr>
              <a:t>.</a:t>
            </a:r>
            <a:endParaRPr lang="es-ES" sz="2100" dirty="0">
              <a:latin typeface="Arial Nova Cond" panose="020B0604020202020204" pitchFamily="34" charset="0"/>
            </a:endParaRPr>
          </a:p>
          <a:p>
            <a:pPr algn="just">
              <a:lnSpc>
                <a:spcPct val="114000"/>
              </a:lnSpc>
              <a:spcBef>
                <a:spcPts val="600"/>
              </a:spcBef>
              <a:spcAft>
                <a:spcPts val="1200"/>
              </a:spcAft>
            </a:pPr>
            <a:r>
              <a:rPr lang="es-ES" sz="2100" dirty="0">
                <a:latin typeface="Arial Nova Cond" panose="020B0604020202020204" pitchFamily="34" charset="0"/>
              </a:rPr>
              <a:t>Si queremos ver todos los contenedores, incluso los que no están en ejecución, debemos usar el comando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ps</a:t>
            </a:r>
            <a:r>
              <a:rPr lang="es-ES" sz="2100" b="1" dirty="0">
                <a:latin typeface="Arial Nova Cond" panose="020B0604020202020204" pitchFamily="34" charset="0"/>
              </a:rPr>
              <a:t> -a</a:t>
            </a:r>
            <a:endParaRPr lang="es-ES" sz="2000" dirty="0">
              <a:latin typeface="Arial Nova Cond" panose="020B0604020202020204" pitchFamily="34" charset="0"/>
            </a:endParaRPr>
          </a:p>
        </p:txBody>
      </p:sp>
      <p:sp>
        <p:nvSpPr>
          <p:cNvPr id="4" name="5 Rectángulo">
            <a:extLst>
              <a:ext uri="{FF2B5EF4-FFF2-40B4-BE49-F238E27FC236}">
                <a16:creationId xmlns:a16="http://schemas.microsoft.com/office/drawing/2014/main" id="{A11CD3A0-22CD-C1FB-155D-DF32214177F8}"/>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9C5DAAA1-FEA8-CE1E-F8F9-A663892CD9CE}"/>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2A2DDF9B-B8B3-8E24-A1F0-78BFA0D8EE7B}"/>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B0F11568-1F68-8BC0-AB96-8B98A3083EF2}"/>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8" name="21 CuadroTexto">
            <a:extLst>
              <a:ext uri="{FF2B5EF4-FFF2-40B4-BE49-F238E27FC236}">
                <a16:creationId xmlns:a16="http://schemas.microsoft.com/office/drawing/2014/main" id="{3D6F218A-85F4-866B-9FBE-E6719F539213}"/>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POSTGRESQL</a:t>
            </a:r>
          </a:p>
        </p:txBody>
      </p:sp>
      <p:sp>
        <p:nvSpPr>
          <p:cNvPr id="9" name="6 CuadroTexto">
            <a:extLst>
              <a:ext uri="{FF2B5EF4-FFF2-40B4-BE49-F238E27FC236}">
                <a16:creationId xmlns:a16="http://schemas.microsoft.com/office/drawing/2014/main" id="{A132B5C5-3D6F-BFE2-CB56-9DB854B6B748}"/>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B026BF78-EDF7-68E5-6D13-97E38F481784}"/>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1" name="Imagen 10">
            <a:extLst>
              <a:ext uri="{FF2B5EF4-FFF2-40B4-BE49-F238E27FC236}">
                <a16:creationId xmlns:a16="http://schemas.microsoft.com/office/drawing/2014/main" id="{1B69DC96-589B-29BF-7655-524CF7B2223C}"/>
              </a:ext>
            </a:extLst>
          </p:cNvPr>
          <p:cNvPicPr>
            <a:picLocks noChangeAspect="1"/>
          </p:cNvPicPr>
          <p:nvPr/>
        </p:nvPicPr>
        <p:blipFill>
          <a:blip r:embed="rId2"/>
          <a:stretch>
            <a:fillRect/>
          </a:stretch>
        </p:blipFill>
        <p:spPr>
          <a:xfrm>
            <a:off x="655005" y="3260802"/>
            <a:ext cx="7833992" cy="1920428"/>
          </a:xfrm>
          <a:prstGeom prst="rect">
            <a:avLst/>
          </a:prstGeom>
        </p:spPr>
      </p:pic>
    </p:spTree>
    <p:extLst>
      <p:ext uri="{BB962C8B-B14F-4D97-AF65-F5344CB8AC3E}">
        <p14:creationId xmlns:p14="http://schemas.microsoft.com/office/powerpoint/2010/main" val="28833975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A16E1004-4C38-EDF8-EFB3-BA4432E86D3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3568" y="2389777"/>
            <a:ext cx="7884368" cy="2199041"/>
          </a:xfrm>
          <a:prstGeom prst="rect">
            <a:avLst/>
          </a:prstGeom>
        </p:spPr>
      </p:pic>
      <p:sp>
        <p:nvSpPr>
          <p:cNvPr id="4" name="3 CuadroTexto">
            <a:extLst>
              <a:ext uri="{FF2B5EF4-FFF2-40B4-BE49-F238E27FC236}">
                <a16:creationId xmlns:a16="http://schemas.microsoft.com/office/drawing/2014/main" id="{851D0EB6-3A34-8F05-78AC-9220BD8320CD}"/>
              </a:ext>
            </a:extLst>
          </p:cNvPr>
          <p:cNvSpPr txBox="1"/>
          <p:nvPr/>
        </p:nvSpPr>
        <p:spPr>
          <a:xfrm>
            <a:off x="683568" y="908720"/>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Ahora vamos a lanzar el contenedor con </a:t>
            </a:r>
            <a:r>
              <a:rPr lang="es-ES" sz="2100" b="1" dirty="0" err="1">
                <a:latin typeface="Arial Nova Cond" panose="020B0604020202020204" pitchFamily="34" charset="0"/>
              </a:rPr>
              <a:t>Odoo</a:t>
            </a:r>
            <a:r>
              <a:rPr lang="es-ES" sz="2100" dirty="0">
                <a:latin typeface="Arial Nova Cond" panose="020B0604020202020204" pitchFamily="34" charset="0"/>
              </a:rPr>
              <a:t>. Primero buscamos el nombre de la imagen oficial de </a:t>
            </a:r>
            <a:r>
              <a:rPr lang="es-ES" sz="2100" dirty="0" err="1">
                <a:latin typeface="Arial Nova Cond" panose="020B0604020202020204" pitchFamily="34" charset="0"/>
              </a:rPr>
              <a:t>Odoo</a:t>
            </a:r>
            <a:r>
              <a:rPr lang="es-ES" sz="2100" dirty="0">
                <a:latin typeface="Arial Nova Cond" panose="020B0604020202020204" pitchFamily="34" charset="0"/>
              </a:rPr>
              <a:t> en </a:t>
            </a:r>
            <a:r>
              <a:rPr lang="es-ES" sz="2100" dirty="0" err="1">
                <a:latin typeface="Arial Nova Cond" panose="020B0604020202020204" pitchFamily="34" charset="0"/>
              </a:rPr>
              <a:t>DockerHub</a:t>
            </a:r>
            <a:r>
              <a:rPr lang="es-ES" sz="2100" dirty="0">
                <a:latin typeface="Arial Nova Cond" panose="020B0604020202020204" pitchFamily="34" charset="0"/>
              </a:rPr>
              <a:t>.</a:t>
            </a:r>
            <a:endParaRPr lang="es-ES" sz="2000" dirty="0">
              <a:latin typeface="Arial Nova Cond" panose="020B0604020202020204" pitchFamily="34" charset="0"/>
            </a:endParaRPr>
          </a:p>
        </p:txBody>
      </p:sp>
      <p:sp>
        <p:nvSpPr>
          <p:cNvPr id="5" name="5 Rectángulo">
            <a:extLst>
              <a:ext uri="{FF2B5EF4-FFF2-40B4-BE49-F238E27FC236}">
                <a16:creationId xmlns:a16="http://schemas.microsoft.com/office/drawing/2014/main" id="{0E811C5F-02A9-F23C-0A0D-B2D0A06E3B76}"/>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ACE402EE-A204-FA1C-0BD4-1DF9DBD5067D}"/>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57667418-2005-3FE8-3A1D-F8F572C22177}"/>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B8E7F035-2C38-2D7A-5B87-442036E13306}"/>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9" name="21 CuadroTexto">
            <a:extLst>
              <a:ext uri="{FF2B5EF4-FFF2-40B4-BE49-F238E27FC236}">
                <a16:creationId xmlns:a16="http://schemas.microsoft.com/office/drawing/2014/main" id="{F20ACC33-75B7-F741-B378-3C8923D883A8}"/>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0" name="6 CuadroTexto">
            <a:extLst>
              <a:ext uri="{FF2B5EF4-FFF2-40B4-BE49-F238E27FC236}">
                <a16:creationId xmlns:a16="http://schemas.microsoft.com/office/drawing/2014/main" id="{1D0CF190-64EE-8E10-FE46-BDF507F5ACC1}"/>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C8CCB2B5-C285-AE2A-D0B7-1D77A8625F80}"/>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41328119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1C68026-FE29-2F5E-30EA-F63F09AF6C5B}"/>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58515" y="1089451"/>
            <a:ext cx="8026970" cy="4112365"/>
          </a:xfrm>
          <a:prstGeom prst="rect">
            <a:avLst/>
          </a:prstGeom>
        </p:spPr>
      </p:pic>
      <p:sp>
        <p:nvSpPr>
          <p:cNvPr id="4" name="5 Rectángulo">
            <a:extLst>
              <a:ext uri="{FF2B5EF4-FFF2-40B4-BE49-F238E27FC236}">
                <a16:creationId xmlns:a16="http://schemas.microsoft.com/office/drawing/2014/main" id="{D0EC8C49-0C41-A520-C02E-9FFE8B6F9E78}"/>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D6D788FE-773B-8F8E-9B44-148C452EA3E9}"/>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04D81596-BC79-559F-B2D6-BC04CD19FBAF}"/>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158A6955-217A-64AD-55BB-1184270C916A}"/>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8" name="21 CuadroTexto">
            <a:extLst>
              <a:ext uri="{FF2B5EF4-FFF2-40B4-BE49-F238E27FC236}">
                <a16:creationId xmlns:a16="http://schemas.microsoft.com/office/drawing/2014/main" id="{FDE5876F-526A-6169-FAED-E34646CA069E}"/>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9" name="6 CuadroTexto">
            <a:extLst>
              <a:ext uri="{FF2B5EF4-FFF2-40B4-BE49-F238E27FC236}">
                <a16:creationId xmlns:a16="http://schemas.microsoft.com/office/drawing/2014/main" id="{32D6D6AB-8253-C7BF-13CB-819D4D5D8331}"/>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85DC9A46-93B2-F254-4858-DE3819D326C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16297795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3 CuadroTexto">
            <a:extLst>
              <a:ext uri="{FF2B5EF4-FFF2-40B4-BE49-F238E27FC236}">
                <a16:creationId xmlns:a16="http://schemas.microsoft.com/office/drawing/2014/main" id="{EB712D42-5CB9-06DA-062A-436677CDC736}"/>
              </a:ext>
            </a:extLst>
          </p:cNvPr>
          <p:cNvSpPr txBox="1"/>
          <p:nvPr/>
        </p:nvSpPr>
        <p:spPr>
          <a:xfrm>
            <a:off x="683568" y="908720"/>
            <a:ext cx="7805428" cy="1166345"/>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Al igual que hicimos con el contenedor con </a:t>
            </a:r>
            <a:r>
              <a:rPr lang="es-ES" sz="2100" dirty="0" err="1">
                <a:latin typeface="Arial Nova Cond" panose="020B0604020202020204" pitchFamily="34" charset="0"/>
              </a:rPr>
              <a:t>Postgres</a:t>
            </a:r>
            <a:r>
              <a:rPr lang="es-ES" sz="2100" dirty="0">
                <a:latin typeface="Arial Nova Cond" panose="020B0604020202020204" pitchFamily="34" charset="0"/>
              </a:rPr>
              <a:t>, vamos a montar algunos directorios del equipo físico en el contenedor, por lo que primero los creamos.</a:t>
            </a:r>
            <a:endParaRPr lang="es-ES" sz="2000" dirty="0">
              <a:latin typeface="Arial Nova Cond" panose="020B0604020202020204" pitchFamily="34" charset="0"/>
            </a:endParaRPr>
          </a:p>
        </p:txBody>
      </p:sp>
      <p:sp>
        <p:nvSpPr>
          <p:cNvPr id="4" name="5 Rectángulo">
            <a:extLst>
              <a:ext uri="{FF2B5EF4-FFF2-40B4-BE49-F238E27FC236}">
                <a16:creationId xmlns:a16="http://schemas.microsoft.com/office/drawing/2014/main" id="{8BE7DE0D-D0F1-1F08-710B-359D31B8149B}"/>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C183686A-E45A-3073-4E85-84769F8A4054}"/>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8 Rectángulo">
            <a:extLst>
              <a:ext uri="{FF2B5EF4-FFF2-40B4-BE49-F238E27FC236}">
                <a16:creationId xmlns:a16="http://schemas.microsoft.com/office/drawing/2014/main" id="{6441602D-F941-0088-1B52-0B5E4AAD620C}"/>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B10995BB-0447-9C8A-DC7E-FC199DC4879F}"/>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8" name="21 CuadroTexto">
            <a:extLst>
              <a:ext uri="{FF2B5EF4-FFF2-40B4-BE49-F238E27FC236}">
                <a16:creationId xmlns:a16="http://schemas.microsoft.com/office/drawing/2014/main" id="{3F9E9053-B522-5A31-C1BA-136F82CB5C36}"/>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9" name="6 CuadroTexto">
            <a:extLst>
              <a:ext uri="{FF2B5EF4-FFF2-40B4-BE49-F238E27FC236}">
                <a16:creationId xmlns:a16="http://schemas.microsoft.com/office/drawing/2014/main" id="{37B18112-1D10-26D8-5470-64CC27AB5012}"/>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0" name="10 CuadroTexto">
            <a:extLst>
              <a:ext uri="{FF2B5EF4-FFF2-40B4-BE49-F238E27FC236}">
                <a16:creationId xmlns:a16="http://schemas.microsoft.com/office/drawing/2014/main" id="{30EF2A4A-F1E7-969D-FD91-538856B35134}"/>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2" name="Imagen 11" descr="Se muestra una estructura de directorios dentro del directorio OdooDesarrollo.&#10;En el primer nivel están dataPG y volumesOdoo, y dentro de este segundo filestore y sessions">
            <a:extLst>
              <a:ext uri="{FF2B5EF4-FFF2-40B4-BE49-F238E27FC236}">
                <a16:creationId xmlns:a16="http://schemas.microsoft.com/office/drawing/2014/main" id="{648A9CF8-99CD-8E1B-C20B-279CAE90D339}"/>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2322966" y="2478268"/>
            <a:ext cx="4498068" cy="3013412"/>
          </a:xfrm>
          <a:prstGeom prst="rect">
            <a:avLst/>
          </a:prstGeom>
        </p:spPr>
      </p:pic>
    </p:spTree>
    <p:extLst>
      <p:ext uri="{BB962C8B-B14F-4D97-AF65-F5344CB8AC3E}">
        <p14:creationId xmlns:p14="http://schemas.microsoft.com/office/powerpoint/2010/main" val="20182417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descr="docker run -d -v ~/OdooDesarrollo/volumesOdoo/addons:/mnt/extra/addons -v ~/OdooDesarrollo/volumesOdoo/firestore:/var/lib/odoo/filestore -v ~/OdooDesarrollo/volumesOdoo/sessions:/var/lib/odoo/sessions -p 8069:8069 --name odooDev --user=&quot;root&quot; --link db:db -t odoo:16">
            <a:extLst>
              <a:ext uri="{FF2B5EF4-FFF2-40B4-BE49-F238E27FC236}">
                <a16:creationId xmlns:a16="http://schemas.microsoft.com/office/drawing/2014/main" id="{B8B127A2-AD25-A811-74FE-F3329283453C}"/>
              </a:ext>
            </a:extLst>
          </p:cNvPr>
          <p:cNvPicPr>
            <a:picLocks noChangeAspect="1"/>
          </p:cNvPicPr>
          <p:nvPr/>
        </p:nvPicPr>
        <p:blipFill>
          <a:blip r:embed="rId2"/>
          <a:stretch>
            <a:fillRect/>
          </a:stretch>
        </p:blipFill>
        <p:spPr>
          <a:xfrm>
            <a:off x="683568" y="1484783"/>
            <a:ext cx="7805428" cy="2883673"/>
          </a:xfrm>
          <a:prstGeom prst="rect">
            <a:avLst/>
          </a:prstGeom>
        </p:spPr>
      </p:pic>
      <p:sp>
        <p:nvSpPr>
          <p:cNvPr id="4" name="3 CuadroTexto">
            <a:extLst>
              <a:ext uri="{FF2B5EF4-FFF2-40B4-BE49-F238E27FC236}">
                <a16:creationId xmlns:a16="http://schemas.microsoft.com/office/drawing/2014/main" id="{17F35DD1-A97D-2BE7-7BB6-39FB1DB5F039}"/>
              </a:ext>
            </a:extLst>
          </p:cNvPr>
          <p:cNvSpPr txBox="1"/>
          <p:nvPr/>
        </p:nvSpPr>
        <p:spPr>
          <a:xfrm>
            <a:off x="683568" y="908720"/>
            <a:ext cx="7805428" cy="42947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Lanzamos el contenedor con </a:t>
            </a:r>
            <a:r>
              <a:rPr lang="es-ES" sz="2100" dirty="0" err="1">
                <a:latin typeface="Arial Nova Cond" panose="020B0604020202020204" pitchFamily="34" charset="0"/>
              </a:rPr>
              <a:t>Odoo</a:t>
            </a:r>
            <a:endParaRPr lang="es-ES" sz="2000" dirty="0">
              <a:latin typeface="Arial Nova Cond" panose="020B0604020202020204" pitchFamily="34" charset="0"/>
            </a:endParaRPr>
          </a:p>
        </p:txBody>
      </p:sp>
      <p:sp>
        <p:nvSpPr>
          <p:cNvPr id="5" name="5 Rectángulo">
            <a:extLst>
              <a:ext uri="{FF2B5EF4-FFF2-40B4-BE49-F238E27FC236}">
                <a16:creationId xmlns:a16="http://schemas.microsoft.com/office/drawing/2014/main" id="{FC674534-BD47-2CE1-081F-F533A0EECF7A}"/>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C9D07618-5785-2A14-80EF-BDB3116FCF63}"/>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DDA0441C-38B6-93F5-B3CD-3A9C16F4F91E}"/>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8C9B55FA-9296-5275-B890-329ED903B9D1}"/>
              </a:ext>
              <a:ext uri="{C183D7F6-B498-43B3-948B-1728B52AA6E4}">
                <adec:decorative xmlns:adec="http://schemas.microsoft.com/office/drawing/2017/decorative" val="1"/>
              </a:ext>
            </a:extLst>
          </p:cNvPr>
          <p:cNvSpPr txBox="1"/>
          <p:nvPr/>
        </p:nvSpPr>
        <p:spPr>
          <a:xfrm>
            <a:off x="1043608" y="7820"/>
            <a:ext cx="353308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EN WINDOWS</a:t>
            </a:r>
          </a:p>
        </p:txBody>
      </p:sp>
      <p:sp>
        <p:nvSpPr>
          <p:cNvPr id="9" name="21 CuadroTexto">
            <a:extLst>
              <a:ext uri="{FF2B5EF4-FFF2-40B4-BE49-F238E27FC236}">
                <a16:creationId xmlns:a16="http://schemas.microsoft.com/office/drawing/2014/main" id="{317F7975-A331-3C89-ED3B-38FDB0722F74}"/>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0" name="6 CuadroTexto">
            <a:extLst>
              <a:ext uri="{FF2B5EF4-FFF2-40B4-BE49-F238E27FC236}">
                <a16:creationId xmlns:a16="http://schemas.microsoft.com/office/drawing/2014/main" id="{C214E2DE-E2D1-7841-9DA1-9BA7B6C1CF8B}"/>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2E5D7A8E-CFD2-706A-B3F8-7363E58AD949}"/>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3190986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a:extLst>
              <a:ext uri="{FF2B5EF4-FFF2-40B4-BE49-F238E27FC236}">
                <a16:creationId xmlns:a16="http://schemas.microsoft.com/office/drawing/2014/main" id="{F510169A-92CA-347C-101C-1DE956C91033}"/>
              </a:ext>
            </a:extLst>
          </p:cNvPr>
          <p:cNvSpPr txBox="1"/>
          <p:nvPr/>
        </p:nvSpPr>
        <p:spPr>
          <a:xfrm>
            <a:off x="683568" y="980728"/>
            <a:ext cx="7805428" cy="4199419"/>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Los parámetros que le indicamos:</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-p 8069:8069</a:t>
            </a:r>
            <a:r>
              <a:rPr lang="es-ES" dirty="0">
                <a:latin typeface="Arial Nova Cond" panose="020B0604020202020204" pitchFamily="34" charset="0"/>
              </a:rPr>
              <a:t>: Vinculamos el puerto 8069 del contenedor con el puerto 8069 de la máquina anfitrión. Es decir, cuando accedamos al puerto 8069 del servidor Ubuntu realmente estaremos accediendo al contenedor con </a:t>
            </a:r>
            <a:r>
              <a:rPr lang="es-ES" dirty="0" err="1">
                <a:latin typeface="Arial Nova Cond" panose="020B0604020202020204" pitchFamily="34" charset="0"/>
              </a:rPr>
              <a:t>Odoo</a:t>
            </a:r>
            <a:r>
              <a:rPr lang="es-ES" dirty="0">
                <a:latin typeface="Arial Nova Cond" panose="020B0604020202020204" pitchFamily="34" charset="0"/>
              </a:rPr>
              <a:t>.</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a:t>
            </a:r>
            <a:r>
              <a:rPr lang="es-ES" b="1" dirty="0" err="1">
                <a:latin typeface="Arial Nova Cond" panose="020B0604020202020204" pitchFamily="34" charset="0"/>
              </a:rPr>
              <a:t>user</a:t>
            </a:r>
            <a:r>
              <a:rPr lang="es-ES" b="1" dirty="0">
                <a:latin typeface="Arial Nova Cond" panose="020B0604020202020204" pitchFamily="34" charset="0"/>
              </a:rPr>
              <a:t> “</a:t>
            </a:r>
            <a:r>
              <a:rPr lang="es-ES" b="1" dirty="0" err="1">
                <a:latin typeface="Arial Nova Cond" panose="020B0604020202020204" pitchFamily="34" charset="0"/>
              </a:rPr>
              <a:t>root</a:t>
            </a:r>
            <a:r>
              <a:rPr lang="es-ES" b="1" dirty="0">
                <a:latin typeface="Arial Nova Cond" panose="020B0604020202020204" pitchFamily="34" charset="0"/>
              </a:rPr>
              <a:t>”</a:t>
            </a:r>
            <a:r>
              <a:rPr lang="es-ES" dirty="0">
                <a:latin typeface="Arial Nova Cond" panose="020B0604020202020204" pitchFamily="34" charset="0"/>
              </a:rPr>
              <a:t>: forzamos a que el contenedor se ejecute con el usuario </a:t>
            </a:r>
            <a:r>
              <a:rPr lang="es-ES" dirty="0" err="1">
                <a:latin typeface="Arial Nova Cond" panose="020B0604020202020204" pitchFamily="34" charset="0"/>
              </a:rPr>
              <a:t>root</a:t>
            </a:r>
            <a:r>
              <a:rPr lang="es-ES" dirty="0">
                <a:latin typeface="Arial Nova Cond" panose="020B0604020202020204" pitchFamily="34" charset="0"/>
              </a:rPr>
              <a:t> en lugar del usuario </a:t>
            </a:r>
            <a:r>
              <a:rPr lang="es-ES" dirty="0" err="1">
                <a:latin typeface="Arial Nova Cond" panose="020B0604020202020204" pitchFamily="34" charset="0"/>
              </a:rPr>
              <a:t>odoo</a:t>
            </a:r>
            <a:r>
              <a:rPr lang="es-ES" dirty="0">
                <a:latin typeface="Arial Nova Cond" panose="020B0604020202020204" pitchFamily="34" charset="0"/>
              </a:rPr>
              <a:t> que va por defecto con esa imagen.</a:t>
            </a:r>
            <a:r>
              <a:rPr lang="es-ES" b="1" dirty="0">
                <a:latin typeface="Arial Nova Cond" panose="020B0604020202020204" pitchFamily="34" charset="0"/>
              </a:rPr>
              <a:t> </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-v {</a:t>
            </a:r>
            <a:r>
              <a:rPr lang="es-ES" b="1" dirty="0" err="1">
                <a:latin typeface="Arial Nova Cond" panose="020B0604020202020204" pitchFamily="34" charset="0"/>
              </a:rPr>
              <a:t>ruta_anfitrión</a:t>
            </a:r>
            <a:r>
              <a:rPr lang="es-ES" b="1" dirty="0">
                <a:latin typeface="Arial Nova Cond" panose="020B0604020202020204" pitchFamily="34" charset="0"/>
              </a:rPr>
              <a:t>}:{</a:t>
            </a:r>
            <a:r>
              <a:rPr lang="es-ES" b="1" dirty="0" err="1">
                <a:latin typeface="Arial Nova Cond" panose="020B0604020202020204" pitchFamily="34" charset="0"/>
              </a:rPr>
              <a:t>ruta_contenedor</a:t>
            </a:r>
            <a:r>
              <a:rPr lang="es-ES" b="1" dirty="0">
                <a:latin typeface="Arial Nova Cond" panose="020B0604020202020204" pitchFamily="34" charset="0"/>
              </a:rPr>
              <a:t>}: </a:t>
            </a:r>
            <a:r>
              <a:rPr lang="es-ES" dirty="0">
                <a:latin typeface="Arial Nova Cond" panose="020B0604020202020204" pitchFamily="34" charset="0"/>
              </a:rPr>
              <a:t>con este parámetro indicamos que una ruta en el contenedor estará mapeada en un directorio del anfitrión.</a:t>
            </a:r>
          </a:p>
          <a:p>
            <a:pPr marL="342900" indent="-342900" algn="just">
              <a:lnSpc>
                <a:spcPct val="114000"/>
              </a:lnSpc>
              <a:spcBef>
                <a:spcPts val="600"/>
              </a:spcBef>
              <a:spcAft>
                <a:spcPts val="1200"/>
              </a:spcAft>
              <a:buFont typeface="Arial" panose="020B0604020202020204" pitchFamily="34" charset="0"/>
              <a:buChar char="•"/>
            </a:pPr>
            <a:r>
              <a:rPr lang="es-ES" b="1" dirty="0">
                <a:latin typeface="Arial Nova Cond" panose="020B0604020202020204" pitchFamily="34" charset="0"/>
              </a:rPr>
              <a:t>--link </a:t>
            </a:r>
            <a:r>
              <a:rPr lang="es-ES" b="1" dirty="0" err="1">
                <a:latin typeface="Arial Nova Cond" panose="020B0604020202020204" pitchFamily="34" charset="0"/>
              </a:rPr>
              <a:t>db:db</a:t>
            </a:r>
            <a:r>
              <a:rPr lang="es-ES" dirty="0">
                <a:latin typeface="Arial Nova Cond" panose="020B0604020202020204" pitchFamily="34" charset="0"/>
              </a:rPr>
              <a:t>: enlaza este contenedor con el que creamos antes que se llamaba </a:t>
            </a:r>
            <a:r>
              <a:rPr lang="es-ES" dirty="0" err="1">
                <a:latin typeface="Arial Nova Cond" panose="020B0604020202020204" pitchFamily="34" charset="0"/>
              </a:rPr>
              <a:t>db</a:t>
            </a:r>
            <a:endParaRPr lang="es-ES" dirty="0">
              <a:latin typeface="Arial Nova Cond" panose="020B0604020202020204" pitchFamily="34" charset="0"/>
            </a:endParaRPr>
          </a:p>
        </p:txBody>
      </p:sp>
      <p:sp>
        <p:nvSpPr>
          <p:cNvPr id="8" name="5 Rectángulo">
            <a:extLst>
              <a:ext uri="{FF2B5EF4-FFF2-40B4-BE49-F238E27FC236}">
                <a16:creationId xmlns:a16="http://schemas.microsoft.com/office/drawing/2014/main" id="{DC2E13B7-2B9B-10A7-F908-6D825B68143D}"/>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6 Rectángulo">
            <a:extLst>
              <a:ext uri="{FF2B5EF4-FFF2-40B4-BE49-F238E27FC236}">
                <a16:creationId xmlns:a16="http://schemas.microsoft.com/office/drawing/2014/main" id="{4999878C-BE69-C977-6D05-586D11FF883D}"/>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8 Rectángulo">
            <a:extLst>
              <a:ext uri="{FF2B5EF4-FFF2-40B4-BE49-F238E27FC236}">
                <a16:creationId xmlns:a16="http://schemas.microsoft.com/office/drawing/2014/main" id="{95408960-B45F-1F5B-D329-3A5F2CCC1BC7}"/>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CuadroTexto">
            <a:extLst>
              <a:ext uri="{FF2B5EF4-FFF2-40B4-BE49-F238E27FC236}">
                <a16:creationId xmlns:a16="http://schemas.microsoft.com/office/drawing/2014/main" id="{A1759C26-2013-4946-8A89-FB12394CBA1B}"/>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12" name="21 CuadroTexto">
            <a:extLst>
              <a:ext uri="{FF2B5EF4-FFF2-40B4-BE49-F238E27FC236}">
                <a16:creationId xmlns:a16="http://schemas.microsoft.com/office/drawing/2014/main" id="{B8D16BAB-B1AD-E90E-1472-7680C5554F68}"/>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3" name="6 CuadroTexto">
            <a:extLst>
              <a:ext uri="{FF2B5EF4-FFF2-40B4-BE49-F238E27FC236}">
                <a16:creationId xmlns:a16="http://schemas.microsoft.com/office/drawing/2014/main" id="{6F9223D0-5B24-4F6A-C732-ED319E79A539}"/>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4" name="10 CuadroTexto">
            <a:extLst>
              <a:ext uri="{FF2B5EF4-FFF2-40B4-BE49-F238E27FC236}">
                <a16:creationId xmlns:a16="http://schemas.microsoft.com/office/drawing/2014/main" id="{958B8189-22CE-72D8-92DC-6B8798602198}"/>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Tree>
    <p:extLst>
      <p:ext uri="{BB962C8B-B14F-4D97-AF65-F5344CB8AC3E}">
        <p14:creationId xmlns:p14="http://schemas.microsoft.com/office/powerpoint/2010/main" val="26264671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a:extLst>
              <a:ext uri="{FF2B5EF4-FFF2-40B4-BE49-F238E27FC236}">
                <a16:creationId xmlns:a16="http://schemas.microsoft.com/office/drawing/2014/main" id="{DA09631B-2AFC-91E7-BC49-E6A029021B77}"/>
              </a:ext>
            </a:extLst>
          </p:cNvPr>
          <p:cNvSpPr txBox="1"/>
          <p:nvPr/>
        </p:nvSpPr>
        <p:spPr>
          <a:xfrm>
            <a:off x="683568" y="908720"/>
            <a:ext cx="7805428" cy="797911"/>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Si hacemos un </a:t>
            </a:r>
            <a:r>
              <a:rPr lang="es-ES" sz="2100" b="1" dirty="0" err="1">
                <a:latin typeface="Arial Nova Cond" panose="020B0604020202020204" pitchFamily="34" charset="0"/>
              </a:rPr>
              <a:t>docker</a:t>
            </a:r>
            <a:r>
              <a:rPr lang="es-ES" sz="2100" b="1" dirty="0">
                <a:latin typeface="Arial Nova Cond" panose="020B0604020202020204" pitchFamily="34" charset="0"/>
              </a:rPr>
              <a:t> </a:t>
            </a:r>
            <a:r>
              <a:rPr lang="es-ES" sz="2100" b="1" dirty="0" err="1">
                <a:latin typeface="Arial Nova Cond" panose="020B0604020202020204" pitchFamily="34" charset="0"/>
              </a:rPr>
              <a:t>ps</a:t>
            </a:r>
            <a:r>
              <a:rPr lang="es-ES" sz="2100" dirty="0">
                <a:latin typeface="Arial Nova Cond" panose="020B0604020202020204" pitchFamily="34" charset="0"/>
              </a:rPr>
              <a:t> podemos ver que ambos contenedores se están ejecutando</a:t>
            </a:r>
            <a:endParaRPr lang="es-ES" sz="2000" dirty="0">
              <a:latin typeface="Arial Nova Cond" panose="020B0604020202020204" pitchFamily="34" charset="0"/>
            </a:endParaRPr>
          </a:p>
        </p:txBody>
      </p:sp>
      <p:sp>
        <p:nvSpPr>
          <p:cNvPr id="5" name="5 Rectángulo">
            <a:extLst>
              <a:ext uri="{FF2B5EF4-FFF2-40B4-BE49-F238E27FC236}">
                <a16:creationId xmlns:a16="http://schemas.microsoft.com/office/drawing/2014/main" id="{47957C62-D05C-B33A-511E-6067D3912723}"/>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3C411311-04AC-B711-DADC-7CD10888D381}"/>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70F9A7D6-8C4B-C628-C898-9D7A94953DFA}"/>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05ADF192-C20E-4043-AF30-7F622A5835AC}"/>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9" name="21 CuadroTexto">
            <a:extLst>
              <a:ext uri="{FF2B5EF4-FFF2-40B4-BE49-F238E27FC236}">
                <a16:creationId xmlns:a16="http://schemas.microsoft.com/office/drawing/2014/main" id="{7A679303-DAC7-168C-4424-087CD6815141}"/>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0" name="6 CuadroTexto">
            <a:extLst>
              <a:ext uri="{FF2B5EF4-FFF2-40B4-BE49-F238E27FC236}">
                <a16:creationId xmlns:a16="http://schemas.microsoft.com/office/drawing/2014/main" id="{77A654B6-88FE-3601-F37D-45A48D42EB6B}"/>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F18AE91B-125C-D437-0EC8-B2B4A9D367A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2" name="Imagen 11" descr="docker ps">
            <a:extLst>
              <a:ext uri="{FF2B5EF4-FFF2-40B4-BE49-F238E27FC236}">
                <a16:creationId xmlns:a16="http://schemas.microsoft.com/office/drawing/2014/main" id="{F852416E-30C5-F3D4-9872-35E86322EFE5}"/>
              </a:ext>
            </a:extLst>
          </p:cNvPr>
          <p:cNvPicPr>
            <a:picLocks noChangeAspect="1"/>
          </p:cNvPicPr>
          <p:nvPr/>
        </p:nvPicPr>
        <p:blipFill>
          <a:blip r:embed="rId2"/>
          <a:stretch>
            <a:fillRect/>
          </a:stretch>
        </p:blipFill>
        <p:spPr>
          <a:xfrm>
            <a:off x="683568" y="2492897"/>
            <a:ext cx="7805428" cy="1139324"/>
          </a:xfrm>
          <a:prstGeom prst="rect">
            <a:avLst/>
          </a:prstGeom>
        </p:spPr>
      </p:pic>
    </p:spTree>
    <p:extLst>
      <p:ext uri="{BB962C8B-B14F-4D97-AF65-F5344CB8AC3E}">
        <p14:creationId xmlns:p14="http://schemas.microsoft.com/office/powerpoint/2010/main" val="344965686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a:extLst>
              <a:ext uri="{FF2B5EF4-FFF2-40B4-BE49-F238E27FC236}">
                <a16:creationId xmlns:a16="http://schemas.microsoft.com/office/drawing/2014/main" id="{55E900CC-184C-2BD9-0EFB-71F0DDFE2538}"/>
              </a:ext>
            </a:extLst>
          </p:cNvPr>
          <p:cNvSpPr txBox="1"/>
          <p:nvPr/>
        </p:nvSpPr>
        <p:spPr>
          <a:xfrm>
            <a:off x="683568" y="908720"/>
            <a:ext cx="7805428" cy="1166345"/>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sz="2100" dirty="0">
                <a:latin typeface="Arial Nova Cond" panose="020B0604020202020204" pitchFamily="34" charset="0"/>
              </a:rPr>
              <a:t>Ahora ya podemos conectarnos al servidor </a:t>
            </a:r>
            <a:r>
              <a:rPr lang="es-ES" sz="2100" dirty="0" err="1">
                <a:latin typeface="Arial Nova Cond" panose="020B0604020202020204" pitchFamily="34" charset="0"/>
              </a:rPr>
              <a:t>Odoo</a:t>
            </a:r>
            <a:r>
              <a:rPr lang="es-ES" sz="2100" dirty="0">
                <a:latin typeface="Arial Nova Cond" panose="020B0604020202020204" pitchFamily="34" charset="0"/>
              </a:rPr>
              <a:t>. Observa que tenemos mapeado el puerto 8069 del contenedor a la máquina física, por lo que accedemos mediante localhost.</a:t>
            </a:r>
            <a:endParaRPr lang="es-ES" sz="2000" dirty="0">
              <a:latin typeface="Arial Nova Cond" panose="020B0604020202020204" pitchFamily="34" charset="0"/>
            </a:endParaRPr>
          </a:p>
        </p:txBody>
      </p:sp>
      <p:sp>
        <p:nvSpPr>
          <p:cNvPr id="5" name="5 Rectángulo">
            <a:extLst>
              <a:ext uri="{FF2B5EF4-FFF2-40B4-BE49-F238E27FC236}">
                <a16:creationId xmlns:a16="http://schemas.microsoft.com/office/drawing/2014/main" id="{53411C71-0B6E-8E0B-8514-36589A33C302}"/>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5943F7E1-DD14-4B9A-9F00-BDB9F9E2A8F4}"/>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8 Rectángulo">
            <a:extLst>
              <a:ext uri="{FF2B5EF4-FFF2-40B4-BE49-F238E27FC236}">
                <a16:creationId xmlns:a16="http://schemas.microsoft.com/office/drawing/2014/main" id="{A97BA90C-8E88-AB48-98E6-414A7D2C4994}"/>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8" name="10 CuadroTexto">
            <a:extLst>
              <a:ext uri="{FF2B5EF4-FFF2-40B4-BE49-F238E27FC236}">
                <a16:creationId xmlns:a16="http://schemas.microsoft.com/office/drawing/2014/main" id="{39597442-8DB1-A235-F232-21926E6E2001}"/>
              </a:ext>
              <a:ext uri="{C183D7F6-B498-43B3-948B-1728B52AA6E4}">
                <adec:decorative xmlns:adec="http://schemas.microsoft.com/office/drawing/2017/decorative" val="1"/>
              </a:ext>
            </a:extLst>
          </p:cNvPr>
          <p:cNvSpPr txBox="1"/>
          <p:nvPr/>
        </p:nvSpPr>
        <p:spPr>
          <a:xfrm>
            <a:off x="1043608" y="7820"/>
            <a:ext cx="6152133"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PRODUCCIÓN: CONTENEDOR CON ODOO</a:t>
            </a:r>
          </a:p>
        </p:txBody>
      </p:sp>
      <p:sp>
        <p:nvSpPr>
          <p:cNvPr id="9" name="21 CuadroTexto">
            <a:extLst>
              <a:ext uri="{FF2B5EF4-FFF2-40B4-BE49-F238E27FC236}">
                <a16:creationId xmlns:a16="http://schemas.microsoft.com/office/drawing/2014/main" id="{EEC998E1-0716-AF02-9E52-9573984E10C8}"/>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CONTENEDOR ODOO</a:t>
            </a:r>
          </a:p>
        </p:txBody>
      </p:sp>
      <p:sp>
        <p:nvSpPr>
          <p:cNvPr id="10" name="6 CuadroTexto">
            <a:extLst>
              <a:ext uri="{FF2B5EF4-FFF2-40B4-BE49-F238E27FC236}">
                <a16:creationId xmlns:a16="http://schemas.microsoft.com/office/drawing/2014/main" id="{A9AEFEC7-2F76-47E4-86A4-D5CAD45AC2CA}"/>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11" name="10 CuadroTexto">
            <a:extLst>
              <a:ext uri="{FF2B5EF4-FFF2-40B4-BE49-F238E27FC236}">
                <a16:creationId xmlns:a16="http://schemas.microsoft.com/office/drawing/2014/main" id="{6FE32A37-BA69-4BCD-3329-716627C02F19}"/>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2" name="Imagen 11" descr="Página de inicio de sesión de odoo">
            <a:extLst>
              <a:ext uri="{FF2B5EF4-FFF2-40B4-BE49-F238E27FC236}">
                <a16:creationId xmlns:a16="http://schemas.microsoft.com/office/drawing/2014/main" id="{E6E032F8-DD1C-C7AA-7D0C-F9FBA764A97A}"/>
              </a:ext>
            </a:extLst>
          </p:cNvPr>
          <p:cNvPicPr>
            <a:picLocks noChangeAspect="1"/>
          </p:cNvPicPr>
          <p:nvPr/>
        </p:nvPicPr>
        <p:blipFill>
          <a:blip r:embed="rId2"/>
          <a:srcRect b="19621"/>
          <a:stretch/>
        </p:blipFill>
        <p:spPr>
          <a:xfrm>
            <a:off x="1187624" y="2420888"/>
            <a:ext cx="6582090" cy="3664843"/>
          </a:xfrm>
          <a:prstGeom prst="rect">
            <a:avLst/>
          </a:prstGeom>
        </p:spPr>
      </p:pic>
    </p:spTree>
    <p:extLst>
      <p:ext uri="{BB962C8B-B14F-4D97-AF65-F5344CB8AC3E}">
        <p14:creationId xmlns:p14="http://schemas.microsoft.com/office/powerpoint/2010/main" val="70565251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3 CuadroTexto">
            <a:extLst>
              <a:ext uri="{FF2B5EF4-FFF2-40B4-BE49-F238E27FC236}">
                <a16:creationId xmlns:a16="http://schemas.microsoft.com/office/drawing/2014/main" id="{0A1583C6-7130-2DAF-9BB0-A70023B1A2A7}"/>
              </a:ext>
            </a:extLst>
          </p:cNvPr>
          <p:cNvSpPr txBox="1"/>
          <p:nvPr/>
        </p:nvSpPr>
        <p:spPr>
          <a:xfrm>
            <a:off x="611559" y="908720"/>
            <a:ext cx="8064897" cy="2737737"/>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Ahora que seguro que ya te has familiarizado con Docker, podemos automatizar todavía más la creación de los contenedores mediante </a:t>
            </a:r>
            <a:r>
              <a:rPr lang="es-ES" b="1" dirty="0">
                <a:latin typeface="Arial Nova Cond" panose="020B0604020202020204" pitchFamily="34" charset="0"/>
              </a:rPr>
              <a:t>Docker </a:t>
            </a:r>
            <a:r>
              <a:rPr lang="es-ES" b="1" dirty="0" err="1">
                <a:latin typeface="Arial Nova Cond" panose="020B0604020202020204" pitchFamily="34" charset="0"/>
              </a:rPr>
              <a:t>Compose</a:t>
            </a:r>
            <a:r>
              <a:rPr lang="es-ES" dirty="0">
                <a:latin typeface="Arial Nova Cond" panose="020B0604020202020204" pitchFamily="34" charset="0"/>
              </a:rPr>
              <a:t>. </a:t>
            </a:r>
          </a:p>
          <a:p>
            <a:pPr algn="just">
              <a:lnSpc>
                <a:spcPct val="114000"/>
              </a:lnSpc>
              <a:spcBef>
                <a:spcPts val="600"/>
              </a:spcBef>
              <a:spcAft>
                <a:spcPts val="1200"/>
              </a:spcAft>
            </a:pPr>
            <a:r>
              <a:rPr lang="es-ES" dirty="0">
                <a:latin typeface="Arial Nova Cond" panose="020B0604020202020204" pitchFamily="34" charset="0"/>
              </a:rPr>
              <a:t>Esta es una herramienta que permite definir y ejecutar aplicaciones Docker de varios contenedores, especificando en un fichero los parámetros que antes introducíamos en la línea de comandos.</a:t>
            </a:r>
          </a:p>
          <a:p>
            <a:pPr algn="just">
              <a:lnSpc>
                <a:spcPct val="114000"/>
              </a:lnSpc>
              <a:spcBef>
                <a:spcPts val="600"/>
              </a:spcBef>
              <a:spcAft>
                <a:spcPts val="1200"/>
              </a:spcAft>
            </a:pPr>
            <a:r>
              <a:rPr lang="es-ES" dirty="0">
                <a:latin typeface="Arial Nova Cond" panose="020B0604020202020204" pitchFamily="34" charset="0"/>
              </a:rPr>
              <a:t>El fichero que creemos tiene que estar en formato </a:t>
            </a:r>
            <a:r>
              <a:rPr lang="es-ES" b="1" dirty="0">
                <a:latin typeface="Arial Nova Cond" panose="020B0604020202020204" pitchFamily="34" charset="0"/>
              </a:rPr>
              <a:t>YAML (</a:t>
            </a:r>
            <a:r>
              <a:rPr lang="es-ES" b="1" dirty="0" err="1">
                <a:latin typeface="Arial Nova Cond" panose="020B0604020202020204" pitchFamily="34" charset="0"/>
              </a:rPr>
              <a:t>Yet</a:t>
            </a:r>
            <a:r>
              <a:rPr lang="es-ES" b="1" dirty="0">
                <a:latin typeface="Arial Nova Cond" panose="020B0604020202020204" pitchFamily="34" charset="0"/>
              </a:rPr>
              <a:t> </a:t>
            </a:r>
            <a:r>
              <a:rPr lang="es-ES" b="1" dirty="0" err="1">
                <a:latin typeface="Arial Nova Cond" panose="020B0604020202020204" pitchFamily="34" charset="0"/>
              </a:rPr>
              <a:t>Another</a:t>
            </a:r>
            <a:r>
              <a:rPr lang="es-ES" b="1" dirty="0">
                <a:latin typeface="Arial Nova Cond" panose="020B0604020202020204" pitchFamily="34" charset="0"/>
              </a:rPr>
              <a:t> </a:t>
            </a:r>
            <a:r>
              <a:rPr lang="es-ES" b="1" dirty="0" err="1">
                <a:latin typeface="Arial Nova Cond" panose="020B0604020202020204" pitchFamily="34" charset="0"/>
              </a:rPr>
              <a:t>Markup</a:t>
            </a:r>
            <a:r>
              <a:rPr lang="es-ES" b="1" dirty="0">
                <a:latin typeface="Arial Nova Cond" panose="020B0604020202020204" pitchFamily="34" charset="0"/>
              </a:rPr>
              <a:t> </a:t>
            </a:r>
            <a:r>
              <a:rPr lang="es-ES" b="1" dirty="0" err="1">
                <a:latin typeface="Arial Nova Cond" panose="020B0604020202020204" pitchFamily="34" charset="0"/>
              </a:rPr>
              <a:t>Language</a:t>
            </a:r>
            <a:r>
              <a:rPr lang="es-ES" b="1" dirty="0">
                <a:latin typeface="Arial Nova Cond" panose="020B0604020202020204" pitchFamily="34" charset="0"/>
              </a:rPr>
              <a:t>)</a:t>
            </a:r>
            <a:r>
              <a:rPr lang="es-ES" dirty="0">
                <a:latin typeface="Arial Nova Cond" panose="020B0604020202020204" pitchFamily="34" charset="0"/>
              </a:rPr>
              <a:t> y llamarse </a:t>
            </a:r>
            <a:r>
              <a:rPr lang="es-ES" b="1" dirty="0" err="1">
                <a:latin typeface="Arial Nova Cond" panose="020B0604020202020204" pitchFamily="34" charset="0"/>
              </a:rPr>
              <a:t>docker-compose.yaml</a:t>
            </a:r>
            <a:r>
              <a:rPr lang="es-ES" b="1" dirty="0">
                <a:latin typeface="Arial Nova Cond" panose="020B0604020202020204" pitchFamily="34" charset="0"/>
              </a:rPr>
              <a:t>.</a:t>
            </a:r>
          </a:p>
        </p:txBody>
      </p:sp>
      <p:sp>
        <p:nvSpPr>
          <p:cNvPr id="5" name="5 Rectángulo">
            <a:extLst>
              <a:ext uri="{FF2B5EF4-FFF2-40B4-BE49-F238E27FC236}">
                <a16:creationId xmlns:a16="http://schemas.microsoft.com/office/drawing/2014/main" id="{497B81A4-674A-8403-4899-65A11688B69D}"/>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1707744A-360D-AC5F-4081-654E84EA7494}"/>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16575481-9B4E-E58A-62B1-10294FB96A45}"/>
              </a:ext>
              <a:ext uri="{C183D7F6-B498-43B3-948B-1728B52AA6E4}">
                <adec:decorative xmlns:adec="http://schemas.microsoft.com/office/drawing/2017/decorative" val="1"/>
              </a:ext>
            </a:extLst>
          </p:cNvPr>
          <p:cNvSpPr txBox="1"/>
          <p:nvPr/>
        </p:nvSpPr>
        <p:spPr>
          <a:xfrm>
            <a:off x="1043608" y="7820"/>
            <a:ext cx="301345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COMPOSE</a:t>
            </a:r>
          </a:p>
        </p:txBody>
      </p:sp>
      <p:sp>
        <p:nvSpPr>
          <p:cNvPr id="8" name="6 CuadroTexto">
            <a:extLst>
              <a:ext uri="{FF2B5EF4-FFF2-40B4-BE49-F238E27FC236}">
                <a16:creationId xmlns:a16="http://schemas.microsoft.com/office/drawing/2014/main" id="{40D660EF-C325-1B06-7384-10A9E4E99D24}"/>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0606C2C3-CC77-EFA7-A203-0BDCC301B120}"/>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2" name="8 Rectángulo">
            <a:extLst>
              <a:ext uri="{FF2B5EF4-FFF2-40B4-BE49-F238E27FC236}">
                <a16:creationId xmlns:a16="http://schemas.microsoft.com/office/drawing/2014/main" id="{AF30299E-400C-07ED-79B3-F357450A8BE5}"/>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21 CuadroTexto">
            <a:extLst>
              <a:ext uri="{FF2B5EF4-FFF2-40B4-BE49-F238E27FC236}">
                <a16:creationId xmlns:a16="http://schemas.microsoft.com/office/drawing/2014/main" id="{64B506A2-A632-11FC-C981-7D1DDD45A1BB}"/>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DOCKER COMPOSE</a:t>
            </a:r>
          </a:p>
        </p:txBody>
      </p:sp>
    </p:spTree>
    <p:extLst>
      <p:ext uri="{BB962C8B-B14F-4D97-AF65-F5344CB8AC3E}">
        <p14:creationId xmlns:p14="http://schemas.microsoft.com/office/powerpoint/2010/main" val="43944617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n 11" descr="Imagen del fichero Docker Compose que os pasaré en clase">
            <a:extLst>
              <a:ext uri="{FF2B5EF4-FFF2-40B4-BE49-F238E27FC236}">
                <a16:creationId xmlns:a16="http://schemas.microsoft.com/office/drawing/2014/main" id="{3A816909-85E0-6DDC-05CB-82DE5DF6BFFA}"/>
              </a:ext>
            </a:extLst>
          </p:cNvPr>
          <p:cNvPicPr>
            <a:picLocks noChangeAspect="1"/>
          </p:cNvPicPr>
          <p:nvPr/>
        </p:nvPicPr>
        <p:blipFill>
          <a:blip r:embed="rId2"/>
          <a:stretch>
            <a:fillRect/>
          </a:stretch>
        </p:blipFill>
        <p:spPr>
          <a:xfrm>
            <a:off x="455686" y="630688"/>
            <a:ext cx="7675486" cy="5773521"/>
          </a:xfrm>
          <a:prstGeom prst="rect">
            <a:avLst/>
          </a:prstGeom>
        </p:spPr>
      </p:pic>
      <p:sp>
        <p:nvSpPr>
          <p:cNvPr id="4" name="3 CuadroTexto">
            <a:extLst>
              <a:ext uri="{FF2B5EF4-FFF2-40B4-BE49-F238E27FC236}">
                <a16:creationId xmlns:a16="http://schemas.microsoft.com/office/drawing/2014/main" id="{1B78F85D-00EF-CE7D-B6F8-0017C7D9A58E}"/>
              </a:ext>
            </a:extLst>
          </p:cNvPr>
          <p:cNvSpPr txBox="1"/>
          <p:nvPr/>
        </p:nvSpPr>
        <p:spPr>
          <a:xfrm>
            <a:off x="6024017" y="826549"/>
            <a:ext cx="2664297" cy="2591863"/>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En la imagen tienes el contenido del fichero y seguro que, después de haber creado manualmente todos los contenedores, entiendes perfectamente para qué es cada línea.</a:t>
            </a:r>
          </a:p>
        </p:txBody>
      </p:sp>
      <p:sp>
        <p:nvSpPr>
          <p:cNvPr id="5" name="5 Rectángulo">
            <a:extLst>
              <a:ext uri="{FF2B5EF4-FFF2-40B4-BE49-F238E27FC236}">
                <a16:creationId xmlns:a16="http://schemas.microsoft.com/office/drawing/2014/main" id="{91DF3ABE-1913-8B62-B2FF-0EC001A00502}"/>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498BF4DF-3117-2832-BC37-62977361B587}"/>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343DDC31-20C6-F6CE-2427-1367F664B3B3}"/>
              </a:ext>
              <a:ext uri="{C183D7F6-B498-43B3-948B-1728B52AA6E4}">
                <adec:decorative xmlns:adec="http://schemas.microsoft.com/office/drawing/2017/decorative" val="1"/>
              </a:ext>
            </a:extLst>
          </p:cNvPr>
          <p:cNvSpPr txBox="1"/>
          <p:nvPr/>
        </p:nvSpPr>
        <p:spPr>
          <a:xfrm>
            <a:off x="1043608" y="7820"/>
            <a:ext cx="301345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COMPOSE</a:t>
            </a:r>
          </a:p>
        </p:txBody>
      </p:sp>
      <p:sp>
        <p:nvSpPr>
          <p:cNvPr id="8" name="6 CuadroTexto">
            <a:extLst>
              <a:ext uri="{FF2B5EF4-FFF2-40B4-BE49-F238E27FC236}">
                <a16:creationId xmlns:a16="http://schemas.microsoft.com/office/drawing/2014/main" id="{E8249CAF-6D98-0166-E3F1-DD7C2A3035A5}"/>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5BB112F3-1141-576E-6A38-F398B4C8671F}"/>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3" name="8 Rectángulo">
            <a:extLst>
              <a:ext uri="{FF2B5EF4-FFF2-40B4-BE49-F238E27FC236}">
                <a16:creationId xmlns:a16="http://schemas.microsoft.com/office/drawing/2014/main" id="{1D263B0C-6690-F6BE-A8E6-FC537819DD55}"/>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21 CuadroTexto">
            <a:extLst>
              <a:ext uri="{FF2B5EF4-FFF2-40B4-BE49-F238E27FC236}">
                <a16:creationId xmlns:a16="http://schemas.microsoft.com/office/drawing/2014/main" id="{823D5F89-0FC2-1E66-8F60-4640E8415A60}"/>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DOCKER COMPOSE</a:t>
            </a:r>
          </a:p>
        </p:txBody>
      </p:sp>
    </p:spTree>
    <p:extLst>
      <p:ext uri="{BB962C8B-B14F-4D97-AF65-F5344CB8AC3E}">
        <p14:creationId xmlns:p14="http://schemas.microsoft.com/office/powerpoint/2010/main" val="17451455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3 CuadroTexto">
            <a:extLst>
              <a:ext uri="{FF2B5EF4-FFF2-40B4-BE49-F238E27FC236}">
                <a16:creationId xmlns:a16="http://schemas.microsoft.com/office/drawing/2014/main" id="{BCCF1BF5-7A3A-E971-4185-5DC9D988073D}"/>
              </a:ext>
            </a:extLst>
          </p:cNvPr>
          <p:cNvSpPr txBox="1"/>
          <p:nvPr/>
        </p:nvSpPr>
        <p:spPr>
          <a:xfrm>
            <a:off x="611559" y="908720"/>
            <a:ext cx="7920881" cy="532498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En mi caso he creado el fichero </a:t>
            </a:r>
            <a:r>
              <a:rPr lang="es-ES" b="1" dirty="0" err="1">
                <a:latin typeface="Arial Nova Cond" panose="020B0604020202020204" pitchFamily="34" charset="0"/>
              </a:rPr>
              <a:t>docker-compose.yaml</a:t>
            </a:r>
            <a:r>
              <a:rPr lang="es-ES" dirty="0">
                <a:latin typeface="Arial Nova Cond" panose="020B0604020202020204" pitchFamily="34" charset="0"/>
              </a:rPr>
              <a:t> dentro de la carpeta </a:t>
            </a:r>
            <a:r>
              <a:rPr lang="es-ES" dirty="0" err="1">
                <a:latin typeface="Arial Nova Cond" panose="020B0604020202020204" pitchFamily="34" charset="0"/>
              </a:rPr>
              <a:t>OdooDesarrollo</a:t>
            </a:r>
            <a:r>
              <a:rPr lang="es-ES" dirty="0">
                <a:latin typeface="Arial Nova Cond" panose="020B0604020202020204" pitchFamily="34" charset="0"/>
              </a:rPr>
              <a:t>.</a:t>
            </a:r>
          </a:p>
          <a:p>
            <a:pPr algn="just">
              <a:lnSpc>
                <a:spcPct val="114000"/>
              </a:lnSpc>
              <a:spcBef>
                <a:spcPts val="600"/>
              </a:spcBef>
              <a:spcAft>
                <a:spcPts val="1200"/>
              </a:spcAft>
            </a:pPr>
            <a:r>
              <a:rPr lang="es-ES" dirty="0">
                <a:latin typeface="Arial Nova Cond" panose="020B0604020202020204" pitchFamily="34" charset="0"/>
              </a:rPr>
              <a:t>Una vez que estamos ahí podemos ejecutar los siguientes comandos:</a:t>
            </a:r>
          </a:p>
          <a:p>
            <a:pPr marL="285750" indent="-285750" algn="just">
              <a:lnSpc>
                <a:spcPct val="114000"/>
              </a:lnSpc>
              <a:spcBef>
                <a:spcPts val="600"/>
              </a:spcBef>
              <a:spcAft>
                <a:spcPts val="1200"/>
              </a:spcAft>
              <a:buFont typeface="Arial" panose="020B0604020202020204" pitchFamily="34" charset="0"/>
              <a:buChar char="•"/>
            </a:pPr>
            <a:r>
              <a:rPr lang="es-ES" b="1" dirty="0" err="1">
                <a:latin typeface="Arial Nova Cond" panose="020B0604020202020204" pitchFamily="34" charset="0"/>
              </a:rPr>
              <a:t>docker</a:t>
            </a:r>
            <a:r>
              <a:rPr lang="es-ES" b="1" dirty="0">
                <a:latin typeface="Arial Nova Cond" panose="020B0604020202020204" pitchFamily="34" charset="0"/>
              </a:rPr>
              <a:t> </a:t>
            </a:r>
            <a:r>
              <a:rPr lang="es-ES" b="1" dirty="0" err="1">
                <a:latin typeface="Arial Nova Cond" panose="020B0604020202020204" pitchFamily="34" charset="0"/>
              </a:rPr>
              <a:t>compose</a:t>
            </a:r>
            <a:r>
              <a:rPr lang="es-ES" b="1" dirty="0">
                <a:latin typeface="Arial Nova Cond" panose="020B0604020202020204" pitchFamily="34" charset="0"/>
              </a:rPr>
              <a:t> up</a:t>
            </a:r>
            <a:r>
              <a:rPr lang="es-ES" dirty="0">
                <a:latin typeface="Arial Nova Cond" panose="020B0604020202020204" pitchFamily="34" charset="0"/>
              </a:rPr>
              <a:t>: crea todos los contenedores definidos en el fichero y los ejecuta. Si ya existieran los ejecuta. Opcionalmente, le podemos indicar el parámetro </a:t>
            </a:r>
            <a:r>
              <a:rPr lang="es-ES" b="1" dirty="0">
                <a:latin typeface="Arial Nova Cond" panose="020B0604020202020204" pitchFamily="34" charset="0"/>
              </a:rPr>
              <a:t>–d</a:t>
            </a:r>
            <a:r>
              <a:rPr lang="es-ES" dirty="0">
                <a:latin typeface="Arial Nova Cond" panose="020B0604020202020204" pitchFamily="34" charset="0"/>
              </a:rPr>
              <a:t> para que los ejecute en segundo plano. Si no lo hacemos, se mostrarán los mensajes de log de las máquinas por pantalla. La primera vez que levantemos las máquinas es útil omitir este parámetro para poder ver los mensajes de error que emitan los contenedores</a:t>
            </a:r>
          </a:p>
          <a:p>
            <a:pPr marL="285750" indent="-285750" algn="just">
              <a:lnSpc>
                <a:spcPct val="114000"/>
              </a:lnSpc>
              <a:spcBef>
                <a:spcPts val="600"/>
              </a:spcBef>
              <a:spcAft>
                <a:spcPts val="1200"/>
              </a:spcAft>
              <a:buFont typeface="Arial" panose="020B0604020202020204" pitchFamily="34" charset="0"/>
              <a:buChar char="•"/>
            </a:pPr>
            <a:r>
              <a:rPr lang="es-ES" b="1" dirty="0" err="1">
                <a:latin typeface="Arial Nova Cond" panose="020B0604020202020204" pitchFamily="34" charset="0"/>
              </a:rPr>
              <a:t>docker</a:t>
            </a:r>
            <a:r>
              <a:rPr lang="es-ES" b="1" dirty="0">
                <a:latin typeface="Arial Nova Cond" panose="020B0604020202020204" pitchFamily="34" charset="0"/>
              </a:rPr>
              <a:t> </a:t>
            </a:r>
            <a:r>
              <a:rPr lang="es-ES" b="1" dirty="0" err="1">
                <a:latin typeface="Arial Nova Cond" panose="020B0604020202020204" pitchFamily="34" charset="0"/>
              </a:rPr>
              <a:t>compose</a:t>
            </a:r>
            <a:r>
              <a:rPr lang="es-ES" b="1" dirty="0">
                <a:latin typeface="Arial Nova Cond" panose="020B0604020202020204" pitchFamily="34" charset="0"/>
              </a:rPr>
              <a:t> </a:t>
            </a:r>
            <a:r>
              <a:rPr lang="es-ES" b="1" dirty="0" err="1">
                <a:latin typeface="Arial Nova Cond" panose="020B0604020202020204" pitchFamily="34" charset="0"/>
              </a:rPr>
              <a:t>down</a:t>
            </a:r>
            <a:r>
              <a:rPr lang="es-ES" dirty="0">
                <a:latin typeface="Arial Nova Cond" panose="020B0604020202020204" pitchFamily="34" charset="0"/>
              </a:rPr>
              <a:t>: apaga y elimina todos los contenedores definidos en el fichero</a:t>
            </a:r>
          </a:p>
          <a:p>
            <a:pPr marL="285750" indent="-285750" algn="just">
              <a:lnSpc>
                <a:spcPct val="114000"/>
              </a:lnSpc>
              <a:spcBef>
                <a:spcPts val="600"/>
              </a:spcBef>
              <a:spcAft>
                <a:spcPts val="1200"/>
              </a:spcAft>
              <a:buFont typeface="Arial" panose="020B0604020202020204" pitchFamily="34" charset="0"/>
              <a:buChar char="•"/>
            </a:pPr>
            <a:r>
              <a:rPr lang="es-ES" b="1" dirty="0" err="1">
                <a:latin typeface="Arial Nova Cond" panose="020B0604020202020204" pitchFamily="34" charset="0"/>
              </a:rPr>
              <a:t>docker</a:t>
            </a:r>
            <a:r>
              <a:rPr lang="es-ES" b="1" dirty="0">
                <a:latin typeface="Arial Nova Cond" panose="020B0604020202020204" pitchFamily="34" charset="0"/>
              </a:rPr>
              <a:t> </a:t>
            </a:r>
            <a:r>
              <a:rPr lang="es-ES" b="1" dirty="0" err="1">
                <a:latin typeface="Arial Nova Cond" panose="020B0604020202020204" pitchFamily="34" charset="0"/>
              </a:rPr>
              <a:t>compose</a:t>
            </a:r>
            <a:r>
              <a:rPr lang="es-ES" b="1" dirty="0">
                <a:latin typeface="Arial Nova Cond" panose="020B0604020202020204" pitchFamily="34" charset="0"/>
              </a:rPr>
              <a:t> stop</a:t>
            </a:r>
            <a:r>
              <a:rPr lang="es-ES" dirty="0">
                <a:latin typeface="Arial Nova Cond" panose="020B0604020202020204" pitchFamily="34" charset="0"/>
              </a:rPr>
              <a:t>: detiene todos los contendores del fichero (sin eliminarlos)</a:t>
            </a:r>
          </a:p>
          <a:p>
            <a:pPr marL="285750" indent="-285750" algn="just">
              <a:lnSpc>
                <a:spcPct val="114000"/>
              </a:lnSpc>
              <a:spcBef>
                <a:spcPts val="600"/>
              </a:spcBef>
              <a:spcAft>
                <a:spcPts val="1200"/>
              </a:spcAft>
              <a:buFont typeface="Arial" panose="020B0604020202020204" pitchFamily="34" charset="0"/>
              <a:buChar char="•"/>
            </a:pPr>
            <a:r>
              <a:rPr lang="es-ES" b="1" dirty="0" err="1">
                <a:latin typeface="Arial Nova Cond" panose="020B0604020202020204" pitchFamily="34" charset="0"/>
              </a:rPr>
              <a:t>docker</a:t>
            </a:r>
            <a:r>
              <a:rPr lang="es-ES" b="1" dirty="0">
                <a:latin typeface="Arial Nova Cond" panose="020B0604020202020204" pitchFamily="34" charset="0"/>
              </a:rPr>
              <a:t> </a:t>
            </a:r>
            <a:r>
              <a:rPr lang="es-ES" b="1" dirty="0" err="1">
                <a:latin typeface="Arial Nova Cond" panose="020B0604020202020204" pitchFamily="34" charset="0"/>
              </a:rPr>
              <a:t>compose</a:t>
            </a:r>
            <a:r>
              <a:rPr lang="es-ES" b="1" dirty="0">
                <a:latin typeface="Arial Nova Cond" panose="020B0604020202020204" pitchFamily="34" charset="0"/>
              </a:rPr>
              <a:t> </a:t>
            </a:r>
            <a:r>
              <a:rPr lang="es-ES" b="1" dirty="0" err="1">
                <a:latin typeface="Arial Nova Cond" panose="020B0604020202020204" pitchFamily="34" charset="0"/>
              </a:rPr>
              <a:t>restart</a:t>
            </a:r>
            <a:r>
              <a:rPr lang="es-ES" dirty="0">
                <a:latin typeface="Arial Nova Cond" panose="020B0604020202020204" pitchFamily="34" charset="0"/>
              </a:rPr>
              <a:t>: reinicia todos los contenedores</a:t>
            </a:r>
          </a:p>
        </p:txBody>
      </p:sp>
      <p:sp>
        <p:nvSpPr>
          <p:cNvPr id="3" name="5 Rectángulo">
            <a:extLst>
              <a:ext uri="{FF2B5EF4-FFF2-40B4-BE49-F238E27FC236}">
                <a16:creationId xmlns:a16="http://schemas.microsoft.com/office/drawing/2014/main" id="{B62B9E15-40A7-B8AB-038D-BB511B6177C0}"/>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 name="6 Rectángulo">
            <a:extLst>
              <a:ext uri="{FF2B5EF4-FFF2-40B4-BE49-F238E27FC236}">
                <a16:creationId xmlns:a16="http://schemas.microsoft.com/office/drawing/2014/main" id="{BA511FFE-782C-CA6E-9D4E-B0636F92E166}"/>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10 CuadroTexto">
            <a:extLst>
              <a:ext uri="{FF2B5EF4-FFF2-40B4-BE49-F238E27FC236}">
                <a16:creationId xmlns:a16="http://schemas.microsoft.com/office/drawing/2014/main" id="{5FAA6194-876A-C35A-4DDE-67B5B528B44A}"/>
              </a:ext>
              <a:ext uri="{C183D7F6-B498-43B3-948B-1728B52AA6E4}">
                <adec:decorative xmlns:adec="http://schemas.microsoft.com/office/drawing/2017/decorative" val="1"/>
              </a:ext>
            </a:extLst>
          </p:cNvPr>
          <p:cNvSpPr txBox="1"/>
          <p:nvPr/>
        </p:nvSpPr>
        <p:spPr>
          <a:xfrm>
            <a:off x="1043608" y="7820"/>
            <a:ext cx="301345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COMPOSE</a:t>
            </a:r>
          </a:p>
        </p:txBody>
      </p:sp>
      <p:sp>
        <p:nvSpPr>
          <p:cNvPr id="6" name="6 CuadroTexto">
            <a:extLst>
              <a:ext uri="{FF2B5EF4-FFF2-40B4-BE49-F238E27FC236}">
                <a16:creationId xmlns:a16="http://schemas.microsoft.com/office/drawing/2014/main" id="{158907F1-2A93-244A-C3C0-B842ABD377F3}"/>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7" name="10 CuadroTexto">
            <a:extLst>
              <a:ext uri="{FF2B5EF4-FFF2-40B4-BE49-F238E27FC236}">
                <a16:creationId xmlns:a16="http://schemas.microsoft.com/office/drawing/2014/main" id="{E9CBF568-AEAA-7BA8-26CA-662EC343A031}"/>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10" name="8 Rectángulo">
            <a:extLst>
              <a:ext uri="{FF2B5EF4-FFF2-40B4-BE49-F238E27FC236}">
                <a16:creationId xmlns:a16="http://schemas.microsoft.com/office/drawing/2014/main" id="{5D656FE0-9500-3C60-1895-3CA93900F6F7}"/>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21 CuadroTexto">
            <a:extLst>
              <a:ext uri="{FF2B5EF4-FFF2-40B4-BE49-F238E27FC236}">
                <a16:creationId xmlns:a16="http://schemas.microsoft.com/office/drawing/2014/main" id="{F46A1942-E3EC-5D2C-8724-AAA6F26BE709}"/>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DOCKER COMPOSE</a:t>
            </a:r>
          </a:p>
        </p:txBody>
      </p:sp>
    </p:spTree>
    <p:extLst>
      <p:ext uri="{BB962C8B-B14F-4D97-AF65-F5344CB8AC3E}">
        <p14:creationId xmlns:p14="http://schemas.microsoft.com/office/powerpoint/2010/main" val="106588392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5 Rectángulo">
            <a:extLst>
              <a:ext uri="{FF2B5EF4-FFF2-40B4-BE49-F238E27FC236}">
                <a16:creationId xmlns:a16="http://schemas.microsoft.com/office/drawing/2014/main" id="{F65E4DD0-E0B7-CDA0-DF7E-3B0CD8513F82}"/>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 name="6 Rectángulo">
            <a:extLst>
              <a:ext uri="{FF2B5EF4-FFF2-40B4-BE49-F238E27FC236}">
                <a16:creationId xmlns:a16="http://schemas.microsoft.com/office/drawing/2014/main" id="{E6381BE5-4879-DD75-5212-601010FC6647}"/>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10 CuadroTexto">
            <a:extLst>
              <a:ext uri="{FF2B5EF4-FFF2-40B4-BE49-F238E27FC236}">
                <a16:creationId xmlns:a16="http://schemas.microsoft.com/office/drawing/2014/main" id="{A5E33EE6-3577-7764-CBB6-A7D89ED0FD9C}"/>
              </a:ext>
              <a:ext uri="{C183D7F6-B498-43B3-948B-1728B52AA6E4}">
                <adec:decorative xmlns:adec="http://schemas.microsoft.com/office/drawing/2017/decorative" val="1"/>
              </a:ext>
            </a:extLst>
          </p:cNvPr>
          <p:cNvSpPr txBox="1"/>
          <p:nvPr/>
        </p:nvSpPr>
        <p:spPr>
          <a:xfrm>
            <a:off x="1043608" y="7820"/>
            <a:ext cx="301345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COMPOSE</a:t>
            </a:r>
          </a:p>
        </p:txBody>
      </p:sp>
      <p:sp>
        <p:nvSpPr>
          <p:cNvPr id="7" name="6 CuadroTexto">
            <a:extLst>
              <a:ext uri="{FF2B5EF4-FFF2-40B4-BE49-F238E27FC236}">
                <a16:creationId xmlns:a16="http://schemas.microsoft.com/office/drawing/2014/main" id="{5BB8EBC8-2398-602C-7778-A05AD3697E03}"/>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8" name="10 CuadroTexto">
            <a:extLst>
              <a:ext uri="{FF2B5EF4-FFF2-40B4-BE49-F238E27FC236}">
                <a16:creationId xmlns:a16="http://schemas.microsoft.com/office/drawing/2014/main" id="{F9A7DAE9-7DFA-4B7D-8332-20A9642E501A}"/>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pic>
        <p:nvPicPr>
          <p:cNvPr id="11" name="Imagen 10" descr="docker compose up">
            <a:extLst>
              <a:ext uri="{FF2B5EF4-FFF2-40B4-BE49-F238E27FC236}">
                <a16:creationId xmlns:a16="http://schemas.microsoft.com/office/drawing/2014/main" id="{999B93DF-7BDA-A37B-1A64-DDA717788CDC}"/>
              </a:ext>
            </a:extLst>
          </p:cNvPr>
          <p:cNvPicPr>
            <a:picLocks noChangeAspect="1"/>
          </p:cNvPicPr>
          <p:nvPr/>
        </p:nvPicPr>
        <p:blipFill>
          <a:blip r:embed="rId2"/>
          <a:srcRect r="18889"/>
          <a:stretch/>
        </p:blipFill>
        <p:spPr>
          <a:xfrm>
            <a:off x="611560" y="1052736"/>
            <a:ext cx="7704856" cy="4567545"/>
          </a:xfrm>
          <a:prstGeom prst="rect">
            <a:avLst/>
          </a:prstGeom>
        </p:spPr>
      </p:pic>
      <p:sp>
        <p:nvSpPr>
          <p:cNvPr id="12" name="8 Rectángulo">
            <a:extLst>
              <a:ext uri="{FF2B5EF4-FFF2-40B4-BE49-F238E27FC236}">
                <a16:creationId xmlns:a16="http://schemas.microsoft.com/office/drawing/2014/main" id="{F14001E7-77A7-B803-D110-59E11389CE9D}"/>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21 CuadroTexto">
            <a:extLst>
              <a:ext uri="{FF2B5EF4-FFF2-40B4-BE49-F238E27FC236}">
                <a16:creationId xmlns:a16="http://schemas.microsoft.com/office/drawing/2014/main" id="{4FB54A05-5A1A-8D45-B941-5845AEC71B2E}"/>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DOCKER COMPOSE</a:t>
            </a:r>
          </a:p>
        </p:txBody>
      </p:sp>
    </p:spTree>
    <p:extLst>
      <p:ext uri="{BB962C8B-B14F-4D97-AF65-F5344CB8AC3E}">
        <p14:creationId xmlns:p14="http://schemas.microsoft.com/office/powerpoint/2010/main" val="29413023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5740E11-AF71-F744-B95C-91E6E84292A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11559" y="1772816"/>
            <a:ext cx="7920881" cy="3209629"/>
          </a:xfrm>
          <a:prstGeom prst="rect">
            <a:avLst/>
          </a:prstGeom>
        </p:spPr>
      </p:pic>
      <p:sp>
        <p:nvSpPr>
          <p:cNvPr id="4" name="3 CuadroTexto">
            <a:extLst>
              <a:ext uri="{FF2B5EF4-FFF2-40B4-BE49-F238E27FC236}">
                <a16:creationId xmlns:a16="http://schemas.microsoft.com/office/drawing/2014/main" id="{2DD4B0B8-5447-F5F8-B918-DEBCD8991050}"/>
              </a:ext>
            </a:extLst>
          </p:cNvPr>
          <p:cNvSpPr txBox="1"/>
          <p:nvPr/>
        </p:nvSpPr>
        <p:spPr>
          <a:xfrm>
            <a:off x="611559" y="908720"/>
            <a:ext cx="7920881" cy="697114"/>
          </a:xfrm>
          <a:prstGeom prst="rect">
            <a:avLst/>
          </a:prstGeom>
          <a:solidFill>
            <a:schemeClr val="accent3">
              <a:lumMod val="20000"/>
              <a:lumOff val="80000"/>
            </a:schemeClr>
          </a:solidFill>
        </p:spPr>
        <p:txBody>
          <a:bodyPr wrap="square" rtlCol="0">
            <a:spAutoFit/>
          </a:bodyPr>
          <a:lstStyle/>
          <a:p>
            <a:pPr algn="just">
              <a:lnSpc>
                <a:spcPct val="114000"/>
              </a:lnSpc>
              <a:spcBef>
                <a:spcPts val="600"/>
              </a:spcBef>
              <a:spcAft>
                <a:spcPts val="1200"/>
              </a:spcAft>
            </a:pPr>
            <a:r>
              <a:rPr lang="es-ES" dirty="0">
                <a:latin typeface="Arial Nova Cond" panose="020B0604020202020204" pitchFamily="34" charset="0"/>
              </a:rPr>
              <a:t>Y ya tendríamos los contenedores funcionando y accesibles, en mi caso a través de los puertos 5432 (PostgreSQL) y 8069 (</a:t>
            </a:r>
            <a:r>
              <a:rPr lang="es-ES" dirty="0" err="1">
                <a:latin typeface="Arial Nova Cond" panose="020B0604020202020204" pitchFamily="34" charset="0"/>
              </a:rPr>
              <a:t>Odoo</a:t>
            </a:r>
            <a:r>
              <a:rPr lang="es-ES" dirty="0">
                <a:latin typeface="Arial Nova Cond" panose="020B0604020202020204" pitchFamily="34" charset="0"/>
              </a:rPr>
              <a:t>) de </a:t>
            </a:r>
            <a:r>
              <a:rPr lang="es-ES" i="1" dirty="0">
                <a:latin typeface="Arial Nova Cond" panose="020B0604020202020204" pitchFamily="34" charset="0"/>
              </a:rPr>
              <a:t>localhost</a:t>
            </a:r>
            <a:r>
              <a:rPr lang="es-ES" dirty="0">
                <a:latin typeface="Arial Nova Cond" panose="020B0604020202020204" pitchFamily="34" charset="0"/>
              </a:rPr>
              <a:t>.</a:t>
            </a:r>
          </a:p>
        </p:txBody>
      </p:sp>
      <p:sp>
        <p:nvSpPr>
          <p:cNvPr id="5" name="5 Rectángulo">
            <a:extLst>
              <a:ext uri="{FF2B5EF4-FFF2-40B4-BE49-F238E27FC236}">
                <a16:creationId xmlns:a16="http://schemas.microsoft.com/office/drawing/2014/main" id="{753FEDD2-F1A7-0DE8-4ED4-B81646A4FC9F}"/>
              </a:ext>
              <a:ext uri="{C183D7F6-B498-43B3-948B-1728B52AA6E4}">
                <adec:decorative xmlns:adec="http://schemas.microsoft.com/office/drawing/2017/decorative" val="1"/>
              </a:ext>
            </a:extLst>
          </p:cNvPr>
          <p:cNvSpPr/>
          <p:nvPr/>
        </p:nvSpPr>
        <p:spPr>
          <a:xfrm>
            <a:off x="971600" y="0"/>
            <a:ext cx="8172399" cy="50955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6 Rectángulo">
            <a:extLst>
              <a:ext uri="{FF2B5EF4-FFF2-40B4-BE49-F238E27FC236}">
                <a16:creationId xmlns:a16="http://schemas.microsoft.com/office/drawing/2014/main" id="{000D0CEE-BB8F-4FD7-4AD5-2F4BF2EF3491}"/>
              </a:ext>
              <a:ext uri="{C183D7F6-B498-43B3-948B-1728B52AA6E4}">
                <adec:decorative xmlns:adec="http://schemas.microsoft.com/office/drawing/2017/decorative" val="1"/>
              </a:ext>
            </a:extLst>
          </p:cNvPr>
          <p:cNvSpPr/>
          <p:nvPr/>
        </p:nvSpPr>
        <p:spPr>
          <a:xfrm>
            <a:off x="-1" y="0"/>
            <a:ext cx="971601" cy="509554"/>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10 CuadroTexto">
            <a:extLst>
              <a:ext uri="{FF2B5EF4-FFF2-40B4-BE49-F238E27FC236}">
                <a16:creationId xmlns:a16="http://schemas.microsoft.com/office/drawing/2014/main" id="{BBFF6254-E115-801E-26E0-E680BDBB770F}"/>
              </a:ext>
              <a:ext uri="{C183D7F6-B498-43B3-948B-1728B52AA6E4}">
                <adec:decorative xmlns:adec="http://schemas.microsoft.com/office/drawing/2017/decorative" val="1"/>
              </a:ext>
            </a:extLst>
          </p:cNvPr>
          <p:cNvSpPr txBox="1"/>
          <p:nvPr/>
        </p:nvSpPr>
        <p:spPr>
          <a:xfrm>
            <a:off x="1043608" y="7820"/>
            <a:ext cx="3013454" cy="523220"/>
          </a:xfrm>
          <a:prstGeom prst="rect">
            <a:avLst/>
          </a:prstGeom>
          <a:noFill/>
        </p:spPr>
        <p:txBody>
          <a:bodyPr wrap="none" rtlCol="0">
            <a:spAutoFit/>
          </a:bodyPr>
          <a:lstStyle/>
          <a:p>
            <a:r>
              <a:rPr lang="es-ES" sz="2800" dirty="0">
                <a:solidFill>
                  <a:schemeClr val="bg1"/>
                </a:solidFill>
                <a:latin typeface="Arial Nova Cond" panose="020B0506020202020204" pitchFamily="34" charset="0"/>
                <a:cs typeface="Leelawadee" panose="020B0502040204020203" pitchFamily="34" charset="-34"/>
              </a:rPr>
              <a:t>DOCKER COMPOSE</a:t>
            </a:r>
          </a:p>
        </p:txBody>
      </p:sp>
      <p:sp>
        <p:nvSpPr>
          <p:cNvPr id="8" name="6 CuadroTexto">
            <a:extLst>
              <a:ext uri="{FF2B5EF4-FFF2-40B4-BE49-F238E27FC236}">
                <a16:creationId xmlns:a16="http://schemas.microsoft.com/office/drawing/2014/main" id="{8F868F6A-5307-A545-3335-6B37B16D6B74}"/>
              </a:ext>
              <a:ext uri="{C183D7F6-B498-43B3-948B-1728B52AA6E4}">
                <adec:decorative xmlns:adec="http://schemas.microsoft.com/office/drawing/2017/decorative" val="1"/>
              </a:ext>
            </a:extLst>
          </p:cNvPr>
          <p:cNvSpPr txBox="1"/>
          <p:nvPr/>
        </p:nvSpPr>
        <p:spPr>
          <a:xfrm>
            <a:off x="7890916" y="244807"/>
            <a:ext cx="1196161" cy="246221"/>
          </a:xfrm>
          <a:prstGeom prst="rect">
            <a:avLst/>
          </a:prstGeom>
          <a:noFill/>
        </p:spPr>
        <p:txBody>
          <a:bodyPr wrap="none" rtlCol="0">
            <a:spAutoFit/>
          </a:bodyPr>
          <a:lstStyle/>
          <a:p>
            <a:r>
              <a:rPr lang="es-ES" sz="1000" dirty="0">
                <a:solidFill>
                  <a:schemeClr val="bg1">
                    <a:lumMod val="85000"/>
                  </a:schemeClr>
                </a:solidFill>
                <a:latin typeface="Roboto Light" pitchFamily="2" charset="0"/>
                <a:ea typeface="Roboto Light" pitchFamily="2" charset="0"/>
                <a:cs typeface="Roboto Light" pitchFamily="2" charset="0"/>
              </a:rPr>
              <a:t>Víctor J. González</a:t>
            </a:r>
          </a:p>
        </p:txBody>
      </p:sp>
      <p:sp>
        <p:nvSpPr>
          <p:cNvPr id="9" name="10 CuadroTexto">
            <a:extLst>
              <a:ext uri="{FF2B5EF4-FFF2-40B4-BE49-F238E27FC236}">
                <a16:creationId xmlns:a16="http://schemas.microsoft.com/office/drawing/2014/main" id="{903F44D6-4342-EBEB-A8BB-9D51ED330495}"/>
              </a:ext>
              <a:ext uri="{C183D7F6-B498-43B3-948B-1728B52AA6E4}">
                <adec:decorative xmlns:adec="http://schemas.microsoft.com/office/drawing/2017/decorative" val="1"/>
              </a:ext>
            </a:extLst>
          </p:cNvPr>
          <p:cNvSpPr txBox="1"/>
          <p:nvPr/>
        </p:nvSpPr>
        <p:spPr>
          <a:xfrm>
            <a:off x="84437" y="7820"/>
            <a:ext cx="785793" cy="523220"/>
          </a:xfrm>
          <a:prstGeom prst="rect">
            <a:avLst/>
          </a:prstGeom>
          <a:noFill/>
        </p:spPr>
        <p:txBody>
          <a:bodyPr wrap="none" rtlCol="0">
            <a:spAutoFit/>
          </a:bodyPr>
          <a:lstStyle/>
          <a:p>
            <a:r>
              <a:rPr lang="es-ES" sz="2800" dirty="0">
                <a:solidFill>
                  <a:schemeClr val="accent3">
                    <a:lumMod val="50000"/>
                  </a:schemeClr>
                </a:solidFill>
                <a:latin typeface="Arial Nova Cond" panose="020B0506020202020204" pitchFamily="34" charset="0"/>
                <a:cs typeface="Leelawadee" panose="020B0502040204020203" pitchFamily="34" charset="-34"/>
              </a:rPr>
              <a:t>SGE</a:t>
            </a:r>
          </a:p>
        </p:txBody>
      </p:sp>
      <p:sp>
        <p:nvSpPr>
          <p:cNvPr id="2" name="8 Rectángulo">
            <a:extLst>
              <a:ext uri="{FF2B5EF4-FFF2-40B4-BE49-F238E27FC236}">
                <a16:creationId xmlns:a16="http://schemas.microsoft.com/office/drawing/2014/main" id="{319D57EE-F8C5-E736-4E35-80B1EFB96059}"/>
              </a:ext>
              <a:ext uri="{C183D7F6-B498-43B3-948B-1728B52AA6E4}">
                <adec:decorative xmlns:adec="http://schemas.microsoft.com/office/drawing/2017/decorative" val="1"/>
              </a:ext>
            </a:extLst>
          </p:cNvPr>
          <p:cNvSpPr/>
          <p:nvPr/>
        </p:nvSpPr>
        <p:spPr>
          <a:xfrm>
            <a:off x="0" y="6525344"/>
            <a:ext cx="9144000" cy="332656"/>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21 CuadroTexto">
            <a:extLst>
              <a:ext uri="{FF2B5EF4-FFF2-40B4-BE49-F238E27FC236}">
                <a16:creationId xmlns:a16="http://schemas.microsoft.com/office/drawing/2014/main" id="{D57EC6E3-B983-DC5A-67C5-B1213860D01D}"/>
              </a:ext>
              <a:ext uri="{C183D7F6-B498-43B3-948B-1728B52AA6E4}">
                <adec:decorative xmlns:adec="http://schemas.microsoft.com/office/drawing/2017/decorative" val="1"/>
              </a:ext>
            </a:extLst>
          </p:cNvPr>
          <p:cNvSpPr txBox="1"/>
          <p:nvPr/>
        </p:nvSpPr>
        <p:spPr>
          <a:xfrm>
            <a:off x="107504" y="6546830"/>
            <a:ext cx="9073318" cy="292388"/>
          </a:xfrm>
          <a:prstGeom prst="rect">
            <a:avLst/>
          </a:prstGeom>
          <a:noFill/>
        </p:spPr>
        <p:txBody>
          <a:bodyPr wrap="square" rtlCol="0">
            <a:spAutoFit/>
          </a:bodyPr>
          <a:lstStyle/>
          <a:p>
            <a:r>
              <a:rPr lang="es-ES" sz="1300" dirty="0">
                <a:solidFill>
                  <a:srgbClr val="FFC000"/>
                </a:solidFill>
                <a:latin typeface="Univers Condensed" panose="020B0506020202050204" pitchFamily="34" charset="0"/>
              </a:rPr>
              <a:t>UT02: INSTALACIÓN Y CONFIGURACIÓN DE ERP-CRM </a:t>
            </a:r>
            <a:r>
              <a:rPr lang="es-ES" sz="1300" dirty="0">
                <a:solidFill>
                  <a:schemeClr val="tx2">
                    <a:lumMod val="60000"/>
                    <a:lumOff val="40000"/>
                  </a:schemeClr>
                </a:solidFill>
                <a:latin typeface="Univers Condensed" panose="020B0506020202050204" pitchFamily="34" charset="0"/>
              </a:rPr>
              <a:t>| </a:t>
            </a:r>
            <a:r>
              <a:rPr lang="es-ES" sz="1300" dirty="0">
                <a:solidFill>
                  <a:schemeClr val="accent3">
                    <a:lumMod val="60000"/>
                    <a:lumOff val="40000"/>
                  </a:schemeClr>
                </a:solidFill>
                <a:latin typeface="Univers Condensed" panose="020B0506020202050204" pitchFamily="34" charset="0"/>
              </a:rPr>
              <a:t>INSTALACIÓN CON DOCKER </a:t>
            </a:r>
            <a:r>
              <a:rPr lang="es-ES" sz="1300" dirty="0">
                <a:solidFill>
                  <a:schemeClr val="tx2">
                    <a:lumMod val="20000"/>
                    <a:lumOff val="80000"/>
                  </a:schemeClr>
                </a:solidFill>
                <a:latin typeface="Univers Condensed" panose="020B0506020202050204" pitchFamily="34" charset="0"/>
              </a:rPr>
              <a:t>| </a:t>
            </a:r>
            <a:r>
              <a:rPr lang="es-ES" sz="1300" dirty="0">
                <a:solidFill>
                  <a:schemeClr val="bg1"/>
                </a:solidFill>
                <a:latin typeface="Univers Condensed" panose="020B0506020202050204" pitchFamily="34" charset="0"/>
              </a:rPr>
              <a:t>DOCKER COMPOSE</a:t>
            </a:r>
          </a:p>
        </p:txBody>
      </p:sp>
    </p:spTree>
    <p:extLst>
      <p:ext uri="{BB962C8B-B14F-4D97-AF65-F5344CB8AC3E}">
        <p14:creationId xmlns:p14="http://schemas.microsoft.com/office/powerpoint/2010/main" val="414377838"/>
      </p:ext>
    </p:extLst>
  </p:cSld>
  <p:clrMapOvr>
    <a:masterClrMapping/>
  </p:clrMapOvr>
</p:sld>
</file>

<file path=ppt/theme/theme1.xml><?xml version="1.0" encoding="utf-8"?>
<a:theme xmlns:a="http://schemas.openxmlformats.org/drawingml/2006/main" name="Tema de Office">
  <a:themeElements>
    <a:clrScheme name="Transmisión de listas">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Personalizado 1">
      <a:majorFont>
        <a:latin typeface="Fjalla One"/>
        <a:ea typeface=""/>
        <a:cs typeface=""/>
      </a:majorFont>
      <a:minorFont>
        <a:latin typeface="Roboto"/>
        <a:ea typeface=""/>
        <a:cs typeface=""/>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26062</TotalTime>
  <Words>3223</Words>
  <Application>Microsoft Office PowerPoint</Application>
  <PresentationFormat>Presentación en pantalla (4:3)</PresentationFormat>
  <Paragraphs>311</Paragraphs>
  <Slides>55</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55</vt:i4>
      </vt:variant>
    </vt:vector>
  </HeadingPairs>
  <TitlesOfParts>
    <vt:vector size="62" baseType="lpstr">
      <vt:lpstr>Arial</vt:lpstr>
      <vt:lpstr>Arial Nova Cond</vt:lpstr>
      <vt:lpstr>Calibri</vt:lpstr>
      <vt:lpstr>Roboto Condensed</vt:lpstr>
      <vt:lpstr>Roboto Light</vt:lpstr>
      <vt:lpstr>Univers Condensed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J. González Rodríguez</dc:creator>
  <cp:lastModifiedBy>PABLO MENDOZA MAYO</cp:lastModifiedBy>
  <cp:revision>641</cp:revision>
  <dcterms:created xsi:type="dcterms:W3CDTF">2016-09-10T18:58:28Z</dcterms:created>
  <dcterms:modified xsi:type="dcterms:W3CDTF">2025-11-14T18:50:06Z</dcterms:modified>
</cp:coreProperties>
</file>